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93" r:id="rId1"/>
  </p:sldMasterIdLst>
  <p:notesMasterIdLst>
    <p:notesMasterId r:id="rId20"/>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Lst>
  <p:sldSz cx="9144000" cy="5143500" type="screen16x9"/>
  <p:notesSz cx="6858000" cy="9144000"/>
  <p:embeddedFontLst>
    <p:embeddedFont>
      <p:font typeface="Archivo Black" panose="020B0A03020202020B04" pitchFamily="34" charset="77"/>
      <p:regular r:id="rId21"/>
    </p:embeddedFont>
    <p:embeddedFont>
      <p:font typeface="Barlow" pitchFamily="2" charset="77"/>
      <p:regular r:id="rId22"/>
      <p:bold r:id="rId23"/>
      <p:italic r:id="rId24"/>
      <p:boldItalic r:id="rId25"/>
    </p:embeddedFont>
    <p:embeddedFont>
      <p:font typeface="Barlow Medium" panose="00000600000000000000" pitchFamily="2" charset="77"/>
      <p:regular r:id="rId26"/>
      <p:bold r:id="rId27"/>
      <p:italic r:id="rId28"/>
      <p:boldItalic r:id="rId29"/>
    </p:embeddedFont>
    <p:embeddedFont>
      <p:font typeface="Barlow SemiBold" panose="00000700000000000000" pitchFamily="2" charset="77"/>
      <p:regular r:id="rId30"/>
      <p:bold r:id="rId31"/>
      <p:italic r:id="rId32"/>
      <p:boldItalic r:id="rId33"/>
    </p:embeddedFont>
    <p:embeddedFont>
      <p:font typeface="Bebas Neue" panose="020B0606020202050201" pitchFamily="34" charset="77"/>
      <p:regular r:id="rId34"/>
    </p:embeddedFont>
    <p:embeddedFont>
      <p:font typeface="Caveat" pitchFamily="2" charset="0"/>
      <p:regular r:id="rId35"/>
      <p:bold r:id="rId36"/>
    </p:embeddedFont>
    <p:embeddedFont>
      <p:font typeface="PT Sans" panose="020B0503020203020204" pitchFamily="34" charset="77"/>
      <p:regular r:id="rId37"/>
      <p:bold r:id="rId38"/>
      <p:italic r:id="rId39"/>
      <p:boldItalic r:id="rId40"/>
    </p:embeddedFont>
    <p:embeddedFont>
      <p:font typeface="Roboto Condensed Light" panose="02000000000000000000" pitchFamily="2" charset="0"/>
      <p:regular r:id="rId4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4099DDC-5081-4392-A6FF-06610BA4A3F5}">
  <a:tblStyle styleId="{74099DDC-5081-4392-A6FF-06610BA4A3F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11"/>
    <p:restoredTop sz="94681"/>
  </p:normalViewPr>
  <p:slideViewPr>
    <p:cSldViewPr snapToGrid="0">
      <p:cViewPr varScale="1">
        <p:scale>
          <a:sx n="154" d="100"/>
          <a:sy n="154" d="100"/>
        </p:scale>
        <p:origin x="344" y="19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6.fntdata"/><Relationship Id="rId39" Type="http://schemas.openxmlformats.org/officeDocument/2006/relationships/font" Target="fonts/font19.fntdata"/><Relationship Id="rId21" Type="http://schemas.openxmlformats.org/officeDocument/2006/relationships/font" Target="fonts/font1.fntdata"/><Relationship Id="rId34" Type="http://schemas.openxmlformats.org/officeDocument/2006/relationships/font" Target="fonts/font14.fntdata"/><Relationship Id="rId42" Type="http://schemas.openxmlformats.org/officeDocument/2006/relationships/presProps" Target="pres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font" Target="fonts/font9.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4.fntdata"/><Relationship Id="rId32" Type="http://schemas.openxmlformats.org/officeDocument/2006/relationships/font" Target="fonts/font12.fntdata"/><Relationship Id="rId37" Type="http://schemas.openxmlformats.org/officeDocument/2006/relationships/font" Target="fonts/font17.fntdata"/><Relationship Id="rId40" Type="http://schemas.openxmlformats.org/officeDocument/2006/relationships/font" Target="fonts/font20.fntdata"/><Relationship Id="rId45"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3.fntdata"/><Relationship Id="rId28" Type="http://schemas.openxmlformats.org/officeDocument/2006/relationships/font" Target="fonts/font8.fntdata"/><Relationship Id="rId36" Type="http://schemas.openxmlformats.org/officeDocument/2006/relationships/font" Target="fonts/font16.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11.fntdata"/><Relationship Id="rId4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2.fntdata"/><Relationship Id="rId27" Type="http://schemas.openxmlformats.org/officeDocument/2006/relationships/font" Target="fonts/font7.fntdata"/><Relationship Id="rId30" Type="http://schemas.openxmlformats.org/officeDocument/2006/relationships/font" Target="fonts/font10.fntdata"/><Relationship Id="rId35" Type="http://schemas.openxmlformats.org/officeDocument/2006/relationships/font" Target="fonts/font15.fntdata"/><Relationship Id="rId43" Type="http://schemas.openxmlformats.org/officeDocument/2006/relationships/viewProps" Target="viewProps.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5.fntdata"/><Relationship Id="rId33" Type="http://schemas.openxmlformats.org/officeDocument/2006/relationships/font" Target="fonts/font13.fntdata"/><Relationship Id="rId38" Type="http://schemas.openxmlformats.org/officeDocument/2006/relationships/font" Target="fonts/font18.fntdata"/><Relationship Id="rId20" Type="http://schemas.openxmlformats.org/officeDocument/2006/relationships/notesMaster" Target="notesMasters/notesMaster1.xml"/><Relationship Id="rId41" Type="http://schemas.openxmlformats.org/officeDocument/2006/relationships/font" Target="fonts/font21.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39"/>
        <p:cNvGrpSpPr/>
        <p:nvPr/>
      </p:nvGrpSpPr>
      <p:grpSpPr>
        <a:xfrm>
          <a:off x="0" y="0"/>
          <a:ext cx="0" cy="0"/>
          <a:chOff x="0" y="0"/>
          <a:chExt cx="0" cy="0"/>
        </a:xfrm>
      </p:grpSpPr>
      <p:sp>
        <p:nvSpPr>
          <p:cNvPr id="26440" name="Google Shape;26440;g11dddbceb2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41" name="Google Shape;26441;g11dddbceb2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60"/>
        <p:cNvGrpSpPr/>
        <p:nvPr/>
      </p:nvGrpSpPr>
      <p:grpSpPr>
        <a:xfrm>
          <a:off x="0" y="0"/>
          <a:ext cx="0" cy="0"/>
          <a:chOff x="0" y="0"/>
          <a:chExt cx="0" cy="0"/>
        </a:xfrm>
      </p:grpSpPr>
      <p:sp>
        <p:nvSpPr>
          <p:cNvPr id="26961" name="Google Shape;26961;g11dd574468b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62" name="Google Shape;26962;g11dd574468b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76"/>
        <p:cNvGrpSpPr/>
        <p:nvPr/>
      </p:nvGrpSpPr>
      <p:grpSpPr>
        <a:xfrm>
          <a:off x="0" y="0"/>
          <a:ext cx="0" cy="0"/>
          <a:chOff x="0" y="0"/>
          <a:chExt cx="0" cy="0"/>
        </a:xfrm>
      </p:grpSpPr>
      <p:sp>
        <p:nvSpPr>
          <p:cNvPr id="26977" name="Google Shape;26977;gfe64edf2e1_0_1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78" name="Google Shape;26978;gfe64edf2e1_0_1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11"/>
        <p:cNvGrpSpPr/>
        <p:nvPr/>
      </p:nvGrpSpPr>
      <p:grpSpPr>
        <a:xfrm>
          <a:off x="0" y="0"/>
          <a:ext cx="0" cy="0"/>
          <a:chOff x="0" y="0"/>
          <a:chExt cx="0" cy="0"/>
        </a:xfrm>
      </p:grpSpPr>
      <p:sp>
        <p:nvSpPr>
          <p:cNvPr id="27012" name="Google Shape;27012;gd362d286f3_1_1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13" name="Google Shape;27013;gd362d286f3_1_1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27"/>
        <p:cNvGrpSpPr/>
        <p:nvPr/>
      </p:nvGrpSpPr>
      <p:grpSpPr>
        <a:xfrm>
          <a:off x="0" y="0"/>
          <a:ext cx="0" cy="0"/>
          <a:chOff x="0" y="0"/>
          <a:chExt cx="0" cy="0"/>
        </a:xfrm>
      </p:grpSpPr>
      <p:sp>
        <p:nvSpPr>
          <p:cNvPr id="27028" name="Google Shape;27028;g352597342f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29" name="Google Shape;27029;g352597342f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36"/>
        <p:cNvGrpSpPr/>
        <p:nvPr/>
      </p:nvGrpSpPr>
      <p:grpSpPr>
        <a:xfrm>
          <a:off x="0" y="0"/>
          <a:ext cx="0" cy="0"/>
          <a:chOff x="0" y="0"/>
          <a:chExt cx="0" cy="0"/>
        </a:xfrm>
      </p:grpSpPr>
      <p:sp>
        <p:nvSpPr>
          <p:cNvPr id="27037" name="Google Shape;27037;g352597342f0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38" name="Google Shape;27038;g352597342f0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Add title to the graph</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47"/>
        <p:cNvGrpSpPr/>
        <p:nvPr/>
      </p:nvGrpSpPr>
      <p:grpSpPr>
        <a:xfrm>
          <a:off x="0" y="0"/>
          <a:ext cx="0" cy="0"/>
          <a:chOff x="0" y="0"/>
          <a:chExt cx="0" cy="0"/>
        </a:xfrm>
      </p:grpSpPr>
      <p:sp>
        <p:nvSpPr>
          <p:cNvPr id="27048" name="Google Shape;27048;g352597342f0_0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49" name="Google Shape;27049;g352597342f0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Add titles to the graphs to fix it</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64"/>
        <p:cNvGrpSpPr/>
        <p:nvPr/>
      </p:nvGrpSpPr>
      <p:grpSpPr>
        <a:xfrm>
          <a:off x="0" y="0"/>
          <a:ext cx="0" cy="0"/>
          <a:chOff x="0" y="0"/>
          <a:chExt cx="0" cy="0"/>
        </a:xfrm>
      </p:grpSpPr>
      <p:sp>
        <p:nvSpPr>
          <p:cNvPr id="27065" name="Google Shape;27065;g34e369aedb6_0_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66" name="Google Shape;27066;g34e369aedb6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Add titles to the graphs to fix it</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76"/>
        <p:cNvGrpSpPr/>
        <p:nvPr/>
      </p:nvGrpSpPr>
      <p:grpSpPr>
        <a:xfrm>
          <a:off x="0" y="0"/>
          <a:ext cx="0" cy="0"/>
          <a:chOff x="0" y="0"/>
          <a:chExt cx="0" cy="0"/>
        </a:xfrm>
      </p:grpSpPr>
      <p:sp>
        <p:nvSpPr>
          <p:cNvPr id="27077" name="Google Shape;27077;g3525bd92ebe_5_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78" name="Google Shape;27078;g3525bd92ebe_5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10"/>
        <p:cNvGrpSpPr/>
        <p:nvPr/>
      </p:nvGrpSpPr>
      <p:grpSpPr>
        <a:xfrm>
          <a:off x="0" y="0"/>
          <a:ext cx="0" cy="0"/>
          <a:chOff x="0" y="0"/>
          <a:chExt cx="0" cy="0"/>
        </a:xfrm>
      </p:grpSpPr>
      <p:sp>
        <p:nvSpPr>
          <p:cNvPr id="27111" name="Google Shape;27111;g35251bf9418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12" name="Google Shape;27112;g35251bf9418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000" b="1">
                <a:solidFill>
                  <a:schemeClr val="dk1"/>
                </a:solidFill>
              </a:rPr>
              <a:t>overstated the gender effect</a:t>
            </a:r>
            <a:r>
              <a:rPr lang="en" sz="1000">
                <a:solidFill>
                  <a:schemeClr val="dk1"/>
                </a:solidFill>
              </a:rPr>
              <a:t> on job satisfaction</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19"/>
        <p:cNvGrpSpPr/>
        <p:nvPr/>
      </p:nvGrpSpPr>
      <p:grpSpPr>
        <a:xfrm>
          <a:off x="0" y="0"/>
          <a:ext cx="0" cy="0"/>
          <a:chOff x="0" y="0"/>
          <a:chExt cx="0" cy="0"/>
        </a:xfrm>
      </p:grpSpPr>
      <p:sp>
        <p:nvSpPr>
          <p:cNvPr id="27120" name="Google Shape;27120;g34da68ab308_1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21" name="Google Shape;27121;g34da68ab308_1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48"/>
        <p:cNvGrpSpPr/>
        <p:nvPr/>
      </p:nvGrpSpPr>
      <p:grpSpPr>
        <a:xfrm>
          <a:off x="0" y="0"/>
          <a:ext cx="0" cy="0"/>
          <a:chOff x="0" y="0"/>
          <a:chExt cx="0" cy="0"/>
        </a:xfrm>
      </p:grpSpPr>
      <p:sp>
        <p:nvSpPr>
          <p:cNvPr id="27149" name="Google Shape;27149;g352693d15d4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50" name="Google Shape;27150;g352693d15d4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000" b="1">
                <a:solidFill>
                  <a:schemeClr val="dk1"/>
                </a:solidFill>
              </a:rPr>
              <a:t>training hours</a:t>
            </a:r>
            <a:r>
              <a:rPr lang="en" sz="1000">
                <a:solidFill>
                  <a:schemeClr val="dk1"/>
                </a:solidFill>
              </a:rPr>
              <a:t> were associated with slightly </a:t>
            </a:r>
            <a:r>
              <a:rPr lang="en" sz="1000" b="1">
                <a:solidFill>
                  <a:schemeClr val="dk1"/>
                </a:solidFill>
              </a:rPr>
              <a:t>lower satisfaction</a:t>
            </a:r>
            <a:r>
              <a:rPr lang="en" sz="1000">
                <a:solidFill>
                  <a:schemeClr val="dk1"/>
                </a:solidFill>
              </a:rPr>
              <a:t>, possibly due to burnout or inefficiencies.</a:t>
            </a:r>
            <a:endParaRPr sz="1000">
              <a:solidFill>
                <a:schemeClr val="dk1"/>
              </a:solidFill>
            </a:endParaRPr>
          </a:p>
          <a:p>
            <a:pPr marL="0" lvl="0" indent="0" algn="l" rtl="0">
              <a:lnSpc>
                <a:spcPct val="115000"/>
              </a:lnSpc>
              <a:spcBef>
                <a:spcPts val="0"/>
              </a:spcBef>
              <a:spcAft>
                <a:spcPts val="0"/>
              </a:spcAft>
              <a:buNone/>
            </a:pPr>
            <a:endParaRPr sz="1000">
              <a:solidFill>
                <a:schemeClr val="dk1"/>
              </a:solidFill>
            </a:endParaRPr>
          </a:p>
          <a:p>
            <a:pPr marL="0" lvl="0" indent="0" algn="l" rtl="0">
              <a:lnSpc>
                <a:spcPct val="115000"/>
              </a:lnSpc>
              <a:spcBef>
                <a:spcPts val="0"/>
              </a:spcBef>
              <a:spcAft>
                <a:spcPts val="0"/>
              </a:spcAft>
              <a:buNone/>
            </a:pPr>
            <a:r>
              <a:rPr lang="en" sz="1000">
                <a:solidFill>
                  <a:schemeClr val="dk1"/>
                </a:solidFill>
              </a:rPr>
              <a:t>let kendall talk about our satisfaction and retention findings</a:t>
            </a:r>
            <a:endParaRPr sz="1000">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sz="1000">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56"/>
        <p:cNvGrpSpPr/>
        <p:nvPr/>
      </p:nvGrpSpPr>
      <p:grpSpPr>
        <a:xfrm>
          <a:off x="0" y="0"/>
          <a:ext cx="0" cy="0"/>
          <a:chOff x="0" y="0"/>
          <a:chExt cx="0" cy="0"/>
        </a:xfrm>
      </p:grpSpPr>
      <p:sp>
        <p:nvSpPr>
          <p:cNvPr id="27157" name="Google Shape;27157;g35251bf9418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58" name="Google Shape;27158;g35251bf9418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JS and Retention: Like brady mentioned, there is a difference in job satisfaction between those who left and those who remain employed. However it isn’t statistically significant.</a:t>
            </a:r>
            <a:endParaRPr/>
          </a:p>
          <a:p>
            <a:pPr marL="0" lvl="0" indent="0" algn="l" rtl="0">
              <a:spcBef>
                <a:spcPts val="0"/>
              </a:spcBef>
              <a:spcAft>
                <a:spcPts val="0"/>
              </a:spcAft>
              <a:buNone/>
            </a:pPr>
            <a:r>
              <a:rPr lang="en"/>
              <a:t>Predicting retention: Retention_Status was only significantly predictable by Department_Sales. The Sales department has a retention rate on average 15% higher than the other departments. This is interesting because the sales department had the lowest average job satisfaction.</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66"/>
        <p:cNvGrpSpPr/>
        <p:nvPr/>
      </p:nvGrpSpPr>
      <p:grpSpPr>
        <a:xfrm>
          <a:off x="0" y="0"/>
          <a:ext cx="0" cy="0"/>
          <a:chOff x="0" y="0"/>
          <a:chExt cx="0" cy="0"/>
        </a:xfrm>
      </p:grpSpPr>
      <p:sp>
        <p:nvSpPr>
          <p:cNvPr id="27167" name="Google Shape;27167;g352693d15d4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68" name="Google Shape;27168;g352693d15d4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To explain this visually, as you can see the sales department has the highest retention rate despite having the lowest job satisfaction. We are limited to the variables we were given so it’s is difficult to determine why the sales department has a significantly higher retention rate. We can speculate that this may have something to do with the culture or contracts that exist with the sales department but we can’t know for sure based on the 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71"/>
        <p:cNvGrpSpPr/>
        <p:nvPr/>
      </p:nvGrpSpPr>
      <p:grpSpPr>
        <a:xfrm>
          <a:off x="0" y="0"/>
          <a:ext cx="0" cy="0"/>
          <a:chOff x="0" y="0"/>
          <a:chExt cx="0" cy="0"/>
        </a:xfrm>
      </p:grpSpPr>
      <p:sp>
        <p:nvSpPr>
          <p:cNvPr id="27172" name="Google Shape;27172;g352693d15d4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73" name="Google Shape;27173;g352693d15d4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81"/>
        <p:cNvGrpSpPr/>
        <p:nvPr/>
      </p:nvGrpSpPr>
      <p:grpSpPr>
        <a:xfrm>
          <a:off x="0" y="0"/>
          <a:ext cx="0" cy="0"/>
          <a:chOff x="0" y="0"/>
          <a:chExt cx="0" cy="0"/>
        </a:xfrm>
      </p:grpSpPr>
      <p:sp>
        <p:nvSpPr>
          <p:cNvPr id="27182" name="Google Shape;27182;g35289400d42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83" name="Google Shape;27183;g35289400d42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Joint distribution</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87"/>
        <p:cNvGrpSpPr/>
        <p:nvPr/>
      </p:nvGrpSpPr>
      <p:grpSpPr>
        <a:xfrm>
          <a:off x="0" y="0"/>
          <a:ext cx="0" cy="0"/>
          <a:chOff x="0" y="0"/>
          <a:chExt cx="0" cy="0"/>
        </a:xfrm>
      </p:grpSpPr>
      <p:sp>
        <p:nvSpPr>
          <p:cNvPr id="27188" name="Google Shape;27188;g34dff6b2bb3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89" name="Google Shape;27189;g34dff6b2bb3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94"/>
        <p:cNvGrpSpPr/>
        <p:nvPr/>
      </p:nvGrpSpPr>
      <p:grpSpPr>
        <a:xfrm>
          <a:off x="0" y="0"/>
          <a:ext cx="0" cy="0"/>
          <a:chOff x="0" y="0"/>
          <a:chExt cx="0" cy="0"/>
        </a:xfrm>
      </p:grpSpPr>
      <p:sp>
        <p:nvSpPr>
          <p:cNvPr id="27195" name="Google Shape;27195;g34dff6b2bb3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96" name="Google Shape;27196;g34dff6b2bb3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962688" y="1707375"/>
            <a:ext cx="5218500" cy="1738800"/>
          </a:xfrm>
          <a:prstGeom prst="rect">
            <a:avLst/>
          </a:prstGeom>
          <a:noFill/>
        </p:spPr>
        <p:txBody>
          <a:bodyPr spcFirstLastPara="1" wrap="square" lIns="91425" tIns="64000" rIns="91425" bIns="91425" anchor="ctr" anchorCtr="0">
            <a:noAutofit/>
          </a:bodyPr>
          <a:lstStyle>
            <a:lvl1pPr lvl="0" algn="ctr">
              <a:lnSpc>
                <a:spcPct val="90000"/>
              </a:lnSpc>
              <a:spcBef>
                <a:spcPts val="0"/>
              </a:spcBef>
              <a:spcAft>
                <a:spcPts val="0"/>
              </a:spcAft>
              <a:buClr>
                <a:srgbClr val="191919"/>
              </a:buClr>
              <a:buSzPts val="5200"/>
              <a:buNone/>
              <a:defRPr sz="35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2392525" y="3694918"/>
            <a:ext cx="4359000" cy="409500"/>
          </a:xfrm>
          <a:prstGeom prst="rect">
            <a:avLst/>
          </a:prstGeom>
          <a:solidFill>
            <a:schemeClr val="lt1"/>
          </a:solidFill>
        </p:spPr>
        <p:txBody>
          <a:bodyPr spcFirstLastPara="1" wrap="square" lIns="0" tIns="0" rIns="0" bIns="0" anchor="ctr"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4130725" y="2348025"/>
            <a:ext cx="3813000" cy="889800"/>
          </a:xfrm>
          <a:prstGeom prst="rect">
            <a:avLst/>
          </a:prstGeom>
          <a:noFill/>
        </p:spPr>
        <p:txBody>
          <a:bodyPr spcFirstLastPara="1" wrap="square" lIns="91425" tIns="64000" rIns="91425" bIns="91425" anchor="b" anchorCtr="0">
            <a:noAutofit/>
          </a:bodyPr>
          <a:lstStyle>
            <a:lvl1pPr lvl="0" algn="l">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4130725" y="1342202"/>
            <a:ext cx="1645800" cy="1097400"/>
          </a:xfrm>
          <a:prstGeom prst="rect">
            <a:avLst/>
          </a:prstGeom>
          <a:solidFill>
            <a:schemeClr val="lt1"/>
          </a:solidFill>
        </p:spPr>
        <p:txBody>
          <a:bodyPr spcFirstLastPara="1" wrap="square" lIns="91425" tIns="64000" rIns="91425" bIns="91425" anchor="b" anchorCtr="0">
            <a:noAutofit/>
          </a:bodyPr>
          <a:lstStyle>
            <a:lvl1pPr lvl="0" algn="l" rtl="0">
              <a:spcBef>
                <a:spcPts val="0"/>
              </a:spcBef>
              <a:spcAft>
                <a:spcPts val="0"/>
              </a:spcAft>
              <a:buSzPts val="6000"/>
              <a:buNone/>
              <a:defRPr sz="80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 name="Google Shape;14;p3"/>
          <p:cNvSpPr txBox="1">
            <a:spLocks noGrp="1"/>
          </p:cNvSpPr>
          <p:nvPr>
            <p:ph type="subTitle" idx="1"/>
          </p:nvPr>
        </p:nvSpPr>
        <p:spPr>
          <a:xfrm>
            <a:off x="4130725" y="3344075"/>
            <a:ext cx="3813000" cy="457200"/>
          </a:xfrm>
          <a:prstGeom prst="rect">
            <a:avLst/>
          </a:prstGeom>
          <a:solidFill>
            <a:schemeClr val="lt1"/>
          </a:solidFill>
        </p:spPr>
        <p:txBody>
          <a:bodyPr spcFirstLastPara="1" wrap="square" lIns="0" tIns="0" rIns="0" bIns="0"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5" name="Google Shape;15;p3"/>
          <p:cNvGrpSpPr/>
          <p:nvPr/>
        </p:nvGrpSpPr>
        <p:grpSpPr>
          <a:xfrm>
            <a:off x="313503" y="540001"/>
            <a:ext cx="3138703" cy="4063556"/>
            <a:chOff x="313503" y="540001"/>
            <a:chExt cx="3138703" cy="4063556"/>
          </a:xfrm>
        </p:grpSpPr>
        <p:sp>
          <p:nvSpPr>
            <p:cNvPr id="16" name="Google Shape;16;p3"/>
            <p:cNvSpPr/>
            <p:nvPr/>
          </p:nvSpPr>
          <p:spPr>
            <a:xfrm>
              <a:off x="31350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3"/>
            <p:cNvSpPr/>
            <p:nvPr/>
          </p:nvSpPr>
          <p:spPr>
            <a:xfrm>
              <a:off x="43301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p:nvPr/>
          </p:nvSpPr>
          <p:spPr>
            <a:xfrm>
              <a:off x="55251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a:off x="67202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79153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91104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1030552"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115006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126956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138907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p:nvPr/>
          </p:nvSpPr>
          <p:spPr>
            <a:xfrm>
              <a:off x="1508585"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162809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3"/>
            <p:cNvSpPr/>
            <p:nvPr/>
          </p:nvSpPr>
          <p:spPr>
            <a:xfrm>
              <a:off x="174760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3"/>
            <p:cNvSpPr/>
            <p:nvPr/>
          </p:nvSpPr>
          <p:spPr>
            <a:xfrm>
              <a:off x="186711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198661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210612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p:nvPr/>
          </p:nvSpPr>
          <p:spPr>
            <a:xfrm>
              <a:off x="222563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a:off x="234514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a:off x="246465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3"/>
            <p:cNvSpPr/>
            <p:nvPr/>
          </p:nvSpPr>
          <p:spPr>
            <a:xfrm>
              <a:off x="258415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3"/>
            <p:cNvSpPr/>
            <p:nvPr/>
          </p:nvSpPr>
          <p:spPr>
            <a:xfrm>
              <a:off x="270366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3"/>
            <p:cNvSpPr/>
            <p:nvPr/>
          </p:nvSpPr>
          <p:spPr>
            <a:xfrm>
              <a:off x="282317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a:off x="294268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3"/>
            <p:cNvSpPr/>
            <p:nvPr/>
          </p:nvSpPr>
          <p:spPr>
            <a:xfrm>
              <a:off x="3062192"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3"/>
            <p:cNvSpPr/>
            <p:nvPr/>
          </p:nvSpPr>
          <p:spPr>
            <a:xfrm>
              <a:off x="318170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330120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3"/>
            <p:cNvSpPr/>
            <p:nvPr/>
          </p:nvSpPr>
          <p:spPr>
            <a:xfrm>
              <a:off x="342071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31350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43301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3"/>
            <p:cNvSpPr/>
            <p:nvPr/>
          </p:nvSpPr>
          <p:spPr>
            <a:xfrm>
              <a:off x="55251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67202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a:off x="79153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3"/>
            <p:cNvSpPr/>
            <p:nvPr/>
          </p:nvSpPr>
          <p:spPr>
            <a:xfrm>
              <a:off x="91104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3"/>
            <p:cNvSpPr/>
            <p:nvPr/>
          </p:nvSpPr>
          <p:spPr>
            <a:xfrm>
              <a:off x="1030552"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3"/>
            <p:cNvSpPr/>
            <p:nvPr/>
          </p:nvSpPr>
          <p:spPr>
            <a:xfrm>
              <a:off x="115006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3"/>
            <p:cNvSpPr/>
            <p:nvPr/>
          </p:nvSpPr>
          <p:spPr>
            <a:xfrm>
              <a:off x="126956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3"/>
            <p:cNvSpPr/>
            <p:nvPr/>
          </p:nvSpPr>
          <p:spPr>
            <a:xfrm>
              <a:off x="138907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3"/>
            <p:cNvSpPr/>
            <p:nvPr/>
          </p:nvSpPr>
          <p:spPr>
            <a:xfrm>
              <a:off x="1508585"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3"/>
            <p:cNvSpPr/>
            <p:nvPr/>
          </p:nvSpPr>
          <p:spPr>
            <a:xfrm>
              <a:off x="162809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3"/>
            <p:cNvSpPr/>
            <p:nvPr/>
          </p:nvSpPr>
          <p:spPr>
            <a:xfrm>
              <a:off x="174760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186711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198661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3"/>
            <p:cNvSpPr/>
            <p:nvPr/>
          </p:nvSpPr>
          <p:spPr>
            <a:xfrm>
              <a:off x="210612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3"/>
            <p:cNvSpPr/>
            <p:nvPr/>
          </p:nvSpPr>
          <p:spPr>
            <a:xfrm>
              <a:off x="222563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3"/>
            <p:cNvSpPr/>
            <p:nvPr/>
          </p:nvSpPr>
          <p:spPr>
            <a:xfrm>
              <a:off x="234514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a:off x="246465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a:off x="258415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3"/>
            <p:cNvSpPr/>
            <p:nvPr/>
          </p:nvSpPr>
          <p:spPr>
            <a:xfrm>
              <a:off x="270366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3"/>
            <p:cNvSpPr/>
            <p:nvPr/>
          </p:nvSpPr>
          <p:spPr>
            <a:xfrm>
              <a:off x="282317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3"/>
            <p:cNvSpPr/>
            <p:nvPr/>
          </p:nvSpPr>
          <p:spPr>
            <a:xfrm>
              <a:off x="294268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3"/>
            <p:cNvSpPr/>
            <p:nvPr/>
          </p:nvSpPr>
          <p:spPr>
            <a:xfrm>
              <a:off x="3062192"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3"/>
            <p:cNvSpPr/>
            <p:nvPr/>
          </p:nvSpPr>
          <p:spPr>
            <a:xfrm>
              <a:off x="318170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3"/>
            <p:cNvSpPr/>
            <p:nvPr/>
          </p:nvSpPr>
          <p:spPr>
            <a:xfrm>
              <a:off x="330120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3"/>
            <p:cNvSpPr/>
            <p:nvPr/>
          </p:nvSpPr>
          <p:spPr>
            <a:xfrm>
              <a:off x="342071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3"/>
            <p:cNvSpPr/>
            <p:nvPr/>
          </p:nvSpPr>
          <p:spPr>
            <a:xfrm>
              <a:off x="31350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3"/>
            <p:cNvSpPr/>
            <p:nvPr/>
          </p:nvSpPr>
          <p:spPr>
            <a:xfrm>
              <a:off x="43301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3"/>
            <p:cNvSpPr/>
            <p:nvPr/>
          </p:nvSpPr>
          <p:spPr>
            <a:xfrm>
              <a:off x="55251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p:nvPr/>
          </p:nvSpPr>
          <p:spPr>
            <a:xfrm>
              <a:off x="67202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3"/>
            <p:cNvSpPr/>
            <p:nvPr/>
          </p:nvSpPr>
          <p:spPr>
            <a:xfrm>
              <a:off x="79153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3"/>
            <p:cNvSpPr/>
            <p:nvPr/>
          </p:nvSpPr>
          <p:spPr>
            <a:xfrm>
              <a:off x="91104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3"/>
            <p:cNvSpPr/>
            <p:nvPr/>
          </p:nvSpPr>
          <p:spPr>
            <a:xfrm>
              <a:off x="1030552"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3"/>
            <p:cNvSpPr/>
            <p:nvPr/>
          </p:nvSpPr>
          <p:spPr>
            <a:xfrm>
              <a:off x="115006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3"/>
            <p:cNvSpPr/>
            <p:nvPr/>
          </p:nvSpPr>
          <p:spPr>
            <a:xfrm>
              <a:off x="126956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138907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1508585"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162809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a:off x="174760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3"/>
            <p:cNvSpPr/>
            <p:nvPr/>
          </p:nvSpPr>
          <p:spPr>
            <a:xfrm>
              <a:off x="186711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3"/>
            <p:cNvSpPr/>
            <p:nvPr/>
          </p:nvSpPr>
          <p:spPr>
            <a:xfrm>
              <a:off x="198661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210612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222563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a:off x="234514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3"/>
            <p:cNvSpPr/>
            <p:nvPr/>
          </p:nvSpPr>
          <p:spPr>
            <a:xfrm>
              <a:off x="246465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3"/>
            <p:cNvSpPr/>
            <p:nvPr/>
          </p:nvSpPr>
          <p:spPr>
            <a:xfrm>
              <a:off x="258415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270366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3"/>
            <p:cNvSpPr/>
            <p:nvPr/>
          </p:nvSpPr>
          <p:spPr>
            <a:xfrm>
              <a:off x="282317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294268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3062192"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318170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3"/>
            <p:cNvSpPr/>
            <p:nvPr/>
          </p:nvSpPr>
          <p:spPr>
            <a:xfrm>
              <a:off x="330120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3"/>
            <p:cNvSpPr/>
            <p:nvPr/>
          </p:nvSpPr>
          <p:spPr>
            <a:xfrm>
              <a:off x="342071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3"/>
            <p:cNvSpPr/>
            <p:nvPr/>
          </p:nvSpPr>
          <p:spPr>
            <a:xfrm>
              <a:off x="31350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3"/>
            <p:cNvSpPr/>
            <p:nvPr/>
          </p:nvSpPr>
          <p:spPr>
            <a:xfrm>
              <a:off x="43301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3"/>
            <p:cNvSpPr/>
            <p:nvPr/>
          </p:nvSpPr>
          <p:spPr>
            <a:xfrm>
              <a:off x="55251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3"/>
            <p:cNvSpPr/>
            <p:nvPr/>
          </p:nvSpPr>
          <p:spPr>
            <a:xfrm>
              <a:off x="67202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79153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91104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a:off x="1030552"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p:nvPr/>
          </p:nvSpPr>
          <p:spPr>
            <a:xfrm>
              <a:off x="115006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6956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138907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1508585"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162809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174760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3"/>
            <p:cNvSpPr/>
            <p:nvPr/>
          </p:nvSpPr>
          <p:spPr>
            <a:xfrm>
              <a:off x="186711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98661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210612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222563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234514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3"/>
            <p:cNvSpPr/>
            <p:nvPr/>
          </p:nvSpPr>
          <p:spPr>
            <a:xfrm>
              <a:off x="246465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3"/>
            <p:cNvSpPr/>
            <p:nvPr/>
          </p:nvSpPr>
          <p:spPr>
            <a:xfrm>
              <a:off x="258415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3"/>
            <p:cNvSpPr/>
            <p:nvPr/>
          </p:nvSpPr>
          <p:spPr>
            <a:xfrm>
              <a:off x="270366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3"/>
            <p:cNvSpPr/>
            <p:nvPr/>
          </p:nvSpPr>
          <p:spPr>
            <a:xfrm>
              <a:off x="282317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3"/>
            <p:cNvSpPr/>
            <p:nvPr/>
          </p:nvSpPr>
          <p:spPr>
            <a:xfrm>
              <a:off x="294268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3"/>
            <p:cNvSpPr/>
            <p:nvPr/>
          </p:nvSpPr>
          <p:spPr>
            <a:xfrm>
              <a:off x="3062192"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318170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330120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342071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31350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3"/>
            <p:cNvSpPr/>
            <p:nvPr/>
          </p:nvSpPr>
          <p:spPr>
            <a:xfrm>
              <a:off x="43301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3"/>
            <p:cNvSpPr/>
            <p:nvPr/>
          </p:nvSpPr>
          <p:spPr>
            <a:xfrm>
              <a:off x="55251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3"/>
            <p:cNvSpPr/>
            <p:nvPr/>
          </p:nvSpPr>
          <p:spPr>
            <a:xfrm>
              <a:off x="67202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3"/>
            <p:cNvSpPr/>
            <p:nvPr/>
          </p:nvSpPr>
          <p:spPr>
            <a:xfrm>
              <a:off x="79153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3"/>
            <p:cNvSpPr/>
            <p:nvPr/>
          </p:nvSpPr>
          <p:spPr>
            <a:xfrm>
              <a:off x="91104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a:off x="1030552"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15006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26956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38907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508585"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3"/>
            <p:cNvSpPr/>
            <p:nvPr/>
          </p:nvSpPr>
          <p:spPr>
            <a:xfrm>
              <a:off x="162809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3"/>
            <p:cNvSpPr/>
            <p:nvPr/>
          </p:nvSpPr>
          <p:spPr>
            <a:xfrm>
              <a:off x="174760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3"/>
            <p:cNvSpPr/>
            <p:nvPr/>
          </p:nvSpPr>
          <p:spPr>
            <a:xfrm>
              <a:off x="186711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198661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10612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3"/>
            <p:cNvSpPr/>
            <p:nvPr/>
          </p:nvSpPr>
          <p:spPr>
            <a:xfrm>
              <a:off x="222563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3"/>
            <p:cNvSpPr/>
            <p:nvPr/>
          </p:nvSpPr>
          <p:spPr>
            <a:xfrm>
              <a:off x="234514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3"/>
            <p:cNvSpPr/>
            <p:nvPr/>
          </p:nvSpPr>
          <p:spPr>
            <a:xfrm>
              <a:off x="246465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3"/>
            <p:cNvSpPr/>
            <p:nvPr/>
          </p:nvSpPr>
          <p:spPr>
            <a:xfrm>
              <a:off x="258415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3"/>
            <p:cNvSpPr/>
            <p:nvPr/>
          </p:nvSpPr>
          <p:spPr>
            <a:xfrm>
              <a:off x="270366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3"/>
            <p:cNvSpPr/>
            <p:nvPr/>
          </p:nvSpPr>
          <p:spPr>
            <a:xfrm>
              <a:off x="282317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3"/>
            <p:cNvSpPr/>
            <p:nvPr/>
          </p:nvSpPr>
          <p:spPr>
            <a:xfrm>
              <a:off x="294268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3"/>
            <p:cNvSpPr/>
            <p:nvPr/>
          </p:nvSpPr>
          <p:spPr>
            <a:xfrm>
              <a:off x="3062192"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3"/>
            <p:cNvSpPr/>
            <p:nvPr/>
          </p:nvSpPr>
          <p:spPr>
            <a:xfrm>
              <a:off x="318170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3"/>
            <p:cNvSpPr/>
            <p:nvPr/>
          </p:nvSpPr>
          <p:spPr>
            <a:xfrm>
              <a:off x="330120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3"/>
            <p:cNvSpPr/>
            <p:nvPr/>
          </p:nvSpPr>
          <p:spPr>
            <a:xfrm>
              <a:off x="342071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3"/>
            <p:cNvSpPr/>
            <p:nvPr/>
          </p:nvSpPr>
          <p:spPr>
            <a:xfrm>
              <a:off x="31350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3"/>
            <p:cNvSpPr/>
            <p:nvPr/>
          </p:nvSpPr>
          <p:spPr>
            <a:xfrm>
              <a:off x="43301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3"/>
            <p:cNvSpPr/>
            <p:nvPr/>
          </p:nvSpPr>
          <p:spPr>
            <a:xfrm>
              <a:off x="55251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3"/>
            <p:cNvSpPr/>
            <p:nvPr/>
          </p:nvSpPr>
          <p:spPr>
            <a:xfrm>
              <a:off x="67202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3"/>
            <p:cNvSpPr/>
            <p:nvPr/>
          </p:nvSpPr>
          <p:spPr>
            <a:xfrm>
              <a:off x="79153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3"/>
            <p:cNvSpPr/>
            <p:nvPr/>
          </p:nvSpPr>
          <p:spPr>
            <a:xfrm>
              <a:off x="91104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3"/>
            <p:cNvSpPr/>
            <p:nvPr/>
          </p:nvSpPr>
          <p:spPr>
            <a:xfrm>
              <a:off x="1030552"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3"/>
            <p:cNvSpPr/>
            <p:nvPr/>
          </p:nvSpPr>
          <p:spPr>
            <a:xfrm>
              <a:off x="115006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3"/>
            <p:cNvSpPr/>
            <p:nvPr/>
          </p:nvSpPr>
          <p:spPr>
            <a:xfrm>
              <a:off x="126956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138907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1508585"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162809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174760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186711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198661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10612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222563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
            <p:cNvSpPr/>
            <p:nvPr/>
          </p:nvSpPr>
          <p:spPr>
            <a:xfrm>
              <a:off x="234514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3"/>
            <p:cNvSpPr/>
            <p:nvPr/>
          </p:nvSpPr>
          <p:spPr>
            <a:xfrm>
              <a:off x="246465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258415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270366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282317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294268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3062192"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318170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330120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342071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3"/>
            <p:cNvSpPr/>
            <p:nvPr/>
          </p:nvSpPr>
          <p:spPr>
            <a:xfrm>
              <a:off x="31350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3"/>
            <p:cNvSpPr/>
            <p:nvPr/>
          </p:nvSpPr>
          <p:spPr>
            <a:xfrm>
              <a:off x="43301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55251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67202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79153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91104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1030552"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115006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126956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138907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3"/>
            <p:cNvSpPr/>
            <p:nvPr/>
          </p:nvSpPr>
          <p:spPr>
            <a:xfrm>
              <a:off x="1508585"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
            <p:cNvSpPr/>
            <p:nvPr/>
          </p:nvSpPr>
          <p:spPr>
            <a:xfrm>
              <a:off x="162809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74760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86711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98661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210612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222563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234514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246465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258415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270366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282317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294268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3062192"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318170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330120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342071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31350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43301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55251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67202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79153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91104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30552"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115006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26956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38907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
            <p:cNvSpPr/>
            <p:nvPr/>
          </p:nvSpPr>
          <p:spPr>
            <a:xfrm>
              <a:off x="1508585"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62809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74760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86711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98661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210612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222563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234514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46465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58415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70366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2317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94268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062192"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18170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30120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342071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31350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3301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55251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67202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79153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91104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1030552"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115006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126956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138907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1508585"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162809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174760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186711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198661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10612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22563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34514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46465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58415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0366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82317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94268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3062192"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318170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330120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342071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31350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43301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55251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67202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79153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91104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1030552"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
            <p:cNvSpPr/>
            <p:nvPr/>
          </p:nvSpPr>
          <p:spPr>
            <a:xfrm>
              <a:off x="115006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
            <p:cNvSpPr/>
            <p:nvPr/>
          </p:nvSpPr>
          <p:spPr>
            <a:xfrm>
              <a:off x="126956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138907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508585"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62809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74760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86711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98661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210612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222563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234514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246465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258415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270366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282317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294268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3062192"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318170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330120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342071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31350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43301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55251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67202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79153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91104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030552"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15006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26956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138907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508585"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62809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74760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6711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98661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210612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222563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234514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246465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258415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270366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282317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294268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3062192"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318170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330120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342071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31350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43301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55251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67202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79153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91104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1030552"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115006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126956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a:off x="138907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a:off x="1508585"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162809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a:off x="174760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a:off x="186711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198661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a:off x="210612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a:off x="222563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a:off x="234514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246465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a:off x="258415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a:off x="270366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a:off x="282317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a:off x="294268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a:off x="3062192"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a:off x="318170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a:off x="330120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a:off x="342071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a:off x="31350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43301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a:off x="55251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a:off x="67202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a:off x="79153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91104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a:off x="1030552"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a:off x="115006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126956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a:off x="138907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a:off x="1508585"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a:off x="162809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174760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
            <p:cNvSpPr/>
            <p:nvPr/>
          </p:nvSpPr>
          <p:spPr>
            <a:xfrm>
              <a:off x="186711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
            <p:cNvSpPr/>
            <p:nvPr/>
          </p:nvSpPr>
          <p:spPr>
            <a:xfrm>
              <a:off x="198661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210612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
            <p:cNvSpPr/>
            <p:nvPr/>
          </p:nvSpPr>
          <p:spPr>
            <a:xfrm>
              <a:off x="222563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
            <p:cNvSpPr/>
            <p:nvPr/>
          </p:nvSpPr>
          <p:spPr>
            <a:xfrm>
              <a:off x="234514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
            <p:cNvSpPr/>
            <p:nvPr/>
          </p:nvSpPr>
          <p:spPr>
            <a:xfrm>
              <a:off x="246465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258415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270366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282317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294268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3062192"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318170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330120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342071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
            <p:cNvSpPr/>
            <p:nvPr/>
          </p:nvSpPr>
          <p:spPr>
            <a:xfrm>
              <a:off x="31350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
            <p:cNvSpPr/>
            <p:nvPr/>
          </p:nvSpPr>
          <p:spPr>
            <a:xfrm>
              <a:off x="43301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
            <p:cNvSpPr/>
            <p:nvPr/>
          </p:nvSpPr>
          <p:spPr>
            <a:xfrm>
              <a:off x="55251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
            <p:cNvSpPr/>
            <p:nvPr/>
          </p:nvSpPr>
          <p:spPr>
            <a:xfrm>
              <a:off x="67202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
            <p:cNvSpPr/>
            <p:nvPr/>
          </p:nvSpPr>
          <p:spPr>
            <a:xfrm>
              <a:off x="79153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
            <p:cNvSpPr/>
            <p:nvPr/>
          </p:nvSpPr>
          <p:spPr>
            <a:xfrm>
              <a:off x="91104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1030552"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115006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126956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
            <p:cNvSpPr/>
            <p:nvPr/>
          </p:nvSpPr>
          <p:spPr>
            <a:xfrm>
              <a:off x="138907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
            <p:cNvSpPr/>
            <p:nvPr/>
          </p:nvSpPr>
          <p:spPr>
            <a:xfrm>
              <a:off x="1508585"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
            <p:cNvSpPr/>
            <p:nvPr/>
          </p:nvSpPr>
          <p:spPr>
            <a:xfrm>
              <a:off x="162809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
            <p:cNvSpPr/>
            <p:nvPr/>
          </p:nvSpPr>
          <p:spPr>
            <a:xfrm>
              <a:off x="174760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186711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198661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210612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222563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234514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
            <p:cNvSpPr/>
            <p:nvPr/>
          </p:nvSpPr>
          <p:spPr>
            <a:xfrm>
              <a:off x="246465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
            <p:cNvSpPr/>
            <p:nvPr/>
          </p:nvSpPr>
          <p:spPr>
            <a:xfrm>
              <a:off x="258415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
            <p:cNvSpPr/>
            <p:nvPr/>
          </p:nvSpPr>
          <p:spPr>
            <a:xfrm>
              <a:off x="270366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
            <p:cNvSpPr/>
            <p:nvPr/>
          </p:nvSpPr>
          <p:spPr>
            <a:xfrm>
              <a:off x="282317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
            <p:cNvSpPr/>
            <p:nvPr/>
          </p:nvSpPr>
          <p:spPr>
            <a:xfrm>
              <a:off x="294268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
            <p:cNvSpPr/>
            <p:nvPr/>
          </p:nvSpPr>
          <p:spPr>
            <a:xfrm>
              <a:off x="3062192"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
            <p:cNvSpPr/>
            <p:nvPr/>
          </p:nvSpPr>
          <p:spPr>
            <a:xfrm>
              <a:off x="318170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
            <p:cNvSpPr/>
            <p:nvPr/>
          </p:nvSpPr>
          <p:spPr>
            <a:xfrm>
              <a:off x="330120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
            <p:cNvSpPr/>
            <p:nvPr/>
          </p:nvSpPr>
          <p:spPr>
            <a:xfrm>
              <a:off x="342071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
            <p:cNvSpPr/>
            <p:nvPr/>
          </p:nvSpPr>
          <p:spPr>
            <a:xfrm>
              <a:off x="31350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
            <p:cNvSpPr/>
            <p:nvPr/>
          </p:nvSpPr>
          <p:spPr>
            <a:xfrm>
              <a:off x="43301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
            <p:cNvSpPr/>
            <p:nvPr/>
          </p:nvSpPr>
          <p:spPr>
            <a:xfrm>
              <a:off x="55251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
            <p:cNvSpPr/>
            <p:nvPr/>
          </p:nvSpPr>
          <p:spPr>
            <a:xfrm>
              <a:off x="67202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
            <p:cNvSpPr/>
            <p:nvPr/>
          </p:nvSpPr>
          <p:spPr>
            <a:xfrm>
              <a:off x="79153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
            <p:cNvSpPr/>
            <p:nvPr/>
          </p:nvSpPr>
          <p:spPr>
            <a:xfrm>
              <a:off x="91104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
            <p:cNvSpPr/>
            <p:nvPr/>
          </p:nvSpPr>
          <p:spPr>
            <a:xfrm>
              <a:off x="1030552"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
            <p:cNvSpPr/>
            <p:nvPr/>
          </p:nvSpPr>
          <p:spPr>
            <a:xfrm>
              <a:off x="115006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
            <p:cNvSpPr/>
            <p:nvPr/>
          </p:nvSpPr>
          <p:spPr>
            <a:xfrm>
              <a:off x="126956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
            <p:cNvSpPr/>
            <p:nvPr/>
          </p:nvSpPr>
          <p:spPr>
            <a:xfrm>
              <a:off x="138907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
            <p:cNvSpPr/>
            <p:nvPr/>
          </p:nvSpPr>
          <p:spPr>
            <a:xfrm>
              <a:off x="1508585"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
            <p:cNvSpPr/>
            <p:nvPr/>
          </p:nvSpPr>
          <p:spPr>
            <a:xfrm>
              <a:off x="162809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
            <p:cNvSpPr/>
            <p:nvPr/>
          </p:nvSpPr>
          <p:spPr>
            <a:xfrm>
              <a:off x="174760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186711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
            <p:cNvSpPr/>
            <p:nvPr/>
          </p:nvSpPr>
          <p:spPr>
            <a:xfrm>
              <a:off x="198661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
            <p:cNvSpPr/>
            <p:nvPr/>
          </p:nvSpPr>
          <p:spPr>
            <a:xfrm>
              <a:off x="210612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
            <p:cNvSpPr/>
            <p:nvPr/>
          </p:nvSpPr>
          <p:spPr>
            <a:xfrm>
              <a:off x="222563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
            <p:cNvSpPr/>
            <p:nvPr/>
          </p:nvSpPr>
          <p:spPr>
            <a:xfrm>
              <a:off x="234514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246465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258415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270366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282317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294268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3062192"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318170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330120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342071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31350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43301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
            <p:cNvSpPr/>
            <p:nvPr/>
          </p:nvSpPr>
          <p:spPr>
            <a:xfrm>
              <a:off x="55251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
            <p:cNvSpPr/>
            <p:nvPr/>
          </p:nvSpPr>
          <p:spPr>
            <a:xfrm>
              <a:off x="67202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79153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91104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1030552"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115006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126956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138907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
            <p:cNvSpPr/>
            <p:nvPr/>
          </p:nvSpPr>
          <p:spPr>
            <a:xfrm>
              <a:off x="1508585"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162809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174760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186711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198661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210612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222563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234514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246465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258415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270366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282317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
            <p:cNvSpPr/>
            <p:nvPr/>
          </p:nvSpPr>
          <p:spPr>
            <a:xfrm>
              <a:off x="294268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3062192"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318170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330120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342071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31350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43301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55251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67202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79153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91104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1030552"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115006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
            <p:cNvSpPr/>
            <p:nvPr/>
          </p:nvSpPr>
          <p:spPr>
            <a:xfrm>
              <a:off x="126956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138907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1508585"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162809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174760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186711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198661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210612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222563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234514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246465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258415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270366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282317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294268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3062192"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318170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330120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342071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31350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43301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55251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67202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79153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91104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1030552"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115006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
            <p:cNvSpPr/>
            <p:nvPr/>
          </p:nvSpPr>
          <p:spPr>
            <a:xfrm>
              <a:off x="126956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
            <p:cNvSpPr/>
            <p:nvPr/>
          </p:nvSpPr>
          <p:spPr>
            <a:xfrm>
              <a:off x="138907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1508585"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162809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174760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186711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198661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210612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222563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
            <p:cNvSpPr/>
            <p:nvPr/>
          </p:nvSpPr>
          <p:spPr>
            <a:xfrm>
              <a:off x="234514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
            <p:cNvSpPr/>
            <p:nvPr/>
          </p:nvSpPr>
          <p:spPr>
            <a:xfrm>
              <a:off x="246465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
            <p:cNvSpPr/>
            <p:nvPr/>
          </p:nvSpPr>
          <p:spPr>
            <a:xfrm>
              <a:off x="258415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
            <p:cNvSpPr/>
            <p:nvPr/>
          </p:nvSpPr>
          <p:spPr>
            <a:xfrm>
              <a:off x="270366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
            <p:cNvSpPr/>
            <p:nvPr/>
          </p:nvSpPr>
          <p:spPr>
            <a:xfrm>
              <a:off x="282317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
            <p:cNvSpPr/>
            <p:nvPr/>
          </p:nvSpPr>
          <p:spPr>
            <a:xfrm>
              <a:off x="294268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
            <p:cNvSpPr/>
            <p:nvPr/>
          </p:nvSpPr>
          <p:spPr>
            <a:xfrm>
              <a:off x="3062192"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
            <p:cNvSpPr/>
            <p:nvPr/>
          </p:nvSpPr>
          <p:spPr>
            <a:xfrm>
              <a:off x="318170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
            <p:cNvSpPr/>
            <p:nvPr/>
          </p:nvSpPr>
          <p:spPr>
            <a:xfrm>
              <a:off x="330120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
            <p:cNvSpPr/>
            <p:nvPr/>
          </p:nvSpPr>
          <p:spPr>
            <a:xfrm>
              <a:off x="342071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
            <p:cNvSpPr/>
            <p:nvPr/>
          </p:nvSpPr>
          <p:spPr>
            <a:xfrm>
              <a:off x="31350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
            <p:cNvSpPr/>
            <p:nvPr/>
          </p:nvSpPr>
          <p:spPr>
            <a:xfrm>
              <a:off x="43301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
            <p:cNvSpPr/>
            <p:nvPr/>
          </p:nvSpPr>
          <p:spPr>
            <a:xfrm>
              <a:off x="55251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
            <p:cNvSpPr/>
            <p:nvPr/>
          </p:nvSpPr>
          <p:spPr>
            <a:xfrm>
              <a:off x="67202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
            <p:cNvSpPr/>
            <p:nvPr/>
          </p:nvSpPr>
          <p:spPr>
            <a:xfrm>
              <a:off x="79153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
            <p:cNvSpPr/>
            <p:nvPr/>
          </p:nvSpPr>
          <p:spPr>
            <a:xfrm>
              <a:off x="91104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
            <p:cNvSpPr/>
            <p:nvPr/>
          </p:nvSpPr>
          <p:spPr>
            <a:xfrm>
              <a:off x="1030552"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
            <p:cNvSpPr/>
            <p:nvPr/>
          </p:nvSpPr>
          <p:spPr>
            <a:xfrm>
              <a:off x="115006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
            <p:cNvSpPr/>
            <p:nvPr/>
          </p:nvSpPr>
          <p:spPr>
            <a:xfrm>
              <a:off x="126956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
            <p:cNvSpPr/>
            <p:nvPr/>
          </p:nvSpPr>
          <p:spPr>
            <a:xfrm>
              <a:off x="138907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
            <p:cNvSpPr/>
            <p:nvPr/>
          </p:nvSpPr>
          <p:spPr>
            <a:xfrm>
              <a:off x="1508585"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
            <p:cNvSpPr/>
            <p:nvPr/>
          </p:nvSpPr>
          <p:spPr>
            <a:xfrm>
              <a:off x="162809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
            <p:cNvSpPr/>
            <p:nvPr/>
          </p:nvSpPr>
          <p:spPr>
            <a:xfrm>
              <a:off x="174760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
            <p:cNvSpPr/>
            <p:nvPr/>
          </p:nvSpPr>
          <p:spPr>
            <a:xfrm>
              <a:off x="186711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
            <p:cNvSpPr/>
            <p:nvPr/>
          </p:nvSpPr>
          <p:spPr>
            <a:xfrm>
              <a:off x="198661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
            <p:cNvSpPr/>
            <p:nvPr/>
          </p:nvSpPr>
          <p:spPr>
            <a:xfrm>
              <a:off x="210612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
            <p:cNvSpPr/>
            <p:nvPr/>
          </p:nvSpPr>
          <p:spPr>
            <a:xfrm>
              <a:off x="222563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
            <p:cNvSpPr/>
            <p:nvPr/>
          </p:nvSpPr>
          <p:spPr>
            <a:xfrm>
              <a:off x="234514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
            <p:cNvSpPr/>
            <p:nvPr/>
          </p:nvSpPr>
          <p:spPr>
            <a:xfrm>
              <a:off x="246465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
            <p:cNvSpPr/>
            <p:nvPr/>
          </p:nvSpPr>
          <p:spPr>
            <a:xfrm>
              <a:off x="258415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
            <p:cNvSpPr/>
            <p:nvPr/>
          </p:nvSpPr>
          <p:spPr>
            <a:xfrm>
              <a:off x="270366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
            <p:cNvSpPr/>
            <p:nvPr/>
          </p:nvSpPr>
          <p:spPr>
            <a:xfrm>
              <a:off x="282317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
            <p:cNvSpPr/>
            <p:nvPr/>
          </p:nvSpPr>
          <p:spPr>
            <a:xfrm>
              <a:off x="294268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
            <p:cNvSpPr/>
            <p:nvPr/>
          </p:nvSpPr>
          <p:spPr>
            <a:xfrm>
              <a:off x="3062192"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
            <p:cNvSpPr/>
            <p:nvPr/>
          </p:nvSpPr>
          <p:spPr>
            <a:xfrm>
              <a:off x="318170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
            <p:cNvSpPr/>
            <p:nvPr/>
          </p:nvSpPr>
          <p:spPr>
            <a:xfrm>
              <a:off x="330120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
            <p:cNvSpPr/>
            <p:nvPr/>
          </p:nvSpPr>
          <p:spPr>
            <a:xfrm>
              <a:off x="342071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
            <p:cNvSpPr/>
            <p:nvPr/>
          </p:nvSpPr>
          <p:spPr>
            <a:xfrm>
              <a:off x="31350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
            <p:cNvSpPr/>
            <p:nvPr/>
          </p:nvSpPr>
          <p:spPr>
            <a:xfrm>
              <a:off x="43301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
            <p:cNvSpPr/>
            <p:nvPr/>
          </p:nvSpPr>
          <p:spPr>
            <a:xfrm>
              <a:off x="55251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
            <p:cNvSpPr/>
            <p:nvPr/>
          </p:nvSpPr>
          <p:spPr>
            <a:xfrm>
              <a:off x="67202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
            <p:cNvSpPr/>
            <p:nvPr/>
          </p:nvSpPr>
          <p:spPr>
            <a:xfrm>
              <a:off x="79153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
            <p:cNvSpPr/>
            <p:nvPr/>
          </p:nvSpPr>
          <p:spPr>
            <a:xfrm>
              <a:off x="91104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
            <p:cNvSpPr/>
            <p:nvPr/>
          </p:nvSpPr>
          <p:spPr>
            <a:xfrm>
              <a:off x="1030552"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
            <p:cNvSpPr/>
            <p:nvPr/>
          </p:nvSpPr>
          <p:spPr>
            <a:xfrm>
              <a:off x="115006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
            <p:cNvSpPr/>
            <p:nvPr/>
          </p:nvSpPr>
          <p:spPr>
            <a:xfrm>
              <a:off x="126956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
            <p:cNvSpPr/>
            <p:nvPr/>
          </p:nvSpPr>
          <p:spPr>
            <a:xfrm>
              <a:off x="138907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
            <p:cNvSpPr/>
            <p:nvPr/>
          </p:nvSpPr>
          <p:spPr>
            <a:xfrm>
              <a:off x="1508585"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
            <p:cNvSpPr/>
            <p:nvPr/>
          </p:nvSpPr>
          <p:spPr>
            <a:xfrm>
              <a:off x="162809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
            <p:cNvSpPr/>
            <p:nvPr/>
          </p:nvSpPr>
          <p:spPr>
            <a:xfrm>
              <a:off x="174760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
            <p:cNvSpPr/>
            <p:nvPr/>
          </p:nvSpPr>
          <p:spPr>
            <a:xfrm>
              <a:off x="186711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
            <p:cNvSpPr/>
            <p:nvPr/>
          </p:nvSpPr>
          <p:spPr>
            <a:xfrm>
              <a:off x="198661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
            <p:cNvSpPr/>
            <p:nvPr/>
          </p:nvSpPr>
          <p:spPr>
            <a:xfrm>
              <a:off x="210612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
            <p:cNvSpPr/>
            <p:nvPr/>
          </p:nvSpPr>
          <p:spPr>
            <a:xfrm>
              <a:off x="222563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
            <p:cNvSpPr/>
            <p:nvPr/>
          </p:nvSpPr>
          <p:spPr>
            <a:xfrm>
              <a:off x="234514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
            <p:cNvSpPr/>
            <p:nvPr/>
          </p:nvSpPr>
          <p:spPr>
            <a:xfrm>
              <a:off x="246465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
            <p:cNvSpPr/>
            <p:nvPr/>
          </p:nvSpPr>
          <p:spPr>
            <a:xfrm>
              <a:off x="258415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
            <p:cNvSpPr/>
            <p:nvPr/>
          </p:nvSpPr>
          <p:spPr>
            <a:xfrm>
              <a:off x="270366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
            <p:cNvSpPr/>
            <p:nvPr/>
          </p:nvSpPr>
          <p:spPr>
            <a:xfrm>
              <a:off x="282317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
            <p:cNvSpPr/>
            <p:nvPr/>
          </p:nvSpPr>
          <p:spPr>
            <a:xfrm>
              <a:off x="294268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
            <p:cNvSpPr/>
            <p:nvPr/>
          </p:nvSpPr>
          <p:spPr>
            <a:xfrm>
              <a:off x="3062192"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
            <p:cNvSpPr/>
            <p:nvPr/>
          </p:nvSpPr>
          <p:spPr>
            <a:xfrm>
              <a:off x="318170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
            <p:cNvSpPr/>
            <p:nvPr/>
          </p:nvSpPr>
          <p:spPr>
            <a:xfrm>
              <a:off x="330120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
            <p:cNvSpPr/>
            <p:nvPr/>
          </p:nvSpPr>
          <p:spPr>
            <a:xfrm>
              <a:off x="342071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
            <p:cNvSpPr/>
            <p:nvPr/>
          </p:nvSpPr>
          <p:spPr>
            <a:xfrm>
              <a:off x="31350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
            <p:cNvSpPr/>
            <p:nvPr/>
          </p:nvSpPr>
          <p:spPr>
            <a:xfrm>
              <a:off x="43301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
            <p:cNvSpPr/>
            <p:nvPr/>
          </p:nvSpPr>
          <p:spPr>
            <a:xfrm>
              <a:off x="55251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
            <p:cNvSpPr/>
            <p:nvPr/>
          </p:nvSpPr>
          <p:spPr>
            <a:xfrm>
              <a:off x="67202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
            <p:cNvSpPr/>
            <p:nvPr/>
          </p:nvSpPr>
          <p:spPr>
            <a:xfrm>
              <a:off x="79153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
            <p:cNvSpPr/>
            <p:nvPr/>
          </p:nvSpPr>
          <p:spPr>
            <a:xfrm>
              <a:off x="91104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
            <p:cNvSpPr/>
            <p:nvPr/>
          </p:nvSpPr>
          <p:spPr>
            <a:xfrm>
              <a:off x="1030552"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
            <p:cNvSpPr/>
            <p:nvPr/>
          </p:nvSpPr>
          <p:spPr>
            <a:xfrm>
              <a:off x="115006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126956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138907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1508585"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162809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174760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186711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198661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210612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222563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234514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246465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258415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270366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282317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294268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062192"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18170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0120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42071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1350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43301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55251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67202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79153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91104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1030552"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115006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126956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138907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1508585"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162809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174760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186711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198661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210612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222563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234514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246465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258415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270366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282317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294268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62192"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18170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30120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42071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1350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43301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55251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67202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79153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91104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1030552"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115006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126956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138907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1508585"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162809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p:nvPr/>
          </p:nvSpPr>
          <p:spPr>
            <a:xfrm>
              <a:off x="174760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
            <p:cNvSpPr/>
            <p:nvPr/>
          </p:nvSpPr>
          <p:spPr>
            <a:xfrm>
              <a:off x="186711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
            <p:cNvSpPr/>
            <p:nvPr/>
          </p:nvSpPr>
          <p:spPr>
            <a:xfrm>
              <a:off x="198661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
            <p:cNvSpPr/>
            <p:nvPr/>
          </p:nvSpPr>
          <p:spPr>
            <a:xfrm>
              <a:off x="210612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
            <p:cNvSpPr/>
            <p:nvPr/>
          </p:nvSpPr>
          <p:spPr>
            <a:xfrm>
              <a:off x="222563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
            <p:cNvSpPr/>
            <p:nvPr/>
          </p:nvSpPr>
          <p:spPr>
            <a:xfrm>
              <a:off x="234514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
            <p:cNvSpPr/>
            <p:nvPr/>
          </p:nvSpPr>
          <p:spPr>
            <a:xfrm>
              <a:off x="246465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
            <p:cNvSpPr/>
            <p:nvPr/>
          </p:nvSpPr>
          <p:spPr>
            <a:xfrm>
              <a:off x="258415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
            <p:cNvSpPr/>
            <p:nvPr/>
          </p:nvSpPr>
          <p:spPr>
            <a:xfrm>
              <a:off x="270366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
            <p:cNvSpPr/>
            <p:nvPr/>
          </p:nvSpPr>
          <p:spPr>
            <a:xfrm>
              <a:off x="282317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
            <p:cNvSpPr/>
            <p:nvPr/>
          </p:nvSpPr>
          <p:spPr>
            <a:xfrm>
              <a:off x="294268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
            <p:cNvSpPr/>
            <p:nvPr/>
          </p:nvSpPr>
          <p:spPr>
            <a:xfrm>
              <a:off x="3062192"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
            <p:cNvSpPr/>
            <p:nvPr/>
          </p:nvSpPr>
          <p:spPr>
            <a:xfrm>
              <a:off x="318170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
            <p:cNvSpPr/>
            <p:nvPr/>
          </p:nvSpPr>
          <p:spPr>
            <a:xfrm>
              <a:off x="330120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
            <p:cNvSpPr/>
            <p:nvPr/>
          </p:nvSpPr>
          <p:spPr>
            <a:xfrm>
              <a:off x="342071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
            <p:cNvSpPr/>
            <p:nvPr/>
          </p:nvSpPr>
          <p:spPr>
            <a:xfrm>
              <a:off x="31350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
            <p:cNvSpPr/>
            <p:nvPr/>
          </p:nvSpPr>
          <p:spPr>
            <a:xfrm>
              <a:off x="43301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
            <p:cNvSpPr/>
            <p:nvPr/>
          </p:nvSpPr>
          <p:spPr>
            <a:xfrm>
              <a:off x="55251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
            <p:cNvSpPr/>
            <p:nvPr/>
          </p:nvSpPr>
          <p:spPr>
            <a:xfrm>
              <a:off x="67202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
            <p:cNvSpPr/>
            <p:nvPr/>
          </p:nvSpPr>
          <p:spPr>
            <a:xfrm>
              <a:off x="79153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
            <p:cNvSpPr/>
            <p:nvPr/>
          </p:nvSpPr>
          <p:spPr>
            <a:xfrm>
              <a:off x="91104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
            <p:cNvSpPr/>
            <p:nvPr/>
          </p:nvSpPr>
          <p:spPr>
            <a:xfrm>
              <a:off x="1030552"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
            <p:cNvSpPr/>
            <p:nvPr/>
          </p:nvSpPr>
          <p:spPr>
            <a:xfrm>
              <a:off x="115006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
            <p:cNvSpPr/>
            <p:nvPr/>
          </p:nvSpPr>
          <p:spPr>
            <a:xfrm>
              <a:off x="126956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
            <p:cNvSpPr/>
            <p:nvPr/>
          </p:nvSpPr>
          <p:spPr>
            <a:xfrm>
              <a:off x="138907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
            <p:cNvSpPr/>
            <p:nvPr/>
          </p:nvSpPr>
          <p:spPr>
            <a:xfrm>
              <a:off x="1508585"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
            <p:cNvSpPr/>
            <p:nvPr/>
          </p:nvSpPr>
          <p:spPr>
            <a:xfrm>
              <a:off x="162809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
            <p:cNvSpPr/>
            <p:nvPr/>
          </p:nvSpPr>
          <p:spPr>
            <a:xfrm>
              <a:off x="174760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
            <p:cNvSpPr/>
            <p:nvPr/>
          </p:nvSpPr>
          <p:spPr>
            <a:xfrm>
              <a:off x="186711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
            <p:cNvSpPr/>
            <p:nvPr/>
          </p:nvSpPr>
          <p:spPr>
            <a:xfrm>
              <a:off x="198661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
            <p:cNvSpPr/>
            <p:nvPr/>
          </p:nvSpPr>
          <p:spPr>
            <a:xfrm>
              <a:off x="210612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
            <p:cNvSpPr/>
            <p:nvPr/>
          </p:nvSpPr>
          <p:spPr>
            <a:xfrm>
              <a:off x="222563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
            <p:cNvSpPr/>
            <p:nvPr/>
          </p:nvSpPr>
          <p:spPr>
            <a:xfrm>
              <a:off x="234514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
            <p:cNvSpPr/>
            <p:nvPr/>
          </p:nvSpPr>
          <p:spPr>
            <a:xfrm>
              <a:off x="246465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
            <p:cNvSpPr/>
            <p:nvPr/>
          </p:nvSpPr>
          <p:spPr>
            <a:xfrm>
              <a:off x="258415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
            <p:cNvSpPr/>
            <p:nvPr/>
          </p:nvSpPr>
          <p:spPr>
            <a:xfrm>
              <a:off x="270366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
            <p:cNvSpPr/>
            <p:nvPr/>
          </p:nvSpPr>
          <p:spPr>
            <a:xfrm>
              <a:off x="282317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
            <p:cNvSpPr/>
            <p:nvPr/>
          </p:nvSpPr>
          <p:spPr>
            <a:xfrm>
              <a:off x="294268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
            <p:cNvSpPr/>
            <p:nvPr/>
          </p:nvSpPr>
          <p:spPr>
            <a:xfrm>
              <a:off x="3062192"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
            <p:cNvSpPr/>
            <p:nvPr/>
          </p:nvSpPr>
          <p:spPr>
            <a:xfrm>
              <a:off x="318170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
            <p:cNvSpPr/>
            <p:nvPr/>
          </p:nvSpPr>
          <p:spPr>
            <a:xfrm>
              <a:off x="330120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
            <p:cNvSpPr/>
            <p:nvPr/>
          </p:nvSpPr>
          <p:spPr>
            <a:xfrm>
              <a:off x="342071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
            <p:cNvSpPr/>
            <p:nvPr/>
          </p:nvSpPr>
          <p:spPr>
            <a:xfrm>
              <a:off x="31350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
            <p:cNvSpPr/>
            <p:nvPr/>
          </p:nvSpPr>
          <p:spPr>
            <a:xfrm>
              <a:off x="43301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
            <p:cNvSpPr/>
            <p:nvPr/>
          </p:nvSpPr>
          <p:spPr>
            <a:xfrm>
              <a:off x="55251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
            <p:cNvSpPr/>
            <p:nvPr/>
          </p:nvSpPr>
          <p:spPr>
            <a:xfrm>
              <a:off x="67202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
            <p:cNvSpPr/>
            <p:nvPr/>
          </p:nvSpPr>
          <p:spPr>
            <a:xfrm>
              <a:off x="79153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
            <p:cNvSpPr/>
            <p:nvPr/>
          </p:nvSpPr>
          <p:spPr>
            <a:xfrm>
              <a:off x="91104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
            <p:cNvSpPr/>
            <p:nvPr/>
          </p:nvSpPr>
          <p:spPr>
            <a:xfrm>
              <a:off x="1030552"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
            <p:cNvSpPr/>
            <p:nvPr/>
          </p:nvSpPr>
          <p:spPr>
            <a:xfrm>
              <a:off x="115006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
            <p:cNvSpPr/>
            <p:nvPr/>
          </p:nvSpPr>
          <p:spPr>
            <a:xfrm>
              <a:off x="126956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
            <p:cNvSpPr/>
            <p:nvPr/>
          </p:nvSpPr>
          <p:spPr>
            <a:xfrm>
              <a:off x="138907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
            <p:cNvSpPr/>
            <p:nvPr/>
          </p:nvSpPr>
          <p:spPr>
            <a:xfrm>
              <a:off x="1508585"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
            <p:cNvSpPr/>
            <p:nvPr/>
          </p:nvSpPr>
          <p:spPr>
            <a:xfrm>
              <a:off x="162809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
            <p:cNvSpPr/>
            <p:nvPr/>
          </p:nvSpPr>
          <p:spPr>
            <a:xfrm>
              <a:off x="174760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
            <p:cNvSpPr/>
            <p:nvPr/>
          </p:nvSpPr>
          <p:spPr>
            <a:xfrm>
              <a:off x="186711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
            <p:cNvSpPr/>
            <p:nvPr/>
          </p:nvSpPr>
          <p:spPr>
            <a:xfrm>
              <a:off x="198661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
            <p:cNvSpPr/>
            <p:nvPr/>
          </p:nvSpPr>
          <p:spPr>
            <a:xfrm>
              <a:off x="210612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
            <p:cNvSpPr/>
            <p:nvPr/>
          </p:nvSpPr>
          <p:spPr>
            <a:xfrm>
              <a:off x="222563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
            <p:cNvSpPr/>
            <p:nvPr/>
          </p:nvSpPr>
          <p:spPr>
            <a:xfrm>
              <a:off x="234514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
            <p:cNvSpPr/>
            <p:nvPr/>
          </p:nvSpPr>
          <p:spPr>
            <a:xfrm>
              <a:off x="246465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
            <p:cNvSpPr/>
            <p:nvPr/>
          </p:nvSpPr>
          <p:spPr>
            <a:xfrm>
              <a:off x="258415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
            <p:cNvSpPr/>
            <p:nvPr/>
          </p:nvSpPr>
          <p:spPr>
            <a:xfrm>
              <a:off x="270366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
            <p:cNvSpPr/>
            <p:nvPr/>
          </p:nvSpPr>
          <p:spPr>
            <a:xfrm>
              <a:off x="282317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
            <p:cNvSpPr/>
            <p:nvPr/>
          </p:nvSpPr>
          <p:spPr>
            <a:xfrm>
              <a:off x="294268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
            <p:cNvSpPr/>
            <p:nvPr/>
          </p:nvSpPr>
          <p:spPr>
            <a:xfrm>
              <a:off x="3062192"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
            <p:cNvSpPr/>
            <p:nvPr/>
          </p:nvSpPr>
          <p:spPr>
            <a:xfrm>
              <a:off x="318170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
            <p:cNvSpPr/>
            <p:nvPr/>
          </p:nvSpPr>
          <p:spPr>
            <a:xfrm>
              <a:off x="330120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
            <p:cNvSpPr/>
            <p:nvPr/>
          </p:nvSpPr>
          <p:spPr>
            <a:xfrm>
              <a:off x="342071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
            <p:cNvSpPr/>
            <p:nvPr/>
          </p:nvSpPr>
          <p:spPr>
            <a:xfrm>
              <a:off x="31350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
            <p:cNvSpPr/>
            <p:nvPr/>
          </p:nvSpPr>
          <p:spPr>
            <a:xfrm>
              <a:off x="43301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
            <p:cNvSpPr/>
            <p:nvPr/>
          </p:nvSpPr>
          <p:spPr>
            <a:xfrm>
              <a:off x="55251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
            <p:cNvSpPr/>
            <p:nvPr/>
          </p:nvSpPr>
          <p:spPr>
            <a:xfrm>
              <a:off x="67202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
            <p:cNvSpPr/>
            <p:nvPr/>
          </p:nvSpPr>
          <p:spPr>
            <a:xfrm>
              <a:off x="79153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
            <p:cNvSpPr/>
            <p:nvPr/>
          </p:nvSpPr>
          <p:spPr>
            <a:xfrm>
              <a:off x="91104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
            <p:cNvSpPr/>
            <p:nvPr/>
          </p:nvSpPr>
          <p:spPr>
            <a:xfrm>
              <a:off x="1030552"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
            <p:cNvSpPr/>
            <p:nvPr/>
          </p:nvSpPr>
          <p:spPr>
            <a:xfrm>
              <a:off x="115006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
            <p:cNvSpPr/>
            <p:nvPr/>
          </p:nvSpPr>
          <p:spPr>
            <a:xfrm>
              <a:off x="126956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
            <p:cNvSpPr/>
            <p:nvPr/>
          </p:nvSpPr>
          <p:spPr>
            <a:xfrm>
              <a:off x="138907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
            <p:cNvSpPr/>
            <p:nvPr/>
          </p:nvSpPr>
          <p:spPr>
            <a:xfrm>
              <a:off x="1508585"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
            <p:cNvSpPr/>
            <p:nvPr/>
          </p:nvSpPr>
          <p:spPr>
            <a:xfrm>
              <a:off x="162809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
            <p:cNvSpPr/>
            <p:nvPr/>
          </p:nvSpPr>
          <p:spPr>
            <a:xfrm>
              <a:off x="174760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
            <p:cNvSpPr/>
            <p:nvPr/>
          </p:nvSpPr>
          <p:spPr>
            <a:xfrm>
              <a:off x="186711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
            <p:cNvSpPr/>
            <p:nvPr/>
          </p:nvSpPr>
          <p:spPr>
            <a:xfrm>
              <a:off x="198661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
            <p:cNvSpPr/>
            <p:nvPr/>
          </p:nvSpPr>
          <p:spPr>
            <a:xfrm>
              <a:off x="210612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
            <p:cNvSpPr/>
            <p:nvPr/>
          </p:nvSpPr>
          <p:spPr>
            <a:xfrm>
              <a:off x="222563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
            <p:cNvSpPr/>
            <p:nvPr/>
          </p:nvSpPr>
          <p:spPr>
            <a:xfrm>
              <a:off x="234514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
            <p:cNvSpPr/>
            <p:nvPr/>
          </p:nvSpPr>
          <p:spPr>
            <a:xfrm>
              <a:off x="246465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
            <p:cNvSpPr/>
            <p:nvPr/>
          </p:nvSpPr>
          <p:spPr>
            <a:xfrm>
              <a:off x="258415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
            <p:cNvSpPr/>
            <p:nvPr/>
          </p:nvSpPr>
          <p:spPr>
            <a:xfrm>
              <a:off x="270366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
            <p:cNvSpPr/>
            <p:nvPr/>
          </p:nvSpPr>
          <p:spPr>
            <a:xfrm>
              <a:off x="282317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
            <p:cNvSpPr/>
            <p:nvPr/>
          </p:nvSpPr>
          <p:spPr>
            <a:xfrm>
              <a:off x="294268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
            <p:cNvSpPr/>
            <p:nvPr/>
          </p:nvSpPr>
          <p:spPr>
            <a:xfrm>
              <a:off x="3062192"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
            <p:cNvSpPr/>
            <p:nvPr/>
          </p:nvSpPr>
          <p:spPr>
            <a:xfrm>
              <a:off x="318170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
            <p:cNvSpPr/>
            <p:nvPr/>
          </p:nvSpPr>
          <p:spPr>
            <a:xfrm>
              <a:off x="330120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
            <p:cNvSpPr/>
            <p:nvPr/>
          </p:nvSpPr>
          <p:spPr>
            <a:xfrm>
              <a:off x="342071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
            <p:cNvSpPr/>
            <p:nvPr/>
          </p:nvSpPr>
          <p:spPr>
            <a:xfrm>
              <a:off x="31350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
            <p:cNvSpPr/>
            <p:nvPr/>
          </p:nvSpPr>
          <p:spPr>
            <a:xfrm>
              <a:off x="43301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
            <p:cNvSpPr/>
            <p:nvPr/>
          </p:nvSpPr>
          <p:spPr>
            <a:xfrm>
              <a:off x="55251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
            <p:cNvSpPr/>
            <p:nvPr/>
          </p:nvSpPr>
          <p:spPr>
            <a:xfrm>
              <a:off x="67202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
            <p:cNvSpPr/>
            <p:nvPr/>
          </p:nvSpPr>
          <p:spPr>
            <a:xfrm>
              <a:off x="79153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
            <p:cNvSpPr/>
            <p:nvPr/>
          </p:nvSpPr>
          <p:spPr>
            <a:xfrm>
              <a:off x="91104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
            <p:cNvSpPr/>
            <p:nvPr/>
          </p:nvSpPr>
          <p:spPr>
            <a:xfrm>
              <a:off x="1030552"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
            <p:cNvSpPr/>
            <p:nvPr/>
          </p:nvSpPr>
          <p:spPr>
            <a:xfrm>
              <a:off x="115006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
            <p:cNvSpPr/>
            <p:nvPr/>
          </p:nvSpPr>
          <p:spPr>
            <a:xfrm>
              <a:off x="126956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
            <p:cNvSpPr/>
            <p:nvPr/>
          </p:nvSpPr>
          <p:spPr>
            <a:xfrm>
              <a:off x="138907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
            <p:cNvSpPr/>
            <p:nvPr/>
          </p:nvSpPr>
          <p:spPr>
            <a:xfrm>
              <a:off x="1508585"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
            <p:cNvSpPr/>
            <p:nvPr/>
          </p:nvSpPr>
          <p:spPr>
            <a:xfrm>
              <a:off x="162809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
            <p:cNvSpPr/>
            <p:nvPr/>
          </p:nvSpPr>
          <p:spPr>
            <a:xfrm>
              <a:off x="174760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
            <p:cNvSpPr/>
            <p:nvPr/>
          </p:nvSpPr>
          <p:spPr>
            <a:xfrm>
              <a:off x="186711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
            <p:cNvSpPr/>
            <p:nvPr/>
          </p:nvSpPr>
          <p:spPr>
            <a:xfrm>
              <a:off x="198661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
            <p:cNvSpPr/>
            <p:nvPr/>
          </p:nvSpPr>
          <p:spPr>
            <a:xfrm>
              <a:off x="210612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
            <p:cNvSpPr/>
            <p:nvPr/>
          </p:nvSpPr>
          <p:spPr>
            <a:xfrm>
              <a:off x="222563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
            <p:cNvSpPr/>
            <p:nvPr/>
          </p:nvSpPr>
          <p:spPr>
            <a:xfrm>
              <a:off x="234514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
            <p:cNvSpPr/>
            <p:nvPr/>
          </p:nvSpPr>
          <p:spPr>
            <a:xfrm>
              <a:off x="246465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
            <p:cNvSpPr/>
            <p:nvPr/>
          </p:nvSpPr>
          <p:spPr>
            <a:xfrm>
              <a:off x="258415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
            <p:cNvSpPr/>
            <p:nvPr/>
          </p:nvSpPr>
          <p:spPr>
            <a:xfrm>
              <a:off x="270366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
            <p:cNvSpPr/>
            <p:nvPr/>
          </p:nvSpPr>
          <p:spPr>
            <a:xfrm>
              <a:off x="282317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
            <p:cNvSpPr/>
            <p:nvPr/>
          </p:nvSpPr>
          <p:spPr>
            <a:xfrm>
              <a:off x="294268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
            <p:cNvSpPr/>
            <p:nvPr/>
          </p:nvSpPr>
          <p:spPr>
            <a:xfrm>
              <a:off x="3062192"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
            <p:cNvSpPr/>
            <p:nvPr/>
          </p:nvSpPr>
          <p:spPr>
            <a:xfrm>
              <a:off x="318170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
            <p:cNvSpPr/>
            <p:nvPr/>
          </p:nvSpPr>
          <p:spPr>
            <a:xfrm>
              <a:off x="330120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
            <p:cNvSpPr/>
            <p:nvPr/>
          </p:nvSpPr>
          <p:spPr>
            <a:xfrm>
              <a:off x="342071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
            <p:cNvSpPr/>
            <p:nvPr/>
          </p:nvSpPr>
          <p:spPr>
            <a:xfrm>
              <a:off x="31350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
            <p:cNvSpPr/>
            <p:nvPr/>
          </p:nvSpPr>
          <p:spPr>
            <a:xfrm>
              <a:off x="43301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
            <p:cNvSpPr/>
            <p:nvPr/>
          </p:nvSpPr>
          <p:spPr>
            <a:xfrm>
              <a:off x="55251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
            <p:cNvSpPr/>
            <p:nvPr/>
          </p:nvSpPr>
          <p:spPr>
            <a:xfrm>
              <a:off x="67202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
            <p:cNvSpPr/>
            <p:nvPr/>
          </p:nvSpPr>
          <p:spPr>
            <a:xfrm>
              <a:off x="79153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
            <p:cNvSpPr/>
            <p:nvPr/>
          </p:nvSpPr>
          <p:spPr>
            <a:xfrm>
              <a:off x="91104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
            <p:cNvSpPr/>
            <p:nvPr/>
          </p:nvSpPr>
          <p:spPr>
            <a:xfrm>
              <a:off x="1030552"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
            <p:cNvSpPr/>
            <p:nvPr/>
          </p:nvSpPr>
          <p:spPr>
            <a:xfrm>
              <a:off x="115006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
            <p:cNvSpPr/>
            <p:nvPr/>
          </p:nvSpPr>
          <p:spPr>
            <a:xfrm>
              <a:off x="126956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
            <p:cNvSpPr/>
            <p:nvPr/>
          </p:nvSpPr>
          <p:spPr>
            <a:xfrm>
              <a:off x="138907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
            <p:cNvSpPr/>
            <p:nvPr/>
          </p:nvSpPr>
          <p:spPr>
            <a:xfrm>
              <a:off x="1508585"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
            <p:cNvSpPr/>
            <p:nvPr/>
          </p:nvSpPr>
          <p:spPr>
            <a:xfrm>
              <a:off x="162809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
            <p:cNvSpPr/>
            <p:nvPr/>
          </p:nvSpPr>
          <p:spPr>
            <a:xfrm>
              <a:off x="174760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
            <p:cNvSpPr/>
            <p:nvPr/>
          </p:nvSpPr>
          <p:spPr>
            <a:xfrm>
              <a:off x="186711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
            <p:cNvSpPr/>
            <p:nvPr/>
          </p:nvSpPr>
          <p:spPr>
            <a:xfrm>
              <a:off x="198661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
            <p:cNvSpPr/>
            <p:nvPr/>
          </p:nvSpPr>
          <p:spPr>
            <a:xfrm>
              <a:off x="210612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
            <p:cNvSpPr/>
            <p:nvPr/>
          </p:nvSpPr>
          <p:spPr>
            <a:xfrm>
              <a:off x="222563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
            <p:cNvSpPr/>
            <p:nvPr/>
          </p:nvSpPr>
          <p:spPr>
            <a:xfrm>
              <a:off x="234514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
            <p:cNvSpPr/>
            <p:nvPr/>
          </p:nvSpPr>
          <p:spPr>
            <a:xfrm>
              <a:off x="246465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
            <p:cNvSpPr/>
            <p:nvPr/>
          </p:nvSpPr>
          <p:spPr>
            <a:xfrm>
              <a:off x="258415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
            <p:cNvSpPr/>
            <p:nvPr/>
          </p:nvSpPr>
          <p:spPr>
            <a:xfrm>
              <a:off x="270366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
            <p:cNvSpPr/>
            <p:nvPr/>
          </p:nvSpPr>
          <p:spPr>
            <a:xfrm>
              <a:off x="282317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
            <p:cNvSpPr/>
            <p:nvPr/>
          </p:nvSpPr>
          <p:spPr>
            <a:xfrm>
              <a:off x="294268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
            <p:cNvSpPr/>
            <p:nvPr/>
          </p:nvSpPr>
          <p:spPr>
            <a:xfrm>
              <a:off x="3062192"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
            <p:cNvSpPr/>
            <p:nvPr/>
          </p:nvSpPr>
          <p:spPr>
            <a:xfrm>
              <a:off x="318170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
            <p:cNvSpPr/>
            <p:nvPr/>
          </p:nvSpPr>
          <p:spPr>
            <a:xfrm>
              <a:off x="330120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
            <p:cNvSpPr/>
            <p:nvPr/>
          </p:nvSpPr>
          <p:spPr>
            <a:xfrm>
              <a:off x="342071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
            <p:cNvSpPr/>
            <p:nvPr/>
          </p:nvSpPr>
          <p:spPr>
            <a:xfrm>
              <a:off x="31350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
            <p:cNvSpPr/>
            <p:nvPr/>
          </p:nvSpPr>
          <p:spPr>
            <a:xfrm>
              <a:off x="43301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
            <p:cNvSpPr/>
            <p:nvPr/>
          </p:nvSpPr>
          <p:spPr>
            <a:xfrm>
              <a:off x="55251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
            <p:cNvSpPr/>
            <p:nvPr/>
          </p:nvSpPr>
          <p:spPr>
            <a:xfrm>
              <a:off x="67202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
            <p:cNvSpPr/>
            <p:nvPr/>
          </p:nvSpPr>
          <p:spPr>
            <a:xfrm>
              <a:off x="79153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
            <p:cNvSpPr/>
            <p:nvPr/>
          </p:nvSpPr>
          <p:spPr>
            <a:xfrm>
              <a:off x="91104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
            <p:cNvSpPr/>
            <p:nvPr/>
          </p:nvSpPr>
          <p:spPr>
            <a:xfrm>
              <a:off x="1030552"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
            <p:cNvSpPr/>
            <p:nvPr/>
          </p:nvSpPr>
          <p:spPr>
            <a:xfrm>
              <a:off x="115006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
            <p:cNvSpPr/>
            <p:nvPr/>
          </p:nvSpPr>
          <p:spPr>
            <a:xfrm>
              <a:off x="126956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
            <p:cNvSpPr/>
            <p:nvPr/>
          </p:nvSpPr>
          <p:spPr>
            <a:xfrm>
              <a:off x="138907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
            <p:cNvSpPr/>
            <p:nvPr/>
          </p:nvSpPr>
          <p:spPr>
            <a:xfrm>
              <a:off x="1508585"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
            <p:cNvSpPr/>
            <p:nvPr/>
          </p:nvSpPr>
          <p:spPr>
            <a:xfrm>
              <a:off x="162809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
            <p:cNvSpPr/>
            <p:nvPr/>
          </p:nvSpPr>
          <p:spPr>
            <a:xfrm>
              <a:off x="174760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
            <p:cNvSpPr/>
            <p:nvPr/>
          </p:nvSpPr>
          <p:spPr>
            <a:xfrm>
              <a:off x="186711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
            <p:cNvSpPr/>
            <p:nvPr/>
          </p:nvSpPr>
          <p:spPr>
            <a:xfrm>
              <a:off x="198661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
            <p:cNvSpPr/>
            <p:nvPr/>
          </p:nvSpPr>
          <p:spPr>
            <a:xfrm>
              <a:off x="210612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
            <p:cNvSpPr/>
            <p:nvPr/>
          </p:nvSpPr>
          <p:spPr>
            <a:xfrm>
              <a:off x="222563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
            <p:cNvSpPr/>
            <p:nvPr/>
          </p:nvSpPr>
          <p:spPr>
            <a:xfrm>
              <a:off x="234514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
            <p:cNvSpPr/>
            <p:nvPr/>
          </p:nvSpPr>
          <p:spPr>
            <a:xfrm>
              <a:off x="246465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
            <p:cNvSpPr/>
            <p:nvPr/>
          </p:nvSpPr>
          <p:spPr>
            <a:xfrm>
              <a:off x="258415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
            <p:cNvSpPr/>
            <p:nvPr/>
          </p:nvSpPr>
          <p:spPr>
            <a:xfrm>
              <a:off x="270366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
            <p:cNvSpPr/>
            <p:nvPr/>
          </p:nvSpPr>
          <p:spPr>
            <a:xfrm>
              <a:off x="282317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
            <p:cNvSpPr/>
            <p:nvPr/>
          </p:nvSpPr>
          <p:spPr>
            <a:xfrm>
              <a:off x="294268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
            <p:cNvSpPr/>
            <p:nvPr/>
          </p:nvSpPr>
          <p:spPr>
            <a:xfrm>
              <a:off x="3062192"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
            <p:cNvSpPr/>
            <p:nvPr/>
          </p:nvSpPr>
          <p:spPr>
            <a:xfrm>
              <a:off x="318170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
            <p:cNvSpPr/>
            <p:nvPr/>
          </p:nvSpPr>
          <p:spPr>
            <a:xfrm>
              <a:off x="330120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
            <p:cNvSpPr/>
            <p:nvPr/>
          </p:nvSpPr>
          <p:spPr>
            <a:xfrm>
              <a:off x="342071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
            <p:cNvSpPr/>
            <p:nvPr/>
          </p:nvSpPr>
          <p:spPr>
            <a:xfrm>
              <a:off x="31350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
            <p:cNvSpPr/>
            <p:nvPr/>
          </p:nvSpPr>
          <p:spPr>
            <a:xfrm>
              <a:off x="43301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
            <p:cNvSpPr/>
            <p:nvPr/>
          </p:nvSpPr>
          <p:spPr>
            <a:xfrm>
              <a:off x="55251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
            <p:cNvSpPr/>
            <p:nvPr/>
          </p:nvSpPr>
          <p:spPr>
            <a:xfrm>
              <a:off x="67202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
            <p:cNvSpPr/>
            <p:nvPr/>
          </p:nvSpPr>
          <p:spPr>
            <a:xfrm>
              <a:off x="79153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
            <p:cNvSpPr/>
            <p:nvPr/>
          </p:nvSpPr>
          <p:spPr>
            <a:xfrm>
              <a:off x="91104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
            <p:cNvSpPr/>
            <p:nvPr/>
          </p:nvSpPr>
          <p:spPr>
            <a:xfrm>
              <a:off x="1030552"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
            <p:cNvSpPr/>
            <p:nvPr/>
          </p:nvSpPr>
          <p:spPr>
            <a:xfrm>
              <a:off x="115006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
            <p:cNvSpPr/>
            <p:nvPr/>
          </p:nvSpPr>
          <p:spPr>
            <a:xfrm>
              <a:off x="126956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
            <p:cNvSpPr/>
            <p:nvPr/>
          </p:nvSpPr>
          <p:spPr>
            <a:xfrm>
              <a:off x="138907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
            <p:cNvSpPr/>
            <p:nvPr/>
          </p:nvSpPr>
          <p:spPr>
            <a:xfrm>
              <a:off x="1508585"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
            <p:cNvSpPr/>
            <p:nvPr/>
          </p:nvSpPr>
          <p:spPr>
            <a:xfrm>
              <a:off x="162809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
            <p:cNvSpPr/>
            <p:nvPr/>
          </p:nvSpPr>
          <p:spPr>
            <a:xfrm>
              <a:off x="174760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
            <p:cNvSpPr/>
            <p:nvPr/>
          </p:nvSpPr>
          <p:spPr>
            <a:xfrm>
              <a:off x="186711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
            <p:cNvSpPr/>
            <p:nvPr/>
          </p:nvSpPr>
          <p:spPr>
            <a:xfrm>
              <a:off x="198661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
            <p:cNvSpPr/>
            <p:nvPr/>
          </p:nvSpPr>
          <p:spPr>
            <a:xfrm>
              <a:off x="210612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
            <p:cNvSpPr/>
            <p:nvPr/>
          </p:nvSpPr>
          <p:spPr>
            <a:xfrm>
              <a:off x="222563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
            <p:cNvSpPr/>
            <p:nvPr/>
          </p:nvSpPr>
          <p:spPr>
            <a:xfrm>
              <a:off x="234514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
            <p:cNvSpPr/>
            <p:nvPr/>
          </p:nvSpPr>
          <p:spPr>
            <a:xfrm>
              <a:off x="246465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
            <p:cNvSpPr/>
            <p:nvPr/>
          </p:nvSpPr>
          <p:spPr>
            <a:xfrm>
              <a:off x="258415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
            <p:cNvSpPr/>
            <p:nvPr/>
          </p:nvSpPr>
          <p:spPr>
            <a:xfrm>
              <a:off x="270366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
            <p:cNvSpPr/>
            <p:nvPr/>
          </p:nvSpPr>
          <p:spPr>
            <a:xfrm>
              <a:off x="282317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
            <p:cNvSpPr/>
            <p:nvPr/>
          </p:nvSpPr>
          <p:spPr>
            <a:xfrm>
              <a:off x="294268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
            <p:cNvSpPr/>
            <p:nvPr/>
          </p:nvSpPr>
          <p:spPr>
            <a:xfrm>
              <a:off x="3062192"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
            <p:cNvSpPr/>
            <p:nvPr/>
          </p:nvSpPr>
          <p:spPr>
            <a:xfrm>
              <a:off x="318170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3"/>
            <p:cNvSpPr/>
            <p:nvPr/>
          </p:nvSpPr>
          <p:spPr>
            <a:xfrm>
              <a:off x="330120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3"/>
            <p:cNvSpPr/>
            <p:nvPr/>
          </p:nvSpPr>
          <p:spPr>
            <a:xfrm>
              <a:off x="342071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
            <p:cNvSpPr/>
            <p:nvPr/>
          </p:nvSpPr>
          <p:spPr>
            <a:xfrm>
              <a:off x="31350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
            <p:cNvSpPr/>
            <p:nvPr/>
          </p:nvSpPr>
          <p:spPr>
            <a:xfrm>
              <a:off x="43301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
            <p:cNvSpPr/>
            <p:nvPr/>
          </p:nvSpPr>
          <p:spPr>
            <a:xfrm>
              <a:off x="55251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
            <p:cNvSpPr/>
            <p:nvPr/>
          </p:nvSpPr>
          <p:spPr>
            <a:xfrm>
              <a:off x="67202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
            <p:cNvSpPr/>
            <p:nvPr/>
          </p:nvSpPr>
          <p:spPr>
            <a:xfrm>
              <a:off x="79153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
            <p:cNvSpPr/>
            <p:nvPr/>
          </p:nvSpPr>
          <p:spPr>
            <a:xfrm>
              <a:off x="91104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
            <p:cNvSpPr/>
            <p:nvPr/>
          </p:nvSpPr>
          <p:spPr>
            <a:xfrm>
              <a:off x="1030552"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
            <p:cNvSpPr/>
            <p:nvPr/>
          </p:nvSpPr>
          <p:spPr>
            <a:xfrm>
              <a:off x="115006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
            <p:cNvSpPr/>
            <p:nvPr/>
          </p:nvSpPr>
          <p:spPr>
            <a:xfrm>
              <a:off x="126956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
            <p:cNvSpPr/>
            <p:nvPr/>
          </p:nvSpPr>
          <p:spPr>
            <a:xfrm>
              <a:off x="138907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
            <p:cNvSpPr/>
            <p:nvPr/>
          </p:nvSpPr>
          <p:spPr>
            <a:xfrm>
              <a:off x="1508585"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
            <p:cNvSpPr/>
            <p:nvPr/>
          </p:nvSpPr>
          <p:spPr>
            <a:xfrm>
              <a:off x="162809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
            <p:cNvSpPr/>
            <p:nvPr/>
          </p:nvSpPr>
          <p:spPr>
            <a:xfrm>
              <a:off x="174760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
            <p:cNvSpPr/>
            <p:nvPr/>
          </p:nvSpPr>
          <p:spPr>
            <a:xfrm>
              <a:off x="186711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
            <p:cNvSpPr/>
            <p:nvPr/>
          </p:nvSpPr>
          <p:spPr>
            <a:xfrm>
              <a:off x="198661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
            <p:cNvSpPr/>
            <p:nvPr/>
          </p:nvSpPr>
          <p:spPr>
            <a:xfrm>
              <a:off x="210612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
            <p:cNvSpPr/>
            <p:nvPr/>
          </p:nvSpPr>
          <p:spPr>
            <a:xfrm>
              <a:off x="222563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
            <p:cNvSpPr/>
            <p:nvPr/>
          </p:nvSpPr>
          <p:spPr>
            <a:xfrm>
              <a:off x="234514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
            <p:cNvSpPr/>
            <p:nvPr/>
          </p:nvSpPr>
          <p:spPr>
            <a:xfrm>
              <a:off x="246465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
            <p:cNvSpPr/>
            <p:nvPr/>
          </p:nvSpPr>
          <p:spPr>
            <a:xfrm>
              <a:off x="258415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
            <p:cNvSpPr/>
            <p:nvPr/>
          </p:nvSpPr>
          <p:spPr>
            <a:xfrm>
              <a:off x="270366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
            <p:cNvSpPr/>
            <p:nvPr/>
          </p:nvSpPr>
          <p:spPr>
            <a:xfrm>
              <a:off x="282317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
            <p:cNvSpPr/>
            <p:nvPr/>
          </p:nvSpPr>
          <p:spPr>
            <a:xfrm>
              <a:off x="294268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
            <p:cNvSpPr/>
            <p:nvPr/>
          </p:nvSpPr>
          <p:spPr>
            <a:xfrm>
              <a:off x="3062192"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
            <p:cNvSpPr/>
            <p:nvPr/>
          </p:nvSpPr>
          <p:spPr>
            <a:xfrm>
              <a:off x="318170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
            <p:cNvSpPr/>
            <p:nvPr/>
          </p:nvSpPr>
          <p:spPr>
            <a:xfrm>
              <a:off x="330120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3"/>
            <p:cNvSpPr/>
            <p:nvPr/>
          </p:nvSpPr>
          <p:spPr>
            <a:xfrm>
              <a:off x="342071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
            <p:cNvSpPr/>
            <p:nvPr/>
          </p:nvSpPr>
          <p:spPr>
            <a:xfrm>
              <a:off x="31350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
            <p:cNvSpPr/>
            <p:nvPr/>
          </p:nvSpPr>
          <p:spPr>
            <a:xfrm>
              <a:off x="43301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3"/>
            <p:cNvSpPr/>
            <p:nvPr/>
          </p:nvSpPr>
          <p:spPr>
            <a:xfrm>
              <a:off x="55251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3"/>
            <p:cNvSpPr/>
            <p:nvPr/>
          </p:nvSpPr>
          <p:spPr>
            <a:xfrm>
              <a:off x="67202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3"/>
            <p:cNvSpPr/>
            <p:nvPr/>
          </p:nvSpPr>
          <p:spPr>
            <a:xfrm>
              <a:off x="79153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3"/>
            <p:cNvSpPr/>
            <p:nvPr/>
          </p:nvSpPr>
          <p:spPr>
            <a:xfrm>
              <a:off x="91104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
            <p:cNvSpPr/>
            <p:nvPr/>
          </p:nvSpPr>
          <p:spPr>
            <a:xfrm>
              <a:off x="1030552"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3"/>
            <p:cNvSpPr/>
            <p:nvPr/>
          </p:nvSpPr>
          <p:spPr>
            <a:xfrm>
              <a:off x="115006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3"/>
            <p:cNvSpPr/>
            <p:nvPr/>
          </p:nvSpPr>
          <p:spPr>
            <a:xfrm>
              <a:off x="126956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3"/>
            <p:cNvSpPr/>
            <p:nvPr/>
          </p:nvSpPr>
          <p:spPr>
            <a:xfrm>
              <a:off x="138907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
            <p:cNvSpPr/>
            <p:nvPr/>
          </p:nvSpPr>
          <p:spPr>
            <a:xfrm>
              <a:off x="1508585"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3"/>
            <p:cNvSpPr/>
            <p:nvPr/>
          </p:nvSpPr>
          <p:spPr>
            <a:xfrm>
              <a:off x="162809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3"/>
            <p:cNvSpPr/>
            <p:nvPr/>
          </p:nvSpPr>
          <p:spPr>
            <a:xfrm>
              <a:off x="174760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
            <p:cNvSpPr/>
            <p:nvPr/>
          </p:nvSpPr>
          <p:spPr>
            <a:xfrm>
              <a:off x="186711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3"/>
            <p:cNvSpPr/>
            <p:nvPr/>
          </p:nvSpPr>
          <p:spPr>
            <a:xfrm>
              <a:off x="198661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3"/>
            <p:cNvSpPr/>
            <p:nvPr/>
          </p:nvSpPr>
          <p:spPr>
            <a:xfrm>
              <a:off x="210612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3"/>
            <p:cNvSpPr/>
            <p:nvPr/>
          </p:nvSpPr>
          <p:spPr>
            <a:xfrm>
              <a:off x="222563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3"/>
            <p:cNvSpPr/>
            <p:nvPr/>
          </p:nvSpPr>
          <p:spPr>
            <a:xfrm>
              <a:off x="234514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
            <p:cNvSpPr/>
            <p:nvPr/>
          </p:nvSpPr>
          <p:spPr>
            <a:xfrm>
              <a:off x="246465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
            <p:cNvSpPr/>
            <p:nvPr/>
          </p:nvSpPr>
          <p:spPr>
            <a:xfrm>
              <a:off x="258415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
            <p:cNvSpPr/>
            <p:nvPr/>
          </p:nvSpPr>
          <p:spPr>
            <a:xfrm>
              <a:off x="270366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
            <p:cNvSpPr/>
            <p:nvPr/>
          </p:nvSpPr>
          <p:spPr>
            <a:xfrm>
              <a:off x="282317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
            <p:cNvSpPr/>
            <p:nvPr/>
          </p:nvSpPr>
          <p:spPr>
            <a:xfrm>
              <a:off x="294268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
            <p:cNvSpPr/>
            <p:nvPr/>
          </p:nvSpPr>
          <p:spPr>
            <a:xfrm>
              <a:off x="3062192"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
            <p:cNvSpPr/>
            <p:nvPr/>
          </p:nvSpPr>
          <p:spPr>
            <a:xfrm>
              <a:off x="318170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
            <p:cNvSpPr/>
            <p:nvPr/>
          </p:nvSpPr>
          <p:spPr>
            <a:xfrm>
              <a:off x="330120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
            <p:cNvSpPr/>
            <p:nvPr/>
          </p:nvSpPr>
          <p:spPr>
            <a:xfrm>
              <a:off x="342071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
            <p:cNvSpPr/>
            <p:nvPr/>
          </p:nvSpPr>
          <p:spPr>
            <a:xfrm>
              <a:off x="31350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
            <p:cNvSpPr/>
            <p:nvPr/>
          </p:nvSpPr>
          <p:spPr>
            <a:xfrm>
              <a:off x="43301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
            <p:cNvSpPr/>
            <p:nvPr/>
          </p:nvSpPr>
          <p:spPr>
            <a:xfrm>
              <a:off x="55251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
            <p:cNvSpPr/>
            <p:nvPr/>
          </p:nvSpPr>
          <p:spPr>
            <a:xfrm>
              <a:off x="67202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
            <p:cNvSpPr/>
            <p:nvPr/>
          </p:nvSpPr>
          <p:spPr>
            <a:xfrm>
              <a:off x="79153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
            <p:cNvSpPr/>
            <p:nvPr/>
          </p:nvSpPr>
          <p:spPr>
            <a:xfrm>
              <a:off x="91104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
            <p:cNvSpPr/>
            <p:nvPr/>
          </p:nvSpPr>
          <p:spPr>
            <a:xfrm>
              <a:off x="1030552"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
            <p:cNvSpPr/>
            <p:nvPr/>
          </p:nvSpPr>
          <p:spPr>
            <a:xfrm>
              <a:off x="115006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
            <p:cNvSpPr/>
            <p:nvPr/>
          </p:nvSpPr>
          <p:spPr>
            <a:xfrm>
              <a:off x="126956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
            <p:cNvSpPr/>
            <p:nvPr/>
          </p:nvSpPr>
          <p:spPr>
            <a:xfrm>
              <a:off x="138907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
            <p:cNvSpPr/>
            <p:nvPr/>
          </p:nvSpPr>
          <p:spPr>
            <a:xfrm>
              <a:off x="1508585"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
            <p:cNvSpPr/>
            <p:nvPr/>
          </p:nvSpPr>
          <p:spPr>
            <a:xfrm>
              <a:off x="162809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
            <p:cNvSpPr/>
            <p:nvPr/>
          </p:nvSpPr>
          <p:spPr>
            <a:xfrm>
              <a:off x="174760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
            <p:cNvSpPr/>
            <p:nvPr/>
          </p:nvSpPr>
          <p:spPr>
            <a:xfrm>
              <a:off x="186711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
            <p:cNvSpPr/>
            <p:nvPr/>
          </p:nvSpPr>
          <p:spPr>
            <a:xfrm>
              <a:off x="198661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
            <p:cNvSpPr/>
            <p:nvPr/>
          </p:nvSpPr>
          <p:spPr>
            <a:xfrm>
              <a:off x="210612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3"/>
            <p:cNvSpPr/>
            <p:nvPr/>
          </p:nvSpPr>
          <p:spPr>
            <a:xfrm>
              <a:off x="222563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
            <p:cNvSpPr/>
            <p:nvPr/>
          </p:nvSpPr>
          <p:spPr>
            <a:xfrm>
              <a:off x="234514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3"/>
            <p:cNvSpPr/>
            <p:nvPr/>
          </p:nvSpPr>
          <p:spPr>
            <a:xfrm>
              <a:off x="246465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
            <p:cNvSpPr/>
            <p:nvPr/>
          </p:nvSpPr>
          <p:spPr>
            <a:xfrm>
              <a:off x="258415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
            <p:cNvSpPr/>
            <p:nvPr/>
          </p:nvSpPr>
          <p:spPr>
            <a:xfrm>
              <a:off x="270366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
            <p:cNvSpPr/>
            <p:nvPr/>
          </p:nvSpPr>
          <p:spPr>
            <a:xfrm>
              <a:off x="282317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
            <p:cNvSpPr/>
            <p:nvPr/>
          </p:nvSpPr>
          <p:spPr>
            <a:xfrm>
              <a:off x="294268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
            <p:cNvSpPr/>
            <p:nvPr/>
          </p:nvSpPr>
          <p:spPr>
            <a:xfrm>
              <a:off x="3062192"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
            <p:cNvSpPr/>
            <p:nvPr/>
          </p:nvSpPr>
          <p:spPr>
            <a:xfrm>
              <a:off x="318170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
            <p:cNvSpPr/>
            <p:nvPr/>
          </p:nvSpPr>
          <p:spPr>
            <a:xfrm>
              <a:off x="330120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
            <p:cNvSpPr/>
            <p:nvPr/>
          </p:nvSpPr>
          <p:spPr>
            <a:xfrm>
              <a:off x="342071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
            <p:cNvSpPr/>
            <p:nvPr/>
          </p:nvSpPr>
          <p:spPr>
            <a:xfrm>
              <a:off x="31350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
            <p:cNvSpPr/>
            <p:nvPr/>
          </p:nvSpPr>
          <p:spPr>
            <a:xfrm>
              <a:off x="43301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
            <p:cNvSpPr/>
            <p:nvPr/>
          </p:nvSpPr>
          <p:spPr>
            <a:xfrm>
              <a:off x="55251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
            <p:cNvSpPr/>
            <p:nvPr/>
          </p:nvSpPr>
          <p:spPr>
            <a:xfrm>
              <a:off x="67202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
            <p:cNvSpPr/>
            <p:nvPr/>
          </p:nvSpPr>
          <p:spPr>
            <a:xfrm>
              <a:off x="79153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
            <p:cNvSpPr/>
            <p:nvPr/>
          </p:nvSpPr>
          <p:spPr>
            <a:xfrm>
              <a:off x="91104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
            <p:cNvSpPr/>
            <p:nvPr/>
          </p:nvSpPr>
          <p:spPr>
            <a:xfrm>
              <a:off x="1030552"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
            <p:cNvSpPr/>
            <p:nvPr/>
          </p:nvSpPr>
          <p:spPr>
            <a:xfrm>
              <a:off x="115006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
            <p:cNvSpPr/>
            <p:nvPr/>
          </p:nvSpPr>
          <p:spPr>
            <a:xfrm>
              <a:off x="126956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
            <p:cNvSpPr/>
            <p:nvPr/>
          </p:nvSpPr>
          <p:spPr>
            <a:xfrm>
              <a:off x="138907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
            <p:cNvSpPr/>
            <p:nvPr/>
          </p:nvSpPr>
          <p:spPr>
            <a:xfrm>
              <a:off x="1508585"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
            <p:cNvSpPr/>
            <p:nvPr/>
          </p:nvSpPr>
          <p:spPr>
            <a:xfrm>
              <a:off x="162809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
            <p:cNvSpPr/>
            <p:nvPr/>
          </p:nvSpPr>
          <p:spPr>
            <a:xfrm>
              <a:off x="174760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
            <p:cNvSpPr/>
            <p:nvPr/>
          </p:nvSpPr>
          <p:spPr>
            <a:xfrm>
              <a:off x="186711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
            <p:cNvSpPr/>
            <p:nvPr/>
          </p:nvSpPr>
          <p:spPr>
            <a:xfrm>
              <a:off x="198661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
            <p:cNvSpPr/>
            <p:nvPr/>
          </p:nvSpPr>
          <p:spPr>
            <a:xfrm>
              <a:off x="210612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
            <p:cNvSpPr/>
            <p:nvPr/>
          </p:nvSpPr>
          <p:spPr>
            <a:xfrm>
              <a:off x="222563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
            <p:cNvSpPr/>
            <p:nvPr/>
          </p:nvSpPr>
          <p:spPr>
            <a:xfrm>
              <a:off x="234514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
            <p:cNvSpPr/>
            <p:nvPr/>
          </p:nvSpPr>
          <p:spPr>
            <a:xfrm>
              <a:off x="246465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
            <p:cNvSpPr/>
            <p:nvPr/>
          </p:nvSpPr>
          <p:spPr>
            <a:xfrm>
              <a:off x="258415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
            <p:cNvSpPr/>
            <p:nvPr/>
          </p:nvSpPr>
          <p:spPr>
            <a:xfrm>
              <a:off x="270366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
            <p:cNvSpPr/>
            <p:nvPr/>
          </p:nvSpPr>
          <p:spPr>
            <a:xfrm>
              <a:off x="282317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
            <p:cNvSpPr/>
            <p:nvPr/>
          </p:nvSpPr>
          <p:spPr>
            <a:xfrm>
              <a:off x="294268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
            <p:cNvSpPr/>
            <p:nvPr/>
          </p:nvSpPr>
          <p:spPr>
            <a:xfrm>
              <a:off x="3062192"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
            <p:cNvSpPr/>
            <p:nvPr/>
          </p:nvSpPr>
          <p:spPr>
            <a:xfrm>
              <a:off x="318170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
            <p:cNvSpPr/>
            <p:nvPr/>
          </p:nvSpPr>
          <p:spPr>
            <a:xfrm>
              <a:off x="330120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
            <p:cNvSpPr/>
            <p:nvPr/>
          </p:nvSpPr>
          <p:spPr>
            <a:xfrm>
              <a:off x="342071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
            <p:cNvSpPr/>
            <p:nvPr/>
          </p:nvSpPr>
          <p:spPr>
            <a:xfrm>
              <a:off x="31350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
            <p:cNvSpPr/>
            <p:nvPr/>
          </p:nvSpPr>
          <p:spPr>
            <a:xfrm>
              <a:off x="43301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
            <p:cNvSpPr/>
            <p:nvPr/>
          </p:nvSpPr>
          <p:spPr>
            <a:xfrm>
              <a:off x="55251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
            <p:cNvSpPr/>
            <p:nvPr/>
          </p:nvSpPr>
          <p:spPr>
            <a:xfrm>
              <a:off x="67202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
            <p:cNvSpPr/>
            <p:nvPr/>
          </p:nvSpPr>
          <p:spPr>
            <a:xfrm>
              <a:off x="79153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
            <p:cNvSpPr/>
            <p:nvPr/>
          </p:nvSpPr>
          <p:spPr>
            <a:xfrm>
              <a:off x="91104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
            <p:cNvSpPr/>
            <p:nvPr/>
          </p:nvSpPr>
          <p:spPr>
            <a:xfrm>
              <a:off x="1030552"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
            <p:cNvSpPr/>
            <p:nvPr/>
          </p:nvSpPr>
          <p:spPr>
            <a:xfrm>
              <a:off x="115006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
            <p:cNvSpPr/>
            <p:nvPr/>
          </p:nvSpPr>
          <p:spPr>
            <a:xfrm>
              <a:off x="126956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
            <p:cNvSpPr/>
            <p:nvPr/>
          </p:nvSpPr>
          <p:spPr>
            <a:xfrm>
              <a:off x="138907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
            <p:cNvSpPr/>
            <p:nvPr/>
          </p:nvSpPr>
          <p:spPr>
            <a:xfrm>
              <a:off x="1508585"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
            <p:cNvSpPr/>
            <p:nvPr/>
          </p:nvSpPr>
          <p:spPr>
            <a:xfrm>
              <a:off x="162809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
            <p:cNvSpPr/>
            <p:nvPr/>
          </p:nvSpPr>
          <p:spPr>
            <a:xfrm>
              <a:off x="174760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
            <p:cNvSpPr/>
            <p:nvPr/>
          </p:nvSpPr>
          <p:spPr>
            <a:xfrm>
              <a:off x="186711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
            <p:cNvSpPr/>
            <p:nvPr/>
          </p:nvSpPr>
          <p:spPr>
            <a:xfrm>
              <a:off x="198661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
            <p:cNvSpPr/>
            <p:nvPr/>
          </p:nvSpPr>
          <p:spPr>
            <a:xfrm>
              <a:off x="210612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
            <p:cNvSpPr/>
            <p:nvPr/>
          </p:nvSpPr>
          <p:spPr>
            <a:xfrm>
              <a:off x="222563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
            <p:cNvSpPr/>
            <p:nvPr/>
          </p:nvSpPr>
          <p:spPr>
            <a:xfrm>
              <a:off x="234514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
            <p:cNvSpPr/>
            <p:nvPr/>
          </p:nvSpPr>
          <p:spPr>
            <a:xfrm>
              <a:off x="246465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
            <p:cNvSpPr/>
            <p:nvPr/>
          </p:nvSpPr>
          <p:spPr>
            <a:xfrm>
              <a:off x="258415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
            <p:cNvSpPr/>
            <p:nvPr/>
          </p:nvSpPr>
          <p:spPr>
            <a:xfrm>
              <a:off x="270366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
            <p:cNvSpPr/>
            <p:nvPr/>
          </p:nvSpPr>
          <p:spPr>
            <a:xfrm>
              <a:off x="282317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
            <p:cNvSpPr/>
            <p:nvPr/>
          </p:nvSpPr>
          <p:spPr>
            <a:xfrm>
              <a:off x="294268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
            <p:cNvSpPr/>
            <p:nvPr/>
          </p:nvSpPr>
          <p:spPr>
            <a:xfrm>
              <a:off x="3062192"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
            <p:cNvSpPr/>
            <p:nvPr/>
          </p:nvSpPr>
          <p:spPr>
            <a:xfrm>
              <a:off x="318170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
            <p:cNvSpPr/>
            <p:nvPr/>
          </p:nvSpPr>
          <p:spPr>
            <a:xfrm>
              <a:off x="330120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
            <p:cNvSpPr/>
            <p:nvPr/>
          </p:nvSpPr>
          <p:spPr>
            <a:xfrm>
              <a:off x="342071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
            <p:cNvSpPr/>
            <p:nvPr/>
          </p:nvSpPr>
          <p:spPr>
            <a:xfrm>
              <a:off x="31350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
            <p:cNvSpPr/>
            <p:nvPr/>
          </p:nvSpPr>
          <p:spPr>
            <a:xfrm>
              <a:off x="43301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
            <p:cNvSpPr/>
            <p:nvPr/>
          </p:nvSpPr>
          <p:spPr>
            <a:xfrm>
              <a:off x="55251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
            <p:cNvSpPr/>
            <p:nvPr/>
          </p:nvSpPr>
          <p:spPr>
            <a:xfrm>
              <a:off x="67202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
            <p:cNvSpPr/>
            <p:nvPr/>
          </p:nvSpPr>
          <p:spPr>
            <a:xfrm>
              <a:off x="79153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
            <p:cNvSpPr/>
            <p:nvPr/>
          </p:nvSpPr>
          <p:spPr>
            <a:xfrm>
              <a:off x="91104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
            <p:cNvSpPr/>
            <p:nvPr/>
          </p:nvSpPr>
          <p:spPr>
            <a:xfrm>
              <a:off x="1030552"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
            <p:cNvSpPr/>
            <p:nvPr/>
          </p:nvSpPr>
          <p:spPr>
            <a:xfrm>
              <a:off x="115006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
            <p:cNvSpPr/>
            <p:nvPr/>
          </p:nvSpPr>
          <p:spPr>
            <a:xfrm>
              <a:off x="126956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
            <p:cNvSpPr/>
            <p:nvPr/>
          </p:nvSpPr>
          <p:spPr>
            <a:xfrm>
              <a:off x="138907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
            <p:cNvSpPr/>
            <p:nvPr/>
          </p:nvSpPr>
          <p:spPr>
            <a:xfrm>
              <a:off x="1508585"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
            <p:cNvSpPr/>
            <p:nvPr/>
          </p:nvSpPr>
          <p:spPr>
            <a:xfrm>
              <a:off x="162809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
            <p:cNvSpPr/>
            <p:nvPr/>
          </p:nvSpPr>
          <p:spPr>
            <a:xfrm>
              <a:off x="174760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
            <p:cNvSpPr/>
            <p:nvPr/>
          </p:nvSpPr>
          <p:spPr>
            <a:xfrm>
              <a:off x="186711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
            <p:cNvSpPr/>
            <p:nvPr/>
          </p:nvSpPr>
          <p:spPr>
            <a:xfrm>
              <a:off x="198661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
            <p:cNvSpPr/>
            <p:nvPr/>
          </p:nvSpPr>
          <p:spPr>
            <a:xfrm>
              <a:off x="210612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
            <p:cNvSpPr/>
            <p:nvPr/>
          </p:nvSpPr>
          <p:spPr>
            <a:xfrm>
              <a:off x="222563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
            <p:cNvSpPr/>
            <p:nvPr/>
          </p:nvSpPr>
          <p:spPr>
            <a:xfrm>
              <a:off x="234514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
            <p:cNvSpPr/>
            <p:nvPr/>
          </p:nvSpPr>
          <p:spPr>
            <a:xfrm>
              <a:off x="246465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
            <p:cNvSpPr/>
            <p:nvPr/>
          </p:nvSpPr>
          <p:spPr>
            <a:xfrm>
              <a:off x="258415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
            <p:cNvSpPr/>
            <p:nvPr/>
          </p:nvSpPr>
          <p:spPr>
            <a:xfrm>
              <a:off x="270366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
            <p:cNvSpPr/>
            <p:nvPr/>
          </p:nvSpPr>
          <p:spPr>
            <a:xfrm>
              <a:off x="282317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
            <p:cNvSpPr/>
            <p:nvPr/>
          </p:nvSpPr>
          <p:spPr>
            <a:xfrm>
              <a:off x="294268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
            <p:cNvSpPr/>
            <p:nvPr/>
          </p:nvSpPr>
          <p:spPr>
            <a:xfrm>
              <a:off x="3062192"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
            <p:cNvSpPr/>
            <p:nvPr/>
          </p:nvSpPr>
          <p:spPr>
            <a:xfrm>
              <a:off x="318170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
            <p:cNvSpPr/>
            <p:nvPr/>
          </p:nvSpPr>
          <p:spPr>
            <a:xfrm>
              <a:off x="330120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
            <p:cNvSpPr/>
            <p:nvPr/>
          </p:nvSpPr>
          <p:spPr>
            <a:xfrm>
              <a:off x="342071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
            <p:cNvSpPr/>
            <p:nvPr/>
          </p:nvSpPr>
          <p:spPr>
            <a:xfrm>
              <a:off x="31350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
            <p:cNvSpPr/>
            <p:nvPr/>
          </p:nvSpPr>
          <p:spPr>
            <a:xfrm>
              <a:off x="43301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
            <p:cNvSpPr/>
            <p:nvPr/>
          </p:nvSpPr>
          <p:spPr>
            <a:xfrm>
              <a:off x="55251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
            <p:cNvSpPr/>
            <p:nvPr/>
          </p:nvSpPr>
          <p:spPr>
            <a:xfrm>
              <a:off x="67202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
            <p:cNvSpPr/>
            <p:nvPr/>
          </p:nvSpPr>
          <p:spPr>
            <a:xfrm>
              <a:off x="79153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
            <p:cNvSpPr/>
            <p:nvPr/>
          </p:nvSpPr>
          <p:spPr>
            <a:xfrm>
              <a:off x="91104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
            <p:cNvSpPr/>
            <p:nvPr/>
          </p:nvSpPr>
          <p:spPr>
            <a:xfrm>
              <a:off x="1030552"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
            <p:cNvSpPr/>
            <p:nvPr/>
          </p:nvSpPr>
          <p:spPr>
            <a:xfrm>
              <a:off x="115006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
            <p:cNvSpPr/>
            <p:nvPr/>
          </p:nvSpPr>
          <p:spPr>
            <a:xfrm>
              <a:off x="126956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
            <p:cNvSpPr/>
            <p:nvPr/>
          </p:nvSpPr>
          <p:spPr>
            <a:xfrm>
              <a:off x="138907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
            <p:cNvSpPr/>
            <p:nvPr/>
          </p:nvSpPr>
          <p:spPr>
            <a:xfrm>
              <a:off x="1508585"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
            <p:cNvSpPr/>
            <p:nvPr/>
          </p:nvSpPr>
          <p:spPr>
            <a:xfrm>
              <a:off x="162809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
            <p:cNvSpPr/>
            <p:nvPr/>
          </p:nvSpPr>
          <p:spPr>
            <a:xfrm>
              <a:off x="174760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
            <p:cNvSpPr/>
            <p:nvPr/>
          </p:nvSpPr>
          <p:spPr>
            <a:xfrm>
              <a:off x="186711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
            <p:cNvSpPr/>
            <p:nvPr/>
          </p:nvSpPr>
          <p:spPr>
            <a:xfrm>
              <a:off x="198661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
            <p:cNvSpPr/>
            <p:nvPr/>
          </p:nvSpPr>
          <p:spPr>
            <a:xfrm>
              <a:off x="210612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
            <p:cNvSpPr/>
            <p:nvPr/>
          </p:nvSpPr>
          <p:spPr>
            <a:xfrm>
              <a:off x="222563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
            <p:cNvSpPr/>
            <p:nvPr/>
          </p:nvSpPr>
          <p:spPr>
            <a:xfrm>
              <a:off x="234514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
            <p:cNvSpPr/>
            <p:nvPr/>
          </p:nvSpPr>
          <p:spPr>
            <a:xfrm>
              <a:off x="246465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
            <p:cNvSpPr/>
            <p:nvPr/>
          </p:nvSpPr>
          <p:spPr>
            <a:xfrm>
              <a:off x="258415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
            <p:cNvSpPr/>
            <p:nvPr/>
          </p:nvSpPr>
          <p:spPr>
            <a:xfrm>
              <a:off x="270366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
            <p:cNvSpPr/>
            <p:nvPr/>
          </p:nvSpPr>
          <p:spPr>
            <a:xfrm>
              <a:off x="282317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
            <p:cNvSpPr/>
            <p:nvPr/>
          </p:nvSpPr>
          <p:spPr>
            <a:xfrm>
              <a:off x="294268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
            <p:cNvSpPr/>
            <p:nvPr/>
          </p:nvSpPr>
          <p:spPr>
            <a:xfrm>
              <a:off x="3062192"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
            <p:cNvSpPr/>
            <p:nvPr/>
          </p:nvSpPr>
          <p:spPr>
            <a:xfrm>
              <a:off x="318170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
            <p:cNvSpPr/>
            <p:nvPr/>
          </p:nvSpPr>
          <p:spPr>
            <a:xfrm>
              <a:off x="330120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
            <p:cNvSpPr/>
            <p:nvPr/>
          </p:nvSpPr>
          <p:spPr>
            <a:xfrm>
              <a:off x="342071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
            <p:cNvSpPr/>
            <p:nvPr/>
          </p:nvSpPr>
          <p:spPr>
            <a:xfrm>
              <a:off x="31350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
            <p:cNvSpPr/>
            <p:nvPr/>
          </p:nvSpPr>
          <p:spPr>
            <a:xfrm>
              <a:off x="43301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
            <p:cNvSpPr/>
            <p:nvPr/>
          </p:nvSpPr>
          <p:spPr>
            <a:xfrm>
              <a:off x="55251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
            <p:cNvSpPr/>
            <p:nvPr/>
          </p:nvSpPr>
          <p:spPr>
            <a:xfrm>
              <a:off x="67202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
            <p:cNvSpPr/>
            <p:nvPr/>
          </p:nvSpPr>
          <p:spPr>
            <a:xfrm>
              <a:off x="79153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
            <p:cNvSpPr/>
            <p:nvPr/>
          </p:nvSpPr>
          <p:spPr>
            <a:xfrm>
              <a:off x="91104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
            <p:cNvSpPr/>
            <p:nvPr/>
          </p:nvSpPr>
          <p:spPr>
            <a:xfrm>
              <a:off x="1030552"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
            <p:cNvSpPr/>
            <p:nvPr/>
          </p:nvSpPr>
          <p:spPr>
            <a:xfrm>
              <a:off x="115006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
            <p:cNvSpPr/>
            <p:nvPr/>
          </p:nvSpPr>
          <p:spPr>
            <a:xfrm>
              <a:off x="126956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
            <p:cNvSpPr/>
            <p:nvPr/>
          </p:nvSpPr>
          <p:spPr>
            <a:xfrm>
              <a:off x="138907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
            <p:cNvSpPr/>
            <p:nvPr/>
          </p:nvSpPr>
          <p:spPr>
            <a:xfrm>
              <a:off x="1508585"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
            <p:cNvSpPr/>
            <p:nvPr/>
          </p:nvSpPr>
          <p:spPr>
            <a:xfrm>
              <a:off x="162809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
            <p:cNvSpPr/>
            <p:nvPr/>
          </p:nvSpPr>
          <p:spPr>
            <a:xfrm>
              <a:off x="174760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
            <p:cNvSpPr/>
            <p:nvPr/>
          </p:nvSpPr>
          <p:spPr>
            <a:xfrm>
              <a:off x="186711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
            <p:cNvSpPr/>
            <p:nvPr/>
          </p:nvSpPr>
          <p:spPr>
            <a:xfrm>
              <a:off x="198661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
            <p:cNvSpPr/>
            <p:nvPr/>
          </p:nvSpPr>
          <p:spPr>
            <a:xfrm>
              <a:off x="210612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
            <p:cNvSpPr/>
            <p:nvPr/>
          </p:nvSpPr>
          <p:spPr>
            <a:xfrm>
              <a:off x="222563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
            <p:cNvSpPr/>
            <p:nvPr/>
          </p:nvSpPr>
          <p:spPr>
            <a:xfrm>
              <a:off x="234514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
            <p:cNvSpPr/>
            <p:nvPr/>
          </p:nvSpPr>
          <p:spPr>
            <a:xfrm>
              <a:off x="246465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
            <p:cNvSpPr/>
            <p:nvPr/>
          </p:nvSpPr>
          <p:spPr>
            <a:xfrm>
              <a:off x="258415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
            <p:cNvSpPr/>
            <p:nvPr/>
          </p:nvSpPr>
          <p:spPr>
            <a:xfrm>
              <a:off x="270366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
            <p:cNvSpPr/>
            <p:nvPr/>
          </p:nvSpPr>
          <p:spPr>
            <a:xfrm>
              <a:off x="282317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
            <p:cNvSpPr/>
            <p:nvPr/>
          </p:nvSpPr>
          <p:spPr>
            <a:xfrm>
              <a:off x="294268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
            <p:cNvSpPr/>
            <p:nvPr/>
          </p:nvSpPr>
          <p:spPr>
            <a:xfrm>
              <a:off x="3062192"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
            <p:cNvSpPr/>
            <p:nvPr/>
          </p:nvSpPr>
          <p:spPr>
            <a:xfrm>
              <a:off x="318170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
            <p:cNvSpPr/>
            <p:nvPr/>
          </p:nvSpPr>
          <p:spPr>
            <a:xfrm>
              <a:off x="330120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
            <p:cNvSpPr/>
            <p:nvPr/>
          </p:nvSpPr>
          <p:spPr>
            <a:xfrm>
              <a:off x="342071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
            <p:cNvSpPr/>
            <p:nvPr/>
          </p:nvSpPr>
          <p:spPr>
            <a:xfrm>
              <a:off x="31350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
            <p:cNvSpPr/>
            <p:nvPr/>
          </p:nvSpPr>
          <p:spPr>
            <a:xfrm>
              <a:off x="43301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
            <p:cNvSpPr/>
            <p:nvPr/>
          </p:nvSpPr>
          <p:spPr>
            <a:xfrm>
              <a:off x="55251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
            <p:cNvSpPr/>
            <p:nvPr/>
          </p:nvSpPr>
          <p:spPr>
            <a:xfrm>
              <a:off x="67202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
            <p:cNvSpPr/>
            <p:nvPr/>
          </p:nvSpPr>
          <p:spPr>
            <a:xfrm>
              <a:off x="79153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
            <p:cNvSpPr/>
            <p:nvPr/>
          </p:nvSpPr>
          <p:spPr>
            <a:xfrm>
              <a:off x="91104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
            <p:cNvSpPr/>
            <p:nvPr/>
          </p:nvSpPr>
          <p:spPr>
            <a:xfrm>
              <a:off x="1030552"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
            <p:cNvSpPr/>
            <p:nvPr/>
          </p:nvSpPr>
          <p:spPr>
            <a:xfrm>
              <a:off x="115006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
            <p:cNvSpPr/>
            <p:nvPr/>
          </p:nvSpPr>
          <p:spPr>
            <a:xfrm>
              <a:off x="126956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
            <p:cNvSpPr/>
            <p:nvPr/>
          </p:nvSpPr>
          <p:spPr>
            <a:xfrm>
              <a:off x="138907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
            <p:cNvSpPr/>
            <p:nvPr/>
          </p:nvSpPr>
          <p:spPr>
            <a:xfrm>
              <a:off x="1508585"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
            <p:cNvSpPr/>
            <p:nvPr/>
          </p:nvSpPr>
          <p:spPr>
            <a:xfrm>
              <a:off x="162809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
            <p:cNvSpPr/>
            <p:nvPr/>
          </p:nvSpPr>
          <p:spPr>
            <a:xfrm>
              <a:off x="174760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
            <p:cNvSpPr/>
            <p:nvPr/>
          </p:nvSpPr>
          <p:spPr>
            <a:xfrm>
              <a:off x="186711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
            <p:cNvSpPr/>
            <p:nvPr/>
          </p:nvSpPr>
          <p:spPr>
            <a:xfrm>
              <a:off x="198661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
            <p:cNvSpPr/>
            <p:nvPr/>
          </p:nvSpPr>
          <p:spPr>
            <a:xfrm>
              <a:off x="210612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
            <p:cNvSpPr/>
            <p:nvPr/>
          </p:nvSpPr>
          <p:spPr>
            <a:xfrm>
              <a:off x="222563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
            <p:cNvSpPr/>
            <p:nvPr/>
          </p:nvSpPr>
          <p:spPr>
            <a:xfrm>
              <a:off x="234514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
            <p:cNvSpPr/>
            <p:nvPr/>
          </p:nvSpPr>
          <p:spPr>
            <a:xfrm>
              <a:off x="246465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
            <p:cNvSpPr/>
            <p:nvPr/>
          </p:nvSpPr>
          <p:spPr>
            <a:xfrm>
              <a:off x="258415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
            <p:cNvSpPr/>
            <p:nvPr/>
          </p:nvSpPr>
          <p:spPr>
            <a:xfrm>
              <a:off x="270366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
            <p:cNvSpPr/>
            <p:nvPr/>
          </p:nvSpPr>
          <p:spPr>
            <a:xfrm>
              <a:off x="282317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
            <p:cNvSpPr/>
            <p:nvPr/>
          </p:nvSpPr>
          <p:spPr>
            <a:xfrm>
              <a:off x="294268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
            <p:cNvSpPr/>
            <p:nvPr/>
          </p:nvSpPr>
          <p:spPr>
            <a:xfrm>
              <a:off x="3062192"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
            <p:cNvSpPr/>
            <p:nvPr/>
          </p:nvSpPr>
          <p:spPr>
            <a:xfrm>
              <a:off x="318170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
            <p:cNvSpPr/>
            <p:nvPr/>
          </p:nvSpPr>
          <p:spPr>
            <a:xfrm>
              <a:off x="330120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
            <p:cNvSpPr/>
            <p:nvPr/>
          </p:nvSpPr>
          <p:spPr>
            <a:xfrm>
              <a:off x="342071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069"/>
        <p:cNvGrpSpPr/>
        <p:nvPr/>
      </p:nvGrpSpPr>
      <p:grpSpPr>
        <a:xfrm>
          <a:off x="0" y="0"/>
          <a:ext cx="0" cy="0"/>
          <a:chOff x="0" y="0"/>
          <a:chExt cx="0" cy="0"/>
        </a:xfrm>
      </p:grpSpPr>
      <p:sp>
        <p:nvSpPr>
          <p:cNvPr id="1070" name="Google Shape;1070;p4"/>
          <p:cNvSpPr txBox="1">
            <a:spLocks noGrp="1"/>
          </p:cNvSpPr>
          <p:nvPr>
            <p:ph type="body" idx="1"/>
          </p:nvPr>
        </p:nvSpPr>
        <p:spPr>
          <a:xfrm>
            <a:off x="1075875" y="1403100"/>
            <a:ext cx="6992400" cy="2926200"/>
          </a:xfrm>
          <a:prstGeom prst="rect">
            <a:avLst/>
          </a:prstGeom>
        </p:spPr>
        <p:txBody>
          <a:bodyPr spcFirstLastPara="1" wrap="square" lIns="0" tIns="0" rIns="0" bIns="0" anchor="t" anchorCtr="0">
            <a:noAutofit/>
          </a:bodyPr>
          <a:lstStyle>
            <a:lvl1pPr marL="457200" lvl="0" indent="-304800" algn="ctr" rtl="0">
              <a:spcBef>
                <a:spcPts val="0"/>
              </a:spcBef>
              <a:spcAft>
                <a:spcPts val="0"/>
              </a:spcAft>
              <a:buSzPts val="1200"/>
              <a:buChar char="●"/>
              <a:defRPr sz="1250"/>
            </a:lvl1pPr>
            <a:lvl2pPr marL="914400" lvl="1" indent="-304800" rtl="0">
              <a:lnSpc>
                <a:spcPct val="115000"/>
              </a:lnSpc>
              <a:spcBef>
                <a:spcPts val="0"/>
              </a:spcBef>
              <a:spcAft>
                <a:spcPts val="0"/>
              </a:spcAft>
              <a:buSzPts val="1200"/>
              <a:buFont typeface="Roboto Condensed Light"/>
              <a:buChar char="○"/>
              <a:defRPr/>
            </a:lvl2pPr>
            <a:lvl3pPr marL="1371600" lvl="2" indent="-304800" rtl="0">
              <a:lnSpc>
                <a:spcPct val="115000"/>
              </a:lnSpc>
              <a:spcBef>
                <a:spcPts val="0"/>
              </a:spcBef>
              <a:spcAft>
                <a:spcPts val="0"/>
              </a:spcAft>
              <a:buSzPts val="1200"/>
              <a:buFont typeface="Roboto Condensed Light"/>
              <a:buChar char="■"/>
              <a:defRPr/>
            </a:lvl3pPr>
            <a:lvl4pPr marL="1828800" lvl="3" indent="-304800" rtl="0">
              <a:lnSpc>
                <a:spcPct val="115000"/>
              </a:lnSpc>
              <a:spcBef>
                <a:spcPts val="0"/>
              </a:spcBef>
              <a:spcAft>
                <a:spcPts val="0"/>
              </a:spcAft>
              <a:buSzPts val="1200"/>
              <a:buFont typeface="Roboto Condensed Light"/>
              <a:buChar char="●"/>
              <a:defRPr/>
            </a:lvl4pPr>
            <a:lvl5pPr marL="2286000" lvl="4" indent="-304800" rtl="0">
              <a:lnSpc>
                <a:spcPct val="115000"/>
              </a:lnSpc>
              <a:spcBef>
                <a:spcPts val="0"/>
              </a:spcBef>
              <a:spcAft>
                <a:spcPts val="0"/>
              </a:spcAft>
              <a:buSzPts val="1200"/>
              <a:buFont typeface="Roboto Condensed Light"/>
              <a:buChar char="○"/>
              <a:defRPr/>
            </a:lvl5pPr>
            <a:lvl6pPr marL="2743200" lvl="5" indent="-304800" rtl="0">
              <a:lnSpc>
                <a:spcPct val="115000"/>
              </a:lnSpc>
              <a:spcBef>
                <a:spcPts val="0"/>
              </a:spcBef>
              <a:spcAft>
                <a:spcPts val="0"/>
              </a:spcAft>
              <a:buSzPts val="1200"/>
              <a:buFont typeface="Roboto Condensed Light"/>
              <a:buChar char="■"/>
              <a:defRPr/>
            </a:lvl6pPr>
            <a:lvl7pPr marL="3200400" lvl="6" indent="-304800" rtl="0">
              <a:lnSpc>
                <a:spcPct val="115000"/>
              </a:lnSpc>
              <a:spcBef>
                <a:spcPts val="0"/>
              </a:spcBef>
              <a:spcAft>
                <a:spcPts val="0"/>
              </a:spcAft>
              <a:buSzPts val="1200"/>
              <a:buFont typeface="Roboto Condensed Light"/>
              <a:buChar char="●"/>
              <a:defRPr/>
            </a:lvl7pPr>
            <a:lvl8pPr marL="3657600" lvl="7" indent="-304800" rtl="0">
              <a:lnSpc>
                <a:spcPct val="115000"/>
              </a:lnSpc>
              <a:spcBef>
                <a:spcPts val="0"/>
              </a:spcBef>
              <a:spcAft>
                <a:spcPts val="0"/>
              </a:spcAft>
              <a:buSzPts val="1200"/>
              <a:buFont typeface="Roboto Condensed Light"/>
              <a:buChar char="○"/>
              <a:defRPr/>
            </a:lvl8pPr>
            <a:lvl9pPr marL="4114800" lvl="8" indent="-304800" rtl="0">
              <a:lnSpc>
                <a:spcPct val="115000"/>
              </a:lnSpc>
              <a:spcBef>
                <a:spcPts val="0"/>
              </a:spcBef>
              <a:spcAft>
                <a:spcPts val="0"/>
              </a:spcAft>
              <a:buSzPts val="1200"/>
              <a:buFont typeface="Roboto Condensed Light"/>
              <a:buChar char="■"/>
              <a:defRPr/>
            </a:lvl9pPr>
          </a:lstStyle>
          <a:p>
            <a:endParaRPr/>
          </a:p>
        </p:txBody>
      </p:sp>
      <p:sp>
        <p:nvSpPr>
          <p:cNvPr id="1071" name="Google Shape;1071;p4"/>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72" name="Google Shape;1072;p4"/>
          <p:cNvGrpSpPr/>
          <p:nvPr/>
        </p:nvGrpSpPr>
        <p:grpSpPr>
          <a:xfrm>
            <a:off x="313503" y="376409"/>
            <a:ext cx="8516819" cy="562035"/>
            <a:chOff x="313503" y="376409"/>
            <a:chExt cx="8516819" cy="562035"/>
          </a:xfrm>
        </p:grpSpPr>
        <p:sp>
          <p:nvSpPr>
            <p:cNvPr id="1073" name="Google Shape;1073;p4"/>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21"/>
        <p:cNvGrpSpPr/>
        <p:nvPr/>
      </p:nvGrpSpPr>
      <p:grpSpPr>
        <a:xfrm>
          <a:off x="0" y="0"/>
          <a:ext cx="0" cy="0"/>
          <a:chOff x="0" y="0"/>
          <a:chExt cx="0" cy="0"/>
        </a:xfrm>
      </p:grpSpPr>
      <p:sp>
        <p:nvSpPr>
          <p:cNvPr id="1122" name="Google Shape;1122;p5"/>
          <p:cNvSpPr txBox="1">
            <a:spLocks noGrp="1"/>
          </p:cNvSpPr>
          <p:nvPr>
            <p:ph type="subTitle" idx="1"/>
          </p:nvPr>
        </p:nvSpPr>
        <p:spPr>
          <a:xfrm>
            <a:off x="720015" y="2495550"/>
            <a:ext cx="3413400" cy="457200"/>
          </a:xfrm>
          <a:prstGeom prst="rect">
            <a:avLst/>
          </a:prstGeom>
          <a:noFill/>
        </p:spPr>
        <p:txBody>
          <a:bodyPr spcFirstLastPara="1" wrap="square" lIns="0" tIns="0" rIns="0" bIns="0" anchor="b" anchorCtr="0">
            <a:noAutofit/>
          </a:bodyPr>
          <a:lstStyle>
            <a:lvl1pPr lvl="0" algn="ctr">
              <a:lnSpc>
                <a:spcPct val="100000"/>
              </a:lnSpc>
              <a:spcBef>
                <a:spcPts val="0"/>
              </a:spcBef>
              <a:spcAft>
                <a:spcPts val="0"/>
              </a:spcAft>
              <a:buSzPts val="2500"/>
              <a:buFont typeface="Bebas Neue"/>
              <a:buNone/>
              <a:defRPr sz="2000">
                <a:latin typeface="Archivo Black"/>
                <a:ea typeface="Archivo Black"/>
                <a:cs typeface="Archivo Black"/>
                <a:sym typeface="Archivo Black"/>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123" name="Google Shape;1123;p5"/>
          <p:cNvSpPr txBox="1">
            <a:spLocks noGrp="1"/>
          </p:cNvSpPr>
          <p:nvPr>
            <p:ph type="subTitle" idx="2"/>
          </p:nvPr>
        </p:nvSpPr>
        <p:spPr>
          <a:xfrm>
            <a:off x="5010637" y="2495550"/>
            <a:ext cx="3413400" cy="457200"/>
          </a:xfrm>
          <a:prstGeom prst="rect">
            <a:avLst/>
          </a:prstGeom>
          <a:noFill/>
        </p:spPr>
        <p:txBody>
          <a:bodyPr spcFirstLastPara="1" wrap="square" lIns="0" tIns="0" rIns="0" bIns="0" anchor="b" anchorCtr="0">
            <a:noAutofit/>
          </a:bodyPr>
          <a:lstStyle>
            <a:lvl1pPr lvl="0" algn="ctr" rtl="0">
              <a:lnSpc>
                <a:spcPct val="100000"/>
              </a:lnSpc>
              <a:spcBef>
                <a:spcPts val="0"/>
              </a:spcBef>
              <a:spcAft>
                <a:spcPts val="0"/>
              </a:spcAft>
              <a:buSzPts val="2500"/>
              <a:buFont typeface="Bebas Neue"/>
              <a:buNone/>
              <a:defRPr sz="20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124" name="Google Shape;1124;p5"/>
          <p:cNvSpPr txBox="1">
            <a:spLocks noGrp="1"/>
          </p:cNvSpPr>
          <p:nvPr>
            <p:ph type="subTitle" idx="3"/>
          </p:nvPr>
        </p:nvSpPr>
        <p:spPr>
          <a:xfrm>
            <a:off x="720000" y="3028942"/>
            <a:ext cx="3413400" cy="10974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5" name="Google Shape;1125;p5"/>
          <p:cNvSpPr txBox="1">
            <a:spLocks noGrp="1"/>
          </p:cNvSpPr>
          <p:nvPr>
            <p:ph type="subTitle" idx="4"/>
          </p:nvPr>
        </p:nvSpPr>
        <p:spPr>
          <a:xfrm>
            <a:off x="5010622" y="3028942"/>
            <a:ext cx="3413400" cy="10974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6" name="Google Shape;1126;p5"/>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127" name="Google Shape;1127;p5"/>
          <p:cNvGrpSpPr/>
          <p:nvPr/>
        </p:nvGrpSpPr>
        <p:grpSpPr>
          <a:xfrm>
            <a:off x="313503" y="376409"/>
            <a:ext cx="8516819" cy="562035"/>
            <a:chOff x="313503" y="376409"/>
            <a:chExt cx="8516819" cy="562035"/>
          </a:xfrm>
        </p:grpSpPr>
        <p:sp>
          <p:nvSpPr>
            <p:cNvPr id="1128" name="Google Shape;1128;p5"/>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176"/>
        <p:cNvGrpSpPr/>
        <p:nvPr/>
      </p:nvGrpSpPr>
      <p:grpSpPr>
        <a:xfrm>
          <a:off x="0" y="0"/>
          <a:ext cx="0" cy="0"/>
          <a:chOff x="0" y="0"/>
          <a:chExt cx="0" cy="0"/>
        </a:xfrm>
      </p:grpSpPr>
      <p:sp>
        <p:nvSpPr>
          <p:cNvPr id="1177" name="Google Shape;1177;p6"/>
          <p:cNvSpPr txBox="1">
            <a:spLocks noGrp="1"/>
          </p:cNvSpPr>
          <p:nvPr>
            <p:ph type="title"/>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178" name="Google Shape;1178;p6"/>
          <p:cNvGrpSpPr/>
          <p:nvPr/>
        </p:nvGrpSpPr>
        <p:grpSpPr>
          <a:xfrm>
            <a:off x="313503" y="376409"/>
            <a:ext cx="8516819" cy="562035"/>
            <a:chOff x="313503" y="376409"/>
            <a:chExt cx="8516819" cy="562035"/>
          </a:xfrm>
        </p:grpSpPr>
        <p:sp>
          <p:nvSpPr>
            <p:cNvPr id="1179" name="Google Shape;1179;p6"/>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6"/>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227"/>
        <p:cNvGrpSpPr/>
        <p:nvPr/>
      </p:nvGrpSpPr>
      <p:grpSpPr>
        <a:xfrm>
          <a:off x="0" y="0"/>
          <a:ext cx="0" cy="0"/>
          <a:chOff x="0" y="0"/>
          <a:chExt cx="0" cy="0"/>
        </a:xfrm>
      </p:grpSpPr>
      <p:sp>
        <p:nvSpPr>
          <p:cNvPr id="1228" name="Google Shape;1228;p7"/>
          <p:cNvSpPr txBox="1">
            <a:spLocks noGrp="1"/>
          </p:cNvSpPr>
          <p:nvPr>
            <p:ph type="body" idx="1"/>
          </p:nvPr>
        </p:nvSpPr>
        <p:spPr>
          <a:xfrm>
            <a:off x="1165513" y="2130725"/>
            <a:ext cx="4480500" cy="2286000"/>
          </a:xfrm>
          <a:prstGeom prst="rect">
            <a:avLst/>
          </a:prstGeom>
        </p:spPr>
        <p:txBody>
          <a:bodyPr spcFirstLastPara="1" wrap="square" lIns="0" tIns="0" rIns="0" bIns="0" anchor="t" anchorCtr="0">
            <a:noAutofit/>
          </a:bodyPr>
          <a:lstStyle>
            <a:lvl1pPr marL="457200" lvl="0" indent="-317500" rtl="0">
              <a:lnSpc>
                <a:spcPct val="115000"/>
              </a:lnSpc>
              <a:spcBef>
                <a:spcPts val="0"/>
              </a:spcBef>
              <a:spcAft>
                <a:spcPts val="0"/>
              </a:spcAft>
              <a:buClr>
                <a:schemeClr val="dk2"/>
              </a:buClr>
              <a:buSzPts val="1400"/>
              <a:buChar char="●"/>
              <a:defRPr sz="140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0"/>
              </a:spcBef>
              <a:spcAft>
                <a:spcPts val="0"/>
              </a:spcAft>
              <a:buClr>
                <a:srgbClr val="434343"/>
              </a:buClr>
              <a:buSzPts val="1400"/>
              <a:buChar char="■"/>
              <a:defRPr>
                <a:solidFill>
                  <a:srgbClr val="434343"/>
                </a:solidFill>
              </a:defRPr>
            </a:lvl3pPr>
            <a:lvl4pPr marL="1828800" lvl="3" indent="-317500" rtl="0">
              <a:lnSpc>
                <a:spcPct val="115000"/>
              </a:lnSpc>
              <a:spcBef>
                <a:spcPts val="0"/>
              </a:spcBef>
              <a:spcAft>
                <a:spcPts val="0"/>
              </a:spcAft>
              <a:buClr>
                <a:srgbClr val="434343"/>
              </a:buClr>
              <a:buSzPts val="1400"/>
              <a:buChar char="●"/>
              <a:defRPr>
                <a:solidFill>
                  <a:srgbClr val="434343"/>
                </a:solidFill>
              </a:defRPr>
            </a:lvl4pPr>
            <a:lvl5pPr marL="2286000" lvl="4" indent="-317500" rtl="0">
              <a:lnSpc>
                <a:spcPct val="115000"/>
              </a:lnSpc>
              <a:spcBef>
                <a:spcPts val="0"/>
              </a:spcBef>
              <a:spcAft>
                <a:spcPts val="0"/>
              </a:spcAft>
              <a:buClr>
                <a:srgbClr val="434343"/>
              </a:buClr>
              <a:buSzPts val="1400"/>
              <a:buChar char="○"/>
              <a:defRPr>
                <a:solidFill>
                  <a:srgbClr val="434343"/>
                </a:solidFill>
              </a:defRPr>
            </a:lvl5pPr>
            <a:lvl6pPr marL="2743200" lvl="5" indent="-317500" rtl="0">
              <a:lnSpc>
                <a:spcPct val="115000"/>
              </a:lnSpc>
              <a:spcBef>
                <a:spcPts val="0"/>
              </a:spcBef>
              <a:spcAft>
                <a:spcPts val="0"/>
              </a:spcAft>
              <a:buClr>
                <a:srgbClr val="434343"/>
              </a:buClr>
              <a:buSzPts val="1400"/>
              <a:buChar char="■"/>
              <a:defRPr>
                <a:solidFill>
                  <a:srgbClr val="434343"/>
                </a:solidFill>
              </a:defRPr>
            </a:lvl6pPr>
            <a:lvl7pPr marL="3200400" lvl="6" indent="-317500" rtl="0">
              <a:lnSpc>
                <a:spcPct val="115000"/>
              </a:lnSpc>
              <a:spcBef>
                <a:spcPts val="0"/>
              </a:spcBef>
              <a:spcAft>
                <a:spcPts val="0"/>
              </a:spcAft>
              <a:buClr>
                <a:srgbClr val="434343"/>
              </a:buClr>
              <a:buSzPts val="1400"/>
              <a:buChar char="●"/>
              <a:defRPr>
                <a:solidFill>
                  <a:srgbClr val="434343"/>
                </a:solidFill>
              </a:defRPr>
            </a:lvl7pPr>
            <a:lvl8pPr marL="3657600" lvl="7" indent="-317500" rtl="0">
              <a:lnSpc>
                <a:spcPct val="115000"/>
              </a:lnSpc>
              <a:spcBef>
                <a:spcPts val="0"/>
              </a:spcBef>
              <a:spcAft>
                <a:spcPts val="0"/>
              </a:spcAft>
              <a:buClr>
                <a:srgbClr val="434343"/>
              </a:buClr>
              <a:buSzPts val="1400"/>
              <a:buChar char="○"/>
              <a:defRPr>
                <a:solidFill>
                  <a:srgbClr val="434343"/>
                </a:solidFill>
              </a:defRPr>
            </a:lvl8pPr>
            <a:lvl9pPr marL="4114800" lvl="8" indent="-317500" rtl="0">
              <a:lnSpc>
                <a:spcPct val="115000"/>
              </a:lnSpc>
              <a:spcBef>
                <a:spcPts val="0"/>
              </a:spcBef>
              <a:spcAft>
                <a:spcPts val="0"/>
              </a:spcAft>
              <a:buClr>
                <a:srgbClr val="434343"/>
              </a:buClr>
              <a:buSzPts val="1400"/>
              <a:buChar char="■"/>
              <a:defRPr>
                <a:solidFill>
                  <a:srgbClr val="434343"/>
                </a:solidFill>
              </a:defRPr>
            </a:lvl9pPr>
          </a:lstStyle>
          <a:p>
            <a:endParaRPr/>
          </a:p>
        </p:txBody>
      </p:sp>
      <p:sp>
        <p:nvSpPr>
          <p:cNvPr id="1229" name="Google Shape;1229;p7"/>
          <p:cNvSpPr txBox="1">
            <a:spLocks noGrp="1"/>
          </p:cNvSpPr>
          <p:nvPr>
            <p:ph type="title"/>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230" name="Google Shape;1230;p7"/>
          <p:cNvGrpSpPr/>
          <p:nvPr/>
        </p:nvGrpSpPr>
        <p:grpSpPr>
          <a:xfrm>
            <a:off x="313503" y="376409"/>
            <a:ext cx="8516819" cy="562035"/>
            <a:chOff x="313503" y="376409"/>
            <a:chExt cx="8516819" cy="562035"/>
          </a:xfrm>
        </p:grpSpPr>
        <p:sp>
          <p:nvSpPr>
            <p:cNvPr id="1231" name="Google Shape;1231;p7"/>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7"/>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7"/>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7"/>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7"/>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7"/>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7"/>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7"/>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7"/>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7"/>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7"/>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7"/>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7"/>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7"/>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7"/>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7"/>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7"/>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7"/>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7"/>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7"/>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7"/>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 name="Google Shape;1279;p7"/>
          <p:cNvSpPr txBox="1">
            <a:spLocks noGrp="1"/>
          </p:cNvSpPr>
          <p:nvPr>
            <p:ph type="body" idx="2"/>
          </p:nvPr>
        </p:nvSpPr>
        <p:spPr>
          <a:xfrm>
            <a:off x="6332692" y="2130725"/>
            <a:ext cx="1664100" cy="2286000"/>
          </a:xfrm>
          <a:prstGeom prst="rect">
            <a:avLst/>
          </a:prstGeom>
        </p:spPr>
        <p:txBody>
          <a:bodyPr spcFirstLastPara="1" wrap="square" lIns="0" tIns="0" rIns="0" bIns="0" anchor="t" anchorCtr="0">
            <a:noAutofit/>
          </a:bodyPr>
          <a:lstStyle>
            <a:lvl1pPr marL="457200" lvl="0" indent="-317500" rtl="0">
              <a:lnSpc>
                <a:spcPct val="115000"/>
              </a:lnSpc>
              <a:spcBef>
                <a:spcPts val="0"/>
              </a:spcBef>
              <a:spcAft>
                <a:spcPts val="0"/>
              </a:spcAft>
              <a:buClr>
                <a:schemeClr val="lt2"/>
              </a:buClr>
              <a:buSzPts val="1400"/>
              <a:buChar char="●"/>
              <a:defRPr sz="140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0"/>
              </a:spcBef>
              <a:spcAft>
                <a:spcPts val="0"/>
              </a:spcAft>
              <a:buClr>
                <a:srgbClr val="434343"/>
              </a:buClr>
              <a:buSzPts val="1400"/>
              <a:buChar char="■"/>
              <a:defRPr>
                <a:solidFill>
                  <a:srgbClr val="434343"/>
                </a:solidFill>
              </a:defRPr>
            </a:lvl3pPr>
            <a:lvl4pPr marL="1828800" lvl="3" indent="-317500" rtl="0">
              <a:lnSpc>
                <a:spcPct val="115000"/>
              </a:lnSpc>
              <a:spcBef>
                <a:spcPts val="0"/>
              </a:spcBef>
              <a:spcAft>
                <a:spcPts val="0"/>
              </a:spcAft>
              <a:buClr>
                <a:srgbClr val="434343"/>
              </a:buClr>
              <a:buSzPts val="1400"/>
              <a:buChar char="●"/>
              <a:defRPr>
                <a:solidFill>
                  <a:srgbClr val="434343"/>
                </a:solidFill>
              </a:defRPr>
            </a:lvl4pPr>
            <a:lvl5pPr marL="2286000" lvl="4" indent="-317500" rtl="0">
              <a:lnSpc>
                <a:spcPct val="115000"/>
              </a:lnSpc>
              <a:spcBef>
                <a:spcPts val="0"/>
              </a:spcBef>
              <a:spcAft>
                <a:spcPts val="0"/>
              </a:spcAft>
              <a:buClr>
                <a:srgbClr val="434343"/>
              </a:buClr>
              <a:buSzPts val="1400"/>
              <a:buChar char="○"/>
              <a:defRPr>
                <a:solidFill>
                  <a:srgbClr val="434343"/>
                </a:solidFill>
              </a:defRPr>
            </a:lvl5pPr>
            <a:lvl6pPr marL="2743200" lvl="5" indent="-317500" rtl="0">
              <a:lnSpc>
                <a:spcPct val="115000"/>
              </a:lnSpc>
              <a:spcBef>
                <a:spcPts val="0"/>
              </a:spcBef>
              <a:spcAft>
                <a:spcPts val="0"/>
              </a:spcAft>
              <a:buClr>
                <a:srgbClr val="434343"/>
              </a:buClr>
              <a:buSzPts val="1400"/>
              <a:buChar char="■"/>
              <a:defRPr>
                <a:solidFill>
                  <a:srgbClr val="434343"/>
                </a:solidFill>
              </a:defRPr>
            </a:lvl6pPr>
            <a:lvl7pPr marL="3200400" lvl="6" indent="-317500" rtl="0">
              <a:lnSpc>
                <a:spcPct val="115000"/>
              </a:lnSpc>
              <a:spcBef>
                <a:spcPts val="0"/>
              </a:spcBef>
              <a:spcAft>
                <a:spcPts val="0"/>
              </a:spcAft>
              <a:buClr>
                <a:srgbClr val="434343"/>
              </a:buClr>
              <a:buSzPts val="1400"/>
              <a:buChar char="●"/>
              <a:defRPr>
                <a:solidFill>
                  <a:srgbClr val="434343"/>
                </a:solidFill>
              </a:defRPr>
            </a:lvl7pPr>
            <a:lvl8pPr marL="3657600" lvl="7" indent="-317500" rtl="0">
              <a:lnSpc>
                <a:spcPct val="115000"/>
              </a:lnSpc>
              <a:spcBef>
                <a:spcPts val="0"/>
              </a:spcBef>
              <a:spcAft>
                <a:spcPts val="0"/>
              </a:spcAft>
              <a:buClr>
                <a:srgbClr val="434343"/>
              </a:buClr>
              <a:buSzPts val="1400"/>
              <a:buChar char="○"/>
              <a:defRPr>
                <a:solidFill>
                  <a:srgbClr val="434343"/>
                </a:solidFill>
              </a:defRPr>
            </a:lvl8pPr>
            <a:lvl9pPr marL="4114800" lvl="8" indent="-317500" rtl="0">
              <a:lnSpc>
                <a:spcPct val="115000"/>
              </a:lnSpc>
              <a:spcBef>
                <a:spcPts val="0"/>
              </a:spcBef>
              <a:spcAft>
                <a:spcPts val="0"/>
              </a:spcAft>
              <a:buClr>
                <a:srgbClr val="434343"/>
              </a:buClr>
              <a:buSzPts val="1400"/>
              <a:buChar char="■"/>
              <a:defRPr>
                <a:solidFill>
                  <a:srgbClr val="434343"/>
                </a:solidFill>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135"/>
        <p:cNvGrpSpPr/>
        <p:nvPr/>
      </p:nvGrpSpPr>
      <p:grpSpPr>
        <a:xfrm>
          <a:off x="0" y="0"/>
          <a:ext cx="0" cy="0"/>
          <a:chOff x="0" y="0"/>
          <a:chExt cx="0" cy="0"/>
        </a:xfrm>
      </p:grpSpPr>
      <p:grpSp>
        <p:nvGrpSpPr>
          <p:cNvPr id="4136" name="Google Shape;4136;p9"/>
          <p:cNvGrpSpPr/>
          <p:nvPr/>
        </p:nvGrpSpPr>
        <p:grpSpPr>
          <a:xfrm>
            <a:off x="313503" y="540001"/>
            <a:ext cx="8516808" cy="4063556"/>
            <a:chOff x="109200" y="76206"/>
            <a:chExt cx="8925600" cy="4258600"/>
          </a:xfrm>
        </p:grpSpPr>
        <p:grpSp>
          <p:nvGrpSpPr>
            <p:cNvPr id="4137" name="Google Shape;4137;p9"/>
            <p:cNvGrpSpPr/>
            <p:nvPr/>
          </p:nvGrpSpPr>
          <p:grpSpPr>
            <a:xfrm>
              <a:off x="109200" y="76206"/>
              <a:ext cx="8925600" cy="33000"/>
              <a:chOff x="76200" y="76206"/>
              <a:chExt cx="8925600" cy="33000"/>
            </a:xfrm>
          </p:grpSpPr>
          <p:sp>
            <p:nvSpPr>
              <p:cNvPr id="4138" name="Google Shape;4138;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0" name="Google Shape;4210;p9"/>
            <p:cNvGrpSpPr/>
            <p:nvPr/>
          </p:nvGrpSpPr>
          <p:grpSpPr>
            <a:xfrm>
              <a:off x="109200" y="187406"/>
              <a:ext cx="8925600" cy="33000"/>
              <a:chOff x="76200" y="76206"/>
              <a:chExt cx="8925600" cy="33000"/>
            </a:xfrm>
          </p:grpSpPr>
          <p:sp>
            <p:nvSpPr>
              <p:cNvPr id="4211" name="Google Shape;4211;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 name="Google Shape;4283;p9"/>
            <p:cNvGrpSpPr/>
            <p:nvPr/>
          </p:nvGrpSpPr>
          <p:grpSpPr>
            <a:xfrm>
              <a:off x="109200" y="298606"/>
              <a:ext cx="8925600" cy="33000"/>
              <a:chOff x="76200" y="76206"/>
              <a:chExt cx="8925600" cy="33000"/>
            </a:xfrm>
          </p:grpSpPr>
          <p:sp>
            <p:nvSpPr>
              <p:cNvPr id="4284" name="Google Shape;4284;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6" name="Google Shape;4356;p9"/>
            <p:cNvGrpSpPr/>
            <p:nvPr/>
          </p:nvGrpSpPr>
          <p:grpSpPr>
            <a:xfrm>
              <a:off x="109200" y="409806"/>
              <a:ext cx="8925600" cy="33000"/>
              <a:chOff x="76200" y="76206"/>
              <a:chExt cx="8925600" cy="33000"/>
            </a:xfrm>
          </p:grpSpPr>
          <p:sp>
            <p:nvSpPr>
              <p:cNvPr id="4357" name="Google Shape;4357;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9" name="Google Shape;4429;p9"/>
            <p:cNvGrpSpPr/>
            <p:nvPr/>
          </p:nvGrpSpPr>
          <p:grpSpPr>
            <a:xfrm>
              <a:off x="109200" y="521006"/>
              <a:ext cx="8925600" cy="33000"/>
              <a:chOff x="76200" y="76206"/>
              <a:chExt cx="8925600" cy="33000"/>
            </a:xfrm>
          </p:grpSpPr>
          <p:sp>
            <p:nvSpPr>
              <p:cNvPr id="4430" name="Google Shape;4430;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2" name="Google Shape;4502;p9"/>
            <p:cNvGrpSpPr/>
            <p:nvPr/>
          </p:nvGrpSpPr>
          <p:grpSpPr>
            <a:xfrm>
              <a:off x="109200" y="632206"/>
              <a:ext cx="8925600" cy="33000"/>
              <a:chOff x="76200" y="76206"/>
              <a:chExt cx="8925600" cy="33000"/>
            </a:xfrm>
          </p:grpSpPr>
          <p:sp>
            <p:nvSpPr>
              <p:cNvPr id="4503" name="Google Shape;4503;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5" name="Google Shape;4575;p9"/>
            <p:cNvGrpSpPr/>
            <p:nvPr/>
          </p:nvGrpSpPr>
          <p:grpSpPr>
            <a:xfrm>
              <a:off x="109200" y="743406"/>
              <a:ext cx="8925600" cy="33000"/>
              <a:chOff x="76200" y="76206"/>
              <a:chExt cx="8925600" cy="33000"/>
            </a:xfrm>
          </p:grpSpPr>
          <p:sp>
            <p:nvSpPr>
              <p:cNvPr id="4576" name="Google Shape;4576;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8" name="Google Shape;4648;p9"/>
            <p:cNvGrpSpPr/>
            <p:nvPr/>
          </p:nvGrpSpPr>
          <p:grpSpPr>
            <a:xfrm>
              <a:off x="109200" y="854606"/>
              <a:ext cx="8925600" cy="33000"/>
              <a:chOff x="76200" y="76206"/>
              <a:chExt cx="8925600" cy="33000"/>
            </a:xfrm>
          </p:grpSpPr>
          <p:sp>
            <p:nvSpPr>
              <p:cNvPr id="4649" name="Google Shape;4649;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1" name="Google Shape;4721;p9"/>
            <p:cNvGrpSpPr/>
            <p:nvPr/>
          </p:nvGrpSpPr>
          <p:grpSpPr>
            <a:xfrm>
              <a:off x="109200" y="965806"/>
              <a:ext cx="8925600" cy="33000"/>
              <a:chOff x="76200" y="76206"/>
              <a:chExt cx="8925600" cy="33000"/>
            </a:xfrm>
          </p:grpSpPr>
          <p:sp>
            <p:nvSpPr>
              <p:cNvPr id="4722" name="Google Shape;4722;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4" name="Google Shape;4794;p9"/>
            <p:cNvGrpSpPr/>
            <p:nvPr/>
          </p:nvGrpSpPr>
          <p:grpSpPr>
            <a:xfrm>
              <a:off x="109200" y="1077006"/>
              <a:ext cx="8925600" cy="33000"/>
              <a:chOff x="76200" y="76206"/>
              <a:chExt cx="8925600" cy="33000"/>
            </a:xfrm>
          </p:grpSpPr>
          <p:sp>
            <p:nvSpPr>
              <p:cNvPr id="4795" name="Google Shape;4795;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9"/>
            <p:cNvGrpSpPr/>
            <p:nvPr/>
          </p:nvGrpSpPr>
          <p:grpSpPr>
            <a:xfrm>
              <a:off x="109200" y="1188206"/>
              <a:ext cx="8925600" cy="33000"/>
              <a:chOff x="76200" y="76206"/>
              <a:chExt cx="8925600" cy="33000"/>
            </a:xfrm>
          </p:grpSpPr>
          <p:sp>
            <p:nvSpPr>
              <p:cNvPr id="4868" name="Google Shape;4868;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0" name="Google Shape;4940;p9"/>
            <p:cNvGrpSpPr/>
            <p:nvPr/>
          </p:nvGrpSpPr>
          <p:grpSpPr>
            <a:xfrm>
              <a:off x="109200" y="1299406"/>
              <a:ext cx="8925600" cy="33000"/>
              <a:chOff x="76200" y="76206"/>
              <a:chExt cx="8925600" cy="33000"/>
            </a:xfrm>
          </p:grpSpPr>
          <p:sp>
            <p:nvSpPr>
              <p:cNvPr id="4941" name="Google Shape;4941;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 name="Google Shape;5013;p9"/>
            <p:cNvGrpSpPr/>
            <p:nvPr/>
          </p:nvGrpSpPr>
          <p:grpSpPr>
            <a:xfrm>
              <a:off x="109200" y="1410606"/>
              <a:ext cx="8925600" cy="33000"/>
              <a:chOff x="76200" y="76206"/>
              <a:chExt cx="8925600" cy="33000"/>
            </a:xfrm>
          </p:grpSpPr>
          <p:sp>
            <p:nvSpPr>
              <p:cNvPr id="5014" name="Google Shape;5014;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6" name="Google Shape;5086;p9"/>
            <p:cNvGrpSpPr/>
            <p:nvPr/>
          </p:nvGrpSpPr>
          <p:grpSpPr>
            <a:xfrm>
              <a:off x="109200" y="1521806"/>
              <a:ext cx="8925600" cy="33000"/>
              <a:chOff x="76200" y="76206"/>
              <a:chExt cx="8925600" cy="33000"/>
            </a:xfrm>
          </p:grpSpPr>
          <p:sp>
            <p:nvSpPr>
              <p:cNvPr id="5087" name="Google Shape;5087;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9" name="Google Shape;5159;p9"/>
            <p:cNvGrpSpPr/>
            <p:nvPr/>
          </p:nvGrpSpPr>
          <p:grpSpPr>
            <a:xfrm>
              <a:off x="109200" y="1633006"/>
              <a:ext cx="8925600" cy="33000"/>
              <a:chOff x="76200" y="76206"/>
              <a:chExt cx="8925600" cy="33000"/>
            </a:xfrm>
          </p:grpSpPr>
          <p:sp>
            <p:nvSpPr>
              <p:cNvPr id="5160" name="Google Shape;5160;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2" name="Google Shape;5232;p9"/>
            <p:cNvGrpSpPr/>
            <p:nvPr/>
          </p:nvGrpSpPr>
          <p:grpSpPr>
            <a:xfrm>
              <a:off x="109200" y="1744206"/>
              <a:ext cx="8925600" cy="33000"/>
              <a:chOff x="76200" y="76206"/>
              <a:chExt cx="8925600" cy="33000"/>
            </a:xfrm>
          </p:grpSpPr>
          <p:sp>
            <p:nvSpPr>
              <p:cNvPr id="5233" name="Google Shape;5233;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5" name="Google Shape;5305;p9"/>
            <p:cNvGrpSpPr/>
            <p:nvPr/>
          </p:nvGrpSpPr>
          <p:grpSpPr>
            <a:xfrm>
              <a:off x="109200" y="1855406"/>
              <a:ext cx="8925600" cy="33000"/>
              <a:chOff x="76200" y="76206"/>
              <a:chExt cx="8925600" cy="33000"/>
            </a:xfrm>
          </p:grpSpPr>
          <p:sp>
            <p:nvSpPr>
              <p:cNvPr id="5306" name="Google Shape;5306;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8" name="Google Shape;5378;p9"/>
            <p:cNvGrpSpPr/>
            <p:nvPr/>
          </p:nvGrpSpPr>
          <p:grpSpPr>
            <a:xfrm>
              <a:off x="109200" y="1966606"/>
              <a:ext cx="8925600" cy="33000"/>
              <a:chOff x="76200" y="76206"/>
              <a:chExt cx="8925600" cy="33000"/>
            </a:xfrm>
          </p:grpSpPr>
          <p:sp>
            <p:nvSpPr>
              <p:cNvPr id="5379" name="Google Shape;5379;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1" name="Google Shape;5451;p9"/>
            <p:cNvGrpSpPr/>
            <p:nvPr/>
          </p:nvGrpSpPr>
          <p:grpSpPr>
            <a:xfrm>
              <a:off x="109200" y="2077806"/>
              <a:ext cx="8925600" cy="33000"/>
              <a:chOff x="76200" y="76206"/>
              <a:chExt cx="8925600" cy="33000"/>
            </a:xfrm>
          </p:grpSpPr>
          <p:sp>
            <p:nvSpPr>
              <p:cNvPr id="5452" name="Google Shape;5452;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4" name="Google Shape;5524;p9"/>
            <p:cNvGrpSpPr/>
            <p:nvPr/>
          </p:nvGrpSpPr>
          <p:grpSpPr>
            <a:xfrm>
              <a:off x="109200" y="2189006"/>
              <a:ext cx="8925600" cy="33000"/>
              <a:chOff x="76200" y="76206"/>
              <a:chExt cx="8925600" cy="33000"/>
            </a:xfrm>
          </p:grpSpPr>
          <p:sp>
            <p:nvSpPr>
              <p:cNvPr id="5525" name="Google Shape;5525;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9"/>
            <p:cNvGrpSpPr/>
            <p:nvPr/>
          </p:nvGrpSpPr>
          <p:grpSpPr>
            <a:xfrm>
              <a:off x="109200" y="2300206"/>
              <a:ext cx="8925600" cy="33000"/>
              <a:chOff x="76200" y="76206"/>
              <a:chExt cx="8925600" cy="33000"/>
            </a:xfrm>
          </p:grpSpPr>
          <p:sp>
            <p:nvSpPr>
              <p:cNvPr id="5598" name="Google Shape;5598;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0" name="Google Shape;5670;p9"/>
            <p:cNvGrpSpPr/>
            <p:nvPr/>
          </p:nvGrpSpPr>
          <p:grpSpPr>
            <a:xfrm>
              <a:off x="109200" y="2411406"/>
              <a:ext cx="8925600" cy="33000"/>
              <a:chOff x="76200" y="76206"/>
              <a:chExt cx="8925600" cy="33000"/>
            </a:xfrm>
          </p:grpSpPr>
          <p:sp>
            <p:nvSpPr>
              <p:cNvPr id="5671" name="Google Shape;5671;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3" name="Google Shape;5743;p9"/>
            <p:cNvGrpSpPr/>
            <p:nvPr/>
          </p:nvGrpSpPr>
          <p:grpSpPr>
            <a:xfrm>
              <a:off x="109200" y="2522606"/>
              <a:ext cx="8925600" cy="33000"/>
              <a:chOff x="76200" y="76206"/>
              <a:chExt cx="8925600" cy="33000"/>
            </a:xfrm>
          </p:grpSpPr>
          <p:sp>
            <p:nvSpPr>
              <p:cNvPr id="5744" name="Google Shape;5744;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
            <p:cNvGrpSpPr/>
            <p:nvPr/>
          </p:nvGrpSpPr>
          <p:grpSpPr>
            <a:xfrm>
              <a:off x="109200" y="2633806"/>
              <a:ext cx="8925600" cy="33000"/>
              <a:chOff x="76200" y="76206"/>
              <a:chExt cx="8925600" cy="33000"/>
            </a:xfrm>
          </p:grpSpPr>
          <p:sp>
            <p:nvSpPr>
              <p:cNvPr id="5817" name="Google Shape;5817;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9" name="Google Shape;5889;p9"/>
            <p:cNvGrpSpPr/>
            <p:nvPr/>
          </p:nvGrpSpPr>
          <p:grpSpPr>
            <a:xfrm>
              <a:off x="109200" y="2745006"/>
              <a:ext cx="8925600" cy="33000"/>
              <a:chOff x="76200" y="76206"/>
              <a:chExt cx="8925600" cy="33000"/>
            </a:xfrm>
          </p:grpSpPr>
          <p:sp>
            <p:nvSpPr>
              <p:cNvPr id="5890" name="Google Shape;5890;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9"/>
            <p:cNvGrpSpPr/>
            <p:nvPr/>
          </p:nvGrpSpPr>
          <p:grpSpPr>
            <a:xfrm>
              <a:off x="109200" y="2856206"/>
              <a:ext cx="8925600" cy="33000"/>
              <a:chOff x="76200" y="76206"/>
              <a:chExt cx="8925600" cy="33000"/>
            </a:xfrm>
          </p:grpSpPr>
          <p:sp>
            <p:nvSpPr>
              <p:cNvPr id="5963" name="Google Shape;5963;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
            <p:cNvGrpSpPr/>
            <p:nvPr/>
          </p:nvGrpSpPr>
          <p:grpSpPr>
            <a:xfrm>
              <a:off x="109200" y="2967406"/>
              <a:ext cx="8925600" cy="33000"/>
              <a:chOff x="76200" y="76206"/>
              <a:chExt cx="8925600" cy="33000"/>
            </a:xfrm>
          </p:grpSpPr>
          <p:sp>
            <p:nvSpPr>
              <p:cNvPr id="6036" name="Google Shape;6036;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8" name="Google Shape;6108;p9"/>
            <p:cNvGrpSpPr/>
            <p:nvPr/>
          </p:nvGrpSpPr>
          <p:grpSpPr>
            <a:xfrm>
              <a:off x="109200" y="3078606"/>
              <a:ext cx="8925600" cy="33000"/>
              <a:chOff x="76200" y="76206"/>
              <a:chExt cx="8925600" cy="33000"/>
            </a:xfrm>
          </p:grpSpPr>
          <p:sp>
            <p:nvSpPr>
              <p:cNvPr id="6109" name="Google Shape;6109;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
            <p:cNvGrpSpPr/>
            <p:nvPr/>
          </p:nvGrpSpPr>
          <p:grpSpPr>
            <a:xfrm>
              <a:off x="109200" y="3189806"/>
              <a:ext cx="8925600" cy="33000"/>
              <a:chOff x="76200" y="76206"/>
              <a:chExt cx="8925600" cy="33000"/>
            </a:xfrm>
          </p:grpSpPr>
          <p:sp>
            <p:nvSpPr>
              <p:cNvPr id="6182" name="Google Shape;6182;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4" name="Google Shape;6254;p9"/>
            <p:cNvGrpSpPr/>
            <p:nvPr/>
          </p:nvGrpSpPr>
          <p:grpSpPr>
            <a:xfrm>
              <a:off x="109200" y="3301006"/>
              <a:ext cx="8925600" cy="33000"/>
              <a:chOff x="76200" y="76206"/>
              <a:chExt cx="8925600" cy="33000"/>
            </a:xfrm>
          </p:grpSpPr>
          <p:sp>
            <p:nvSpPr>
              <p:cNvPr id="6255" name="Google Shape;6255;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9"/>
            <p:cNvGrpSpPr/>
            <p:nvPr/>
          </p:nvGrpSpPr>
          <p:grpSpPr>
            <a:xfrm>
              <a:off x="109200" y="3412206"/>
              <a:ext cx="8925600" cy="33000"/>
              <a:chOff x="76200" y="76206"/>
              <a:chExt cx="8925600" cy="33000"/>
            </a:xfrm>
          </p:grpSpPr>
          <p:sp>
            <p:nvSpPr>
              <p:cNvPr id="6328" name="Google Shape;6328;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0" name="Google Shape;6400;p9"/>
            <p:cNvGrpSpPr/>
            <p:nvPr/>
          </p:nvGrpSpPr>
          <p:grpSpPr>
            <a:xfrm>
              <a:off x="109200" y="3523406"/>
              <a:ext cx="8925600" cy="33000"/>
              <a:chOff x="76200" y="76206"/>
              <a:chExt cx="8925600" cy="33000"/>
            </a:xfrm>
          </p:grpSpPr>
          <p:sp>
            <p:nvSpPr>
              <p:cNvPr id="6401" name="Google Shape;6401;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3" name="Google Shape;6473;p9"/>
            <p:cNvGrpSpPr/>
            <p:nvPr/>
          </p:nvGrpSpPr>
          <p:grpSpPr>
            <a:xfrm>
              <a:off x="109200" y="3634606"/>
              <a:ext cx="8925600" cy="33000"/>
              <a:chOff x="76200" y="76206"/>
              <a:chExt cx="8925600" cy="33000"/>
            </a:xfrm>
          </p:grpSpPr>
          <p:sp>
            <p:nvSpPr>
              <p:cNvPr id="6474" name="Google Shape;6474;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6" name="Google Shape;6546;p9"/>
            <p:cNvGrpSpPr/>
            <p:nvPr/>
          </p:nvGrpSpPr>
          <p:grpSpPr>
            <a:xfrm>
              <a:off x="109200" y="3745806"/>
              <a:ext cx="8925600" cy="33000"/>
              <a:chOff x="76200" y="76206"/>
              <a:chExt cx="8925600" cy="33000"/>
            </a:xfrm>
          </p:grpSpPr>
          <p:sp>
            <p:nvSpPr>
              <p:cNvPr id="6547" name="Google Shape;6547;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9" name="Google Shape;6619;p9"/>
            <p:cNvGrpSpPr/>
            <p:nvPr/>
          </p:nvGrpSpPr>
          <p:grpSpPr>
            <a:xfrm>
              <a:off x="109200" y="3857006"/>
              <a:ext cx="8925600" cy="33000"/>
              <a:chOff x="76200" y="76206"/>
              <a:chExt cx="8925600" cy="33000"/>
            </a:xfrm>
          </p:grpSpPr>
          <p:sp>
            <p:nvSpPr>
              <p:cNvPr id="6620" name="Google Shape;6620;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9"/>
            <p:cNvGrpSpPr/>
            <p:nvPr/>
          </p:nvGrpSpPr>
          <p:grpSpPr>
            <a:xfrm>
              <a:off x="109200" y="3968206"/>
              <a:ext cx="8925600" cy="33000"/>
              <a:chOff x="76200" y="76206"/>
              <a:chExt cx="8925600" cy="33000"/>
            </a:xfrm>
          </p:grpSpPr>
          <p:sp>
            <p:nvSpPr>
              <p:cNvPr id="6693" name="Google Shape;6693;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5" name="Google Shape;6765;p9"/>
            <p:cNvGrpSpPr/>
            <p:nvPr/>
          </p:nvGrpSpPr>
          <p:grpSpPr>
            <a:xfrm>
              <a:off x="109200" y="4079406"/>
              <a:ext cx="8925600" cy="33000"/>
              <a:chOff x="76200" y="76206"/>
              <a:chExt cx="8925600" cy="33000"/>
            </a:xfrm>
          </p:grpSpPr>
          <p:sp>
            <p:nvSpPr>
              <p:cNvPr id="6766" name="Google Shape;6766;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9"/>
            <p:cNvGrpSpPr/>
            <p:nvPr/>
          </p:nvGrpSpPr>
          <p:grpSpPr>
            <a:xfrm>
              <a:off x="109200" y="4190606"/>
              <a:ext cx="8925600" cy="33000"/>
              <a:chOff x="76200" y="76206"/>
              <a:chExt cx="8925600" cy="33000"/>
            </a:xfrm>
          </p:grpSpPr>
          <p:sp>
            <p:nvSpPr>
              <p:cNvPr id="6839" name="Google Shape;6839;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1" name="Google Shape;6911;p9"/>
            <p:cNvGrpSpPr/>
            <p:nvPr/>
          </p:nvGrpSpPr>
          <p:grpSpPr>
            <a:xfrm>
              <a:off x="109200" y="4301806"/>
              <a:ext cx="8925600" cy="33000"/>
              <a:chOff x="76200" y="76206"/>
              <a:chExt cx="8925600" cy="33000"/>
            </a:xfrm>
          </p:grpSpPr>
          <p:sp>
            <p:nvSpPr>
              <p:cNvPr id="6912" name="Google Shape;6912;p9"/>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84" name="Google Shape;6984;p9"/>
          <p:cNvGrpSpPr/>
          <p:nvPr/>
        </p:nvGrpSpPr>
        <p:grpSpPr>
          <a:xfrm>
            <a:off x="8320098" y="4866112"/>
            <a:ext cx="510133" cy="78484"/>
            <a:chOff x="3521300" y="154525"/>
            <a:chExt cx="1256175" cy="193500"/>
          </a:xfrm>
        </p:grpSpPr>
        <p:sp>
          <p:nvSpPr>
            <p:cNvPr id="6985" name="Google Shape;6985;p9"/>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9" name="Google Shape;6989;p9"/>
          <p:cNvSpPr txBox="1">
            <a:spLocks noGrp="1"/>
          </p:cNvSpPr>
          <p:nvPr>
            <p:ph type="title"/>
          </p:nvPr>
        </p:nvSpPr>
        <p:spPr>
          <a:xfrm>
            <a:off x="1584600" y="1123800"/>
            <a:ext cx="5974800" cy="1897500"/>
          </a:xfrm>
          <a:prstGeom prst="rect">
            <a:avLst/>
          </a:prstGeom>
          <a:solidFill>
            <a:schemeClr val="lt1"/>
          </a:solidFill>
        </p:spPr>
        <p:txBody>
          <a:bodyPr spcFirstLastPara="1" wrap="square" lIns="91425" tIns="64000" rIns="91425" bIns="91425" anchor="ctr" anchorCtr="0">
            <a:noAutofit/>
          </a:bodyPr>
          <a:lstStyle>
            <a:lvl1pPr lvl="0" algn="ctr" rtl="0">
              <a:spcBef>
                <a:spcPts val="0"/>
              </a:spcBef>
              <a:spcAft>
                <a:spcPts val="0"/>
              </a:spcAft>
              <a:buSzPts val="3600"/>
              <a:buNone/>
              <a:defRPr sz="11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990" name="Google Shape;6990;p9"/>
          <p:cNvSpPr txBox="1">
            <a:spLocks noGrp="1"/>
          </p:cNvSpPr>
          <p:nvPr>
            <p:ph type="subTitle" idx="1"/>
          </p:nvPr>
        </p:nvSpPr>
        <p:spPr>
          <a:xfrm>
            <a:off x="2093125" y="3377584"/>
            <a:ext cx="4957800" cy="713400"/>
          </a:xfrm>
          <a:prstGeom prst="rect">
            <a:avLst/>
          </a:prstGeom>
          <a:solidFill>
            <a:schemeClr val="lt1"/>
          </a:solidFill>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991"/>
        <p:cNvGrpSpPr/>
        <p:nvPr/>
      </p:nvGrpSpPr>
      <p:grpSpPr>
        <a:xfrm>
          <a:off x="0" y="0"/>
          <a:ext cx="0" cy="0"/>
          <a:chOff x="0" y="0"/>
          <a:chExt cx="0" cy="0"/>
        </a:xfrm>
      </p:grpSpPr>
      <p:sp>
        <p:nvSpPr>
          <p:cNvPr id="6992" name="Google Shape;6992;p10"/>
          <p:cNvSpPr txBox="1">
            <a:spLocks noGrp="1"/>
          </p:cNvSpPr>
          <p:nvPr>
            <p:ph type="title"/>
          </p:nvPr>
        </p:nvSpPr>
        <p:spPr>
          <a:xfrm>
            <a:off x="1828800" y="482542"/>
            <a:ext cx="5486400" cy="8445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993"/>
        <p:cNvGrpSpPr/>
        <p:nvPr/>
      </p:nvGrpSpPr>
      <p:grpSpPr>
        <a:xfrm>
          <a:off x="0" y="0"/>
          <a:ext cx="0" cy="0"/>
          <a:chOff x="0" y="0"/>
          <a:chExt cx="0" cy="0"/>
        </a:xfrm>
      </p:grpSpPr>
      <p:grpSp>
        <p:nvGrpSpPr>
          <p:cNvPr id="6994" name="Google Shape;6994;p11"/>
          <p:cNvGrpSpPr/>
          <p:nvPr/>
        </p:nvGrpSpPr>
        <p:grpSpPr>
          <a:xfrm>
            <a:off x="313503" y="540001"/>
            <a:ext cx="8516808" cy="4063556"/>
            <a:chOff x="109200" y="76206"/>
            <a:chExt cx="8925600" cy="4258600"/>
          </a:xfrm>
        </p:grpSpPr>
        <p:grpSp>
          <p:nvGrpSpPr>
            <p:cNvPr id="6995" name="Google Shape;6995;p11"/>
            <p:cNvGrpSpPr/>
            <p:nvPr/>
          </p:nvGrpSpPr>
          <p:grpSpPr>
            <a:xfrm>
              <a:off x="109200" y="76206"/>
              <a:ext cx="8925600" cy="33000"/>
              <a:chOff x="76200" y="76206"/>
              <a:chExt cx="8925600" cy="33000"/>
            </a:xfrm>
          </p:grpSpPr>
          <p:sp>
            <p:nvSpPr>
              <p:cNvPr id="6996" name="Google Shape;6996;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11"/>
            <p:cNvGrpSpPr/>
            <p:nvPr/>
          </p:nvGrpSpPr>
          <p:grpSpPr>
            <a:xfrm>
              <a:off x="109200" y="187406"/>
              <a:ext cx="8925600" cy="33000"/>
              <a:chOff x="76200" y="76206"/>
              <a:chExt cx="8925600" cy="33000"/>
            </a:xfrm>
          </p:grpSpPr>
          <p:sp>
            <p:nvSpPr>
              <p:cNvPr id="7069" name="Google Shape;7069;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1" name="Google Shape;7141;p11"/>
            <p:cNvGrpSpPr/>
            <p:nvPr/>
          </p:nvGrpSpPr>
          <p:grpSpPr>
            <a:xfrm>
              <a:off x="109200" y="298606"/>
              <a:ext cx="8925600" cy="33000"/>
              <a:chOff x="76200" y="76206"/>
              <a:chExt cx="8925600" cy="33000"/>
            </a:xfrm>
          </p:grpSpPr>
          <p:sp>
            <p:nvSpPr>
              <p:cNvPr id="7142" name="Google Shape;7142;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4" name="Google Shape;7214;p11"/>
            <p:cNvGrpSpPr/>
            <p:nvPr/>
          </p:nvGrpSpPr>
          <p:grpSpPr>
            <a:xfrm>
              <a:off x="109200" y="409806"/>
              <a:ext cx="8925600" cy="33000"/>
              <a:chOff x="76200" y="76206"/>
              <a:chExt cx="8925600" cy="33000"/>
            </a:xfrm>
          </p:grpSpPr>
          <p:sp>
            <p:nvSpPr>
              <p:cNvPr id="7215" name="Google Shape;7215;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11"/>
            <p:cNvGrpSpPr/>
            <p:nvPr/>
          </p:nvGrpSpPr>
          <p:grpSpPr>
            <a:xfrm>
              <a:off x="109200" y="521006"/>
              <a:ext cx="8925600" cy="33000"/>
              <a:chOff x="76200" y="76206"/>
              <a:chExt cx="8925600" cy="33000"/>
            </a:xfrm>
          </p:grpSpPr>
          <p:sp>
            <p:nvSpPr>
              <p:cNvPr id="7288" name="Google Shape;7288;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0" name="Google Shape;7360;p11"/>
            <p:cNvGrpSpPr/>
            <p:nvPr/>
          </p:nvGrpSpPr>
          <p:grpSpPr>
            <a:xfrm>
              <a:off x="109200" y="632206"/>
              <a:ext cx="8925600" cy="33000"/>
              <a:chOff x="76200" y="76206"/>
              <a:chExt cx="8925600" cy="33000"/>
            </a:xfrm>
          </p:grpSpPr>
          <p:sp>
            <p:nvSpPr>
              <p:cNvPr id="7361" name="Google Shape;7361;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3" name="Google Shape;7433;p11"/>
            <p:cNvGrpSpPr/>
            <p:nvPr/>
          </p:nvGrpSpPr>
          <p:grpSpPr>
            <a:xfrm>
              <a:off x="109200" y="743406"/>
              <a:ext cx="8925600" cy="33000"/>
              <a:chOff x="76200" y="76206"/>
              <a:chExt cx="8925600" cy="33000"/>
            </a:xfrm>
          </p:grpSpPr>
          <p:sp>
            <p:nvSpPr>
              <p:cNvPr id="7434" name="Google Shape;7434;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11"/>
            <p:cNvGrpSpPr/>
            <p:nvPr/>
          </p:nvGrpSpPr>
          <p:grpSpPr>
            <a:xfrm>
              <a:off x="109200" y="854606"/>
              <a:ext cx="8925600" cy="33000"/>
              <a:chOff x="76200" y="76206"/>
              <a:chExt cx="8925600" cy="33000"/>
            </a:xfrm>
          </p:grpSpPr>
          <p:sp>
            <p:nvSpPr>
              <p:cNvPr id="7507" name="Google Shape;7507;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9" name="Google Shape;7579;p11"/>
            <p:cNvGrpSpPr/>
            <p:nvPr/>
          </p:nvGrpSpPr>
          <p:grpSpPr>
            <a:xfrm>
              <a:off x="109200" y="965806"/>
              <a:ext cx="8925600" cy="33000"/>
              <a:chOff x="76200" y="76206"/>
              <a:chExt cx="8925600" cy="33000"/>
            </a:xfrm>
          </p:grpSpPr>
          <p:sp>
            <p:nvSpPr>
              <p:cNvPr id="7580" name="Google Shape;7580;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11"/>
            <p:cNvGrpSpPr/>
            <p:nvPr/>
          </p:nvGrpSpPr>
          <p:grpSpPr>
            <a:xfrm>
              <a:off x="109200" y="1077006"/>
              <a:ext cx="8925600" cy="33000"/>
              <a:chOff x="76200" y="76206"/>
              <a:chExt cx="8925600" cy="33000"/>
            </a:xfrm>
          </p:grpSpPr>
          <p:sp>
            <p:nvSpPr>
              <p:cNvPr id="7653" name="Google Shape;7653;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11"/>
            <p:cNvGrpSpPr/>
            <p:nvPr/>
          </p:nvGrpSpPr>
          <p:grpSpPr>
            <a:xfrm>
              <a:off x="109200" y="1188206"/>
              <a:ext cx="8925600" cy="33000"/>
              <a:chOff x="76200" y="76206"/>
              <a:chExt cx="8925600" cy="33000"/>
            </a:xfrm>
          </p:grpSpPr>
          <p:sp>
            <p:nvSpPr>
              <p:cNvPr id="7726" name="Google Shape;7726;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8" name="Google Shape;7798;p11"/>
            <p:cNvGrpSpPr/>
            <p:nvPr/>
          </p:nvGrpSpPr>
          <p:grpSpPr>
            <a:xfrm>
              <a:off x="109200" y="1299406"/>
              <a:ext cx="8925600" cy="33000"/>
              <a:chOff x="76200" y="76206"/>
              <a:chExt cx="8925600" cy="33000"/>
            </a:xfrm>
          </p:grpSpPr>
          <p:sp>
            <p:nvSpPr>
              <p:cNvPr id="7799" name="Google Shape;7799;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1" name="Google Shape;7871;p11"/>
            <p:cNvGrpSpPr/>
            <p:nvPr/>
          </p:nvGrpSpPr>
          <p:grpSpPr>
            <a:xfrm>
              <a:off x="109200" y="1410606"/>
              <a:ext cx="8925600" cy="33000"/>
              <a:chOff x="76200" y="76206"/>
              <a:chExt cx="8925600" cy="33000"/>
            </a:xfrm>
          </p:grpSpPr>
          <p:sp>
            <p:nvSpPr>
              <p:cNvPr id="7872" name="Google Shape;7872;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11"/>
            <p:cNvGrpSpPr/>
            <p:nvPr/>
          </p:nvGrpSpPr>
          <p:grpSpPr>
            <a:xfrm>
              <a:off x="109200" y="1521806"/>
              <a:ext cx="8925600" cy="33000"/>
              <a:chOff x="76200" y="76206"/>
              <a:chExt cx="8925600" cy="33000"/>
            </a:xfrm>
          </p:grpSpPr>
          <p:sp>
            <p:nvSpPr>
              <p:cNvPr id="7945" name="Google Shape;7945;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7" name="Google Shape;8017;p11"/>
            <p:cNvGrpSpPr/>
            <p:nvPr/>
          </p:nvGrpSpPr>
          <p:grpSpPr>
            <a:xfrm>
              <a:off x="109200" y="1633006"/>
              <a:ext cx="8925600" cy="33000"/>
              <a:chOff x="76200" y="76206"/>
              <a:chExt cx="8925600" cy="33000"/>
            </a:xfrm>
          </p:grpSpPr>
          <p:sp>
            <p:nvSpPr>
              <p:cNvPr id="8018" name="Google Shape;8018;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11"/>
            <p:cNvGrpSpPr/>
            <p:nvPr/>
          </p:nvGrpSpPr>
          <p:grpSpPr>
            <a:xfrm>
              <a:off x="109200" y="1744206"/>
              <a:ext cx="8925600" cy="33000"/>
              <a:chOff x="76200" y="76206"/>
              <a:chExt cx="8925600" cy="33000"/>
            </a:xfrm>
          </p:grpSpPr>
          <p:sp>
            <p:nvSpPr>
              <p:cNvPr id="8091" name="Google Shape;8091;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3" name="Google Shape;8163;p11"/>
            <p:cNvGrpSpPr/>
            <p:nvPr/>
          </p:nvGrpSpPr>
          <p:grpSpPr>
            <a:xfrm>
              <a:off x="109200" y="1855406"/>
              <a:ext cx="8925600" cy="33000"/>
              <a:chOff x="76200" y="76206"/>
              <a:chExt cx="8925600" cy="33000"/>
            </a:xfrm>
          </p:grpSpPr>
          <p:sp>
            <p:nvSpPr>
              <p:cNvPr id="8164" name="Google Shape;8164;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11"/>
            <p:cNvGrpSpPr/>
            <p:nvPr/>
          </p:nvGrpSpPr>
          <p:grpSpPr>
            <a:xfrm>
              <a:off x="109200" y="1966606"/>
              <a:ext cx="8925600" cy="33000"/>
              <a:chOff x="76200" y="76206"/>
              <a:chExt cx="8925600" cy="33000"/>
            </a:xfrm>
          </p:grpSpPr>
          <p:sp>
            <p:nvSpPr>
              <p:cNvPr id="8237" name="Google Shape;8237;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11"/>
            <p:cNvGrpSpPr/>
            <p:nvPr/>
          </p:nvGrpSpPr>
          <p:grpSpPr>
            <a:xfrm>
              <a:off x="109200" y="2077806"/>
              <a:ext cx="8925600" cy="33000"/>
              <a:chOff x="76200" y="76206"/>
              <a:chExt cx="8925600" cy="33000"/>
            </a:xfrm>
          </p:grpSpPr>
          <p:sp>
            <p:nvSpPr>
              <p:cNvPr id="8310" name="Google Shape;8310;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11"/>
            <p:cNvGrpSpPr/>
            <p:nvPr/>
          </p:nvGrpSpPr>
          <p:grpSpPr>
            <a:xfrm>
              <a:off x="109200" y="2189006"/>
              <a:ext cx="8925600" cy="33000"/>
              <a:chOff x="76200" y="76206"/>
              <a:chExt cx="8925600" cy="33000"/>
            </a:xfrm>
          </p:grpSpPr>
          <p:sp>
            <p:nvSpPr>
              <p:cNvPr id="8383" name="Google Shape;8383;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11"/>
            <p:cNvGrpSpPr/>
            <p:nvPr/>
          </p:nvGrpSpPr>
          <p:grpSpPr>
            <a:xfrm>
              <a:off x="109200" y="2300206"/>
              <a:ext cx="8925600" cy="33000"/>
              <a:chOff x="76200" y="76206"/>
              <a:chExt cx="8925600" cy="33000"/>
            </a:xfrm>
          </p:grpSpPr>
          <p:sp>
            <p:nvSpPr>
              <p:cNvPr id="8456" name="Google Shape;8456;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11"/>
            <p:cNvGrpSpPr/>
            <p:nvPr/>
          </p:nvGrpSpPr>
          <p:grpSpPr>
            <a:xfrm>
              <a:off x="109200" y="2411406"/>
              <a:ext cx="8925600" cy="33000"/>
              <a:chOff x="76200" y="76206"/>
              <a:chExt cx="8925600" cy="33000"/>
            </a:xfrm>
          </p:grpSpPr>
          <p:sp>
            <p:nvSpPr>
              <p:cNvPr id="8529" name="Google Shape;8529;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11"/>
            <p:cNvGrpSpPr/>
            <p:nvPr/>
          </p:nvGrpSpPr>
          <p:grpSpPr>
            <a:xfrm>
              <a:off x="109200" y="2522606"/>
              <a:ext cx="8925600" cy="33000"/>
              <a:chOff x="76200" y="76206"/>
              <a:chExt cx="8925600" cy="33000"/>
            </a:xfrm>
          </p:grpSpPr>
          <p:sp>
            <p:nvSpPr>
              <p:cNvPr id="8602" name="Google Shape;8602;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11"/>
            <p:cNvGrpSpPr/>
            <p:nvPr/>
          </p:nvGrpSpPr>
          <p:grpSpPr>
            <a:xfrm>
              <a:off x="109200" y="2633806"/>
              <a:ext cx="8925600" cy="33000"/>
              <a:chOff x="76200" y="76206"/>
              <a:chExt cx="8925600" cy="33000"/>
            </a:xfrm>
          </p:grpSpPr>
          <p:sp>
            <p:nvSpPr>
              <p:cNvPr id="8675" name="Google Shape;8675;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7" name="Google Shape;8747;p11"/>
            <p:cNvGrpSpPr/>
            <p:nvPr/>
          </p:nvGrpSpPr>
          <p:grpSpPr>
            <a:xfrm>
              <a:off x="109200" y="2745006"/>
              <a:ext cx="8925600" cy="33000"/>
              <a:chOff x="76200" y="76206"/>
              <a:chExt cx="8925600" cy="33000"/>
            </a:xfrm>
          </p:grpSpPr>
          <p:sp>
            <p:nvSpPr>
              <p:cNvPr id="8748" name="Google Shape;8748;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0" name="Google Shape;8820;p11"/>
            <p:cNvGrpSpPr/>
            <p:nvPr/>
          </p:nvGrpSpPr>
          <p:grpSpPr>
            <a:xfrm>
              <a:off x="109200" y="2856206"/>
              <a:ext cx="8925600" cy="33000"/>
              <a:chOff x="76200" y="76206"/>
              <a:chExt cx="8925600" cy="33000"/>
            </a:xfrm>
          </p:grpSpPr>
          <p:sp>
            <p:nvSpPr>
              <p:cNvPr id="8821" name="Google Shape;8821;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11"/>
            <p:cNvGrpSpPr/>
            <p:nvPr/>
          </p:nvGrpSpPr>
          <p:grpSpPr>
            <a:xfrm>
              <a:off x="109200" y="2967406"/>
              <a:ext cx="8925600" cy="33000"/>
              <a:chOff x="76200" y="76206"/>
              <a:chExt cx="8925600" cy="33000"/>
            </a:xfrm>
          </p:grpSpPr>
          <p:sp>
            <p:nvSpPr>
              <p:cNvPr id="8894" name="Google Shape;8894;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11"/>
            <p:cNvGrpSpPr/>
            <p:nvPr/>
          </p:nvGrpSpPr>
          <p:grpSpPr>
            <a:xfrm>
              <a:off x="109200" y="3078606"/>
              <a:ext cx="8925600" cy="33000"/>
              <a:chOff x="76200" y="76206"/>
              <a:chExt cx="8925600" cy="33000"/>
            </a:xfrm>
          </p:grpSpPr>
          <p:sp>
            <p:nvSpPr>
              <p:cNvPr id="8967" name="Google Shape;8967;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11"/>
            <p:cNvGrpSpPr/>
            <p:nvPr/>
          </p:nvGrpSpPr>
          <p:grpSpPr>
            <a:xfrm>
              <a:off x="109200" y="3189806"/>
              <a:ext cx="8925600" cy="33000"/>
              <a:chOff x="76200" y="76206"/>
              <a:chExt cx="8925600" cy="33000"/>
            </a:xfrm>
          </p:grpSpPr>
          <p:sp>
            <p:nvSpPr>
              <p:cNvPr id="9040" name="Google Shape;9040;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11"/>
            <p:cNvGrpSpPr/>
            <p:nvPr/>
          </p:nvGrpSpPr>
          <p:grpSpPr>
            <a:xfrm>
              <a:off x="109200" y="3301006"/>
              <a:ext cx="8925600" cy="33000"/>
              <a:chOff x="76200" y="76206"/>
              <a:chExt cx="8925600" cy="33000"/>
            </a:xfrm>
          </p:grpSpPr>
          <p:sp>
            <p:nvSpPr>
              <p:cNvPr id="9113" name="Google Shape;9113;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11"/>
            <p:cNvGrpSpPr/>
            <p:nvPr/>
          </p:nvGrpSpPr>
          <p:grpSpPr>
            <a:xfrm>
              <a:off x="109200" y="3412206"/>
              <a:ext cx="8925600" cy="33000"/>
              <a:chOff x="76200" y="76206"/>
              <a:chExt cx="8925600" cy="33000"/>
            </a:xfrm>
          </p:grpSpPr>
          <p:sp>
            <p:nvSpPr>
              <p:cNvPr id="9186" name="Google Shape;9186;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8" name="Google Shape;9258;p11"/>
            <p:cNvGrpSpPr/>
            <p:nvPr/>
          </p:nvGrpSpPr>
          <p:grpSpPr>
            <a:xfrm>
              <a:off x="109200" y="3523406"/>
              <a:ext cx="8925600" cy="33000"/>
              <a:chOff x="76200" y="76206"/>
              <a:chExt cx="8925600" cy="33000"/>
            </a:xfrm>
          </p:grpSpPr>
          <p:sp>
            <p:nvSpPr>
              <p:cNvPr id="9259" name="Google Shape;9259;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1" name="Google Shape;9331;p11"/>
            <p:cNvGrpSpPr/>
            <p:nvPr/>
          </p:nvGrpSpPr>
          <p:grpSpPr>
            <a:xfrm>
              <a:off x="109200" y="3634606"/>
              <a:ext cx="8925600" cy="33000"/>
              <a:chOff x="76200" y="76206"/>
              <a:chExt cx="8925600" cy="33000"/>
            </a:xfrm>
          </p:grpSpPr>
          <p:sp>
            <p:nvSpPr>
              <p:cNvPr id="9332" name="Google Shape;9332;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4" name="Google Shape;9404;p11"/>
            <p:cNvGrpSpPr/>
            <p:nvPr/>
          </p:nvGrpSpPr>
          <p:grpSpPr>
            <a:xfrm>
              <a:off x="109200" y="3745806"/>
              <a:ext cx="8925600" cy="33000"/>
              <a:chOff x="76200" y="76206"/>
              <a:chExt cx="8925600" cy="33000"/>
            </a:xfrm>
          </p:grpSpPr>
          <p:sp>
            <p:nvSpPr>
              <p:cNvPr id="9405" name="Google Shape;9405;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7" name="Google Shape;9477;p11"/>
            <p:cNvGrpSpPr/>
            <p:nvPr/>
          </p:nvGrpSpPr>
          <p:grpSpPr>
            <a:xfrm>
              <a:off x="109200" y="3857006"/>
              <a:ext cx="8925600" cy="33000"/>
              <a:chOff x="76200" y="76206"/>
              <a:chExt cx="8925600" cy="33000"/>
            </a:xfrm>
          </p:grpSpPr>
          <p:sp>
            <p:nvSpPr>
              <p:cNvPr id="9478" name="Google Shape;9478;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11"/>
            <p:cNvGrpSpPr/>
            <p:nvPr/>
          </p:nvGrpSpPr>
          <p:grpSpPr>
            <a:xfrm>
              <a:off x="109200" y="3968206"/>
              <a:ext cx="8925600" cy="33000"/>
              <a:chOff x="76200" y="76206"/>
              <a:chExt cx="8925600" cy="33000"/>
            </a:xfrm>
          </p:grpSpPr>
          <p:sp>
            <p:nvSpPr>
              <p:cNvPr id="9551" name="Google Shape;9551;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3" name="Google Shape;9623;p11"/>
            <p:cNvGrpSpPr/>
            <p:nvPr/>
          </p:nvGrpSpPr>
          <p:grpSpPr>
            <a:xfrm>
              <a:off x="109200" y="4079406"/>
              <a:ext cx="8925600" cy="33000"/>
              <a:chOff x="76200" y="76206"/>
              <a:chExt cx="8925600" cy="33000"/>
            </a:xfrm>
          </p:grpSpPr>
          <p:sp>
            <p:nvSpPr>
              <p:cNvPr id="9624" name="Google Shape;9624;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11"/>
            <p:cNvGrpSpPr/>
            <p:nvPr/>
          </p:nvGrpSpPr>
          <p:grpSpPr>
            <a:xfrm>
              <a:off x="109200" y="4190606"/>
              <a:ext cx="8925600" cy="33000"/>
              <a:chOff x="76200" y="76206"/>
              <a:chExt cx="8925600" cy="33000"/>
            </a:xfrm>
          </p:grpSpPr>
          <p:sp>
            <p:nvSpPr>
              <p:cNvPr id="9697" name="Google Shape;9697;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11"/>
            <p:cNvGrpSpPr/>
            <p:nvPr/>
          </p:nvGrpSpPr>
          <p:grpSpPr>
            <a:xfrm>
              <a:off x="109200" y="4301806"/>
              <a:ext cx="8925600" cy="33000"/>
              <a:chOff x="76200" y="76206"/>
              <a:chExt cx="8925600" cy="33000"/>
            </a:xfrm>
          </p:grpSpPr>
          <p:sp>
            <p:nvSpPr>
              <p:cNvPr id="9770" name="Google Shape;9770;p11"/>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1"/>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1"/>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1"/>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1"/>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1"/>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1"/>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1"/>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1"/>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1"/>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1"/>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1"/>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1"/>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1"/>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1"/>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1"/>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1"/>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1"/>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1"/>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1"/>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1"/>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1"/>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1"/>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1"/>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11"/>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1"/>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1"/>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1"/>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1"/>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1"/>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1"/>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1"/>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1"/>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1"/>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1"/>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1"/>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1"/>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1"/>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1"/>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1"/>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1"/>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1"/>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1"/>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1"/>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1"/>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1"/>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1"/>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1"/>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1"/>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1"/>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1"/>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1"/>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1"/>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1"/>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1"/>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1"/>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1"/>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1"/>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1"/>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1"/>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1"/>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1"/>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1"/>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1"/>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1"/>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1"/>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1"/>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1"/>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1"/>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1"/>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1"/>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11"/>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42" name="Google Shape;9842;p11"/>
          <p:cNvGrpSpPr/>
          <p:nvPr/>
        </p:nvGrpSpPr>
        <p:grpSpPr>
          <a:xfrm>
            <a:off x="8320098" y="4866112"/>
            <a:ext cx="510133" cy="78484"/>
            <a:chOff x="3521300" y="154525"/>
            <a:chExt cx="1256175" cy="193500"/>
          </a:xfrm>
        </p:grpSpPr>
        <p:sp>
          <p:nvSpPr>
            <p:cNvPr id="9843" name="Google Shape;9843;p11"/>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1"/>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1"/>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1"/>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11"/>
          <p:cNvSpPr txBox="1">
            <a:spLocks noGrp="1"/>
          </p:cNvSpPr>
          <p:nvPr>
            <p:ph type="title" hasCustomPrompt="1"/>
          </p:nvPr>
        </p:nvSpPr>
        <p:spPr>
          <a:xfrm>
            <a:off x="720050" y="1464525"/>
            <a:ext cx="7704000" cy="1698900"/>
          </a:xfrm>
          <a:prstGeom prst="rect">
            <a:avLst/>
          </a:prstGeom>
          <a:solidFill>
            <a:schemeClr val="lt1"/>
          </a:solidFill>
        </p:spPr>
        <p:txBody>
          <a:bodyPr spcFirstLastPara="1" wrap="square" lIns="91425" tIns="64000" rIns="91425" bIns="91425" anchor="ctr" anchorCtr="0">
            <a:noAutofit/>
          </a:bodyPr>
          <a:lstStyle>
            <a:lvl1pPr lvl="0" algn="ctr">
              <a:spcBef>
                <a:spcPts val="0"/>
              </a:spcBef>
              <a:spcAft>
                <a:spcPts val="0"/>
              </a:spcAft>
              <a:buSzPts val="9600"/>
              <a:buNone/>
              <a:defRPr sz="87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848" name="Google Shape;9848;p11"/>
          <p:cNvSpPr txBox="1">
            <a:spLocks noGrp="1"/>
          </p:cNvSpPr>
          <p:nvPr>
            <p:ph type="subTitle" idx="1"/>
          </p:nvPr>
        </p:nvSpPr>
        <p:spPr>
          <a:xfrm>
            <a:off x="2433450" y="3471636"/>
            <a:ext cx="4277100" cy="640200"/>
          </a:xfrm>
          <a:prstGeom prst="rect">
            <a:avLst/>
          </a:prstGeom>
          <a:solidFill>
            <a:schemeClr val="lt1"/>
          </a:solidFill>
        </p:spPr>
        <p:txBody>
          <a:bodyPr spcFirstLastPara="1" wrap="square" lIns="0" tIns="0" rIns="0" bIns="0"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9849"/>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_3_2">
    <p:spTree>
      <p:nvGrpSpPr>
        <p:cNvPr id="1" name="Shape 9850"/>
        <p:cNvGrpSpPr/>
        <p:nvPr/>
      </p:nvGrpSpPr>
      <p:grpSpPr>
        <a:xfrm>
          <a:off x="0" y="0"/>
          <a:ext cx="0" cy="0"/>
          <a:chOff x="0" y="0"/>
          <a:chExt cx="0" cy="0"/>
        </a:xfrm>
      </p:grpSpPr>
      <p:sp>
        <p:nvSpPr>
          <p:cNvPr id="9851" name="Google Shape;9851;p13"/>
          <p:cNvSpPr txBox="1">
            <a:spLocks noGrp="1"/>
          </p:cNvSpPr>
          <p:nvPr>
            <p:ph type="title"/>
          </p:nvPr>
        </p:nvSpPr>
        <p:spPr>
          <a:xfrm>
            <a:off x="720000" y="1674523"/>
            <a:ext cx="2301600" cy="457200"/>
          </a:xfrm>
          <a:prstGeom prst="rect">
            <a:avLst/>
          </a:prstGeom>
          <a:noFill/>
        </p:spPr>
        <p:txBody>
          <a:bodyPr spcFirstLastPara="1" wrap="square" lIns="0" tIns="0" rIns="0" bIns="0"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52" name="Google Shape;9852;p13"/>
          <p:cNvSpPr txBox="1">
            <a:spLocks noGrp="1"/>
          </p:cNvSpPr>
          <p:nvPr>
            <p:ph type="subTitle" idx="1"/>
          </p:nvPr>
        </p:nvSpPr>
        <p:spPr>
          <a:xfrm>
            <a:off x="720000" y="2126021"/>
            <a:ext cx="2301600" cy="484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853" name="Google Shape;9853;p13"/>
          <p:cNvSpPr txBox="1">
            <a:spLocks noGrp="1"/>
          </p:cNvSpPr>
          <p:nvPr>
            <p:ph type="title" idx="2"/>
          </p:nvPr>
        </p:nvSpPr>
        <p:spPr>
          <a:xfrm>
            <a:off x="720000" y="3203855"/>
            <a:ext cx="2301600" cy="457200"/>
          </a:xfrm>
          <a:prstGeom prst="rect">
            <a:avLst/>
          </a:prstGeom>
          <a:noFill/>
        </p:spPr>
        <p:txBody>
          <a:bodyPr spcFirstLastPara="1" wrap="square" lIns="0" tIns="0" rIns="0" bIns="0"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54" name="Google Shape;9854;p13"/>
          <p:cNvSpPr txBox="1">
            <a:spLocks noGrp="1"/>
          </p:cNvSpPr>
          <p:nvPr>
            <p:ph type="subTitle" idx="3"/>
          </p:nvPr>
        </p:nvSpPr>
        <p:spPr>
          <a:xfrm>
            <a:off x="720000" y="3655353"/>
            <a:ext cx="2301600" cy="484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855" name="Google Shape;9855;p13"/>
          <p:cNvSpPr txBox="1">
            <a:spLocks noGrp="1"/>
          </p:cNvSpPr>
          <p:nvPr>
            <p:ph type="title" idx="4"/>
          </p:nvPr>
        </p:nvSpPr>
        <p:spPr>
          <a:xfrm>
            <a:off x="3421244" y="3203855"/>
            <a:ext cx="2301600" cy="457200"/>
          </a:xfrm>
          <a:prstGeom prst="rect">
            <a:avLst/>
          </a:prstGeom>
          <a:noFill/>
        </p:spPr>
        <p:txBody>
          <a:bodyPr spcFirstLastPara="1" wrap="square" lIns="0" tIns="0" rIns="0" bIns="0"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56" name="Google Shape;9856;p13"/>
          <p:cNvSpPr txBox="1">
            <a:spLocks noGrp="1"/>
          </p:cNvSpPr>
          <p:nvPr>
            <p:ph type="subTitle" idx="5"/>
          </p:nvPr>
        </p:nvSpPr>
        <p:spPr>
          <a:xfrm>
            <a:off x="3421244" y="3655353"/>
            <a:ext cx="2301600" cy="484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857" name="Google Shape;9857;p13"/>
          <p:cNvSpPr txBox="1">
            <a:spLocks noGrp="1"/>
          </p:cNvSpPr>
          <p:nvPr>
            <p:ph type="title" idx="6"/>
          </p:nvPr>
        </p:nvSpPr>
        <p:spPr>
          <a:xfrm>
            <a:off x="3421244" y="1674523"/>
            <a:ext cx="2301600" cy="457200"/>
          </a:xfrm>
          <a:prstGeom prst="rect">
            <a:avLst/>
          </a:prstGeom>
          <a:noFill/>
        </p:spPr>
        <p:txBody>
          <a:bodyPr spcFirstLastPara="1" wrap="square" lIns="0" tIns="0" rIns="0" bIns="0"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58" name="Google Shape;9858;p13"/>
          <p:cNvSpPr txBox="1">
            <a:spLocks noGrp="1"/>
          </p:cNvSpPr>
          <p:nvPr>
            <p:ph type="subTitle" idx="7"/>
          </p:nvPr>
        </p:nvSpPr>
        <p:spPr>
          <a:xfrm>
            <a:off x="3421244" y="2126021"/>
            <a:ext cx="2301600" cy="484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859" name="Google Shape;9859;p13"/>
          <p:cNvSpPr txBox="1">
            <a:spLocks noGrp="1"/>
          </p:cNvSpPr>
          <p:nvPr>
            <p:ph type="title" idx="8"/>
          </p:nvPr>
        </p:nvSpPr>
        <p:spPr>
          <a:xfrm>
            <a:off x="6122487" y="3203855"/>
            <a:ext cx="2301600" cy="457200"/>
          </a:xfrm>
          <a:prstGeom prst="rect">
            <a:avLst/>
          </a:prstGeom>
          <a:noFill/>
        </p:spPr>
        <p:txBody>
          <a:bodyPr spcFirstLastPara="1" wrap="square" lIns="0" tIns="0" rIns="0" bIns="0"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60" name="Google Shape;9860;p13"/>
          <p:cNvSpPr txBox="1">
            <a:spLocks noGrp="1"/>
          </p:cNvSpPr>
          <p:nvPr>
            <p:ph type="subTitle" idx="9"/>
          </p:nvPr>
        </p:nvSpPr>
        <p:spPr>
          <a:xfrm>
            <a:off x="6122487" y="3655353"/>
            <a:ext cx="2301600" cy="484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861" name="Google Shape;9861;p13"/>
          <p:cNvSpPr txBox="1">
            <a:spLocks noGrp="1"/>
          </p:cNvSpPr>
          <p:nvPr>
            <p:ph type="title" idx="13"/>
          </p:nvPr>
        </p:nvSpPr>
        <p:spPr>
          <a:xfrm>
            <a:off x="6122487" y="1674523"/>
            <a:ext cx="2301600" cy="457200"/>
          </a:xfrm>
          <a:prstGeom prst="rect">
            <a:avLst/>
          </a:prstGeom>
          <a:noFill/>
        </p:spPr>
        <p:txBody>
          <a:bodyPr spcFirstLastPara="1" wrap="square" lIns="0" tIns="0" rIns="0" bIns="0"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862" name="Google Shape;9862;p13"/>
          <p:cNvSpPr txBox="1">
            <a:spLocks noGrp="1"/>
          </p:cNvSpPr>
          <p:nvPr>
            <p:ph type="subTitle" idx="14"/>
          </p:nvPr>
        </p:nvSpPr>
        <p:spPr>
          <a:xfrm>
            <a:off x="6122487" y="2126021"/>
            <a:ext cx="2301600" cy="484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863" name="Google Shape;9863;p13"/>
          <p:cNvSpPr txBox="1">
            <a:spLocks noGrp="1"/>
          </p:cNvSpPr>
          <p:nvPr>
            <p:ph type="title" idx="15"/>
          </p:nvPr>
        </p:nvSpPr>
        <p:spPr>
          <a:xfrm>
            <a:off x="720025"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9864" name="Google Shape;9864;p13"/>
          <p:cNvGrpSpPr/>
          <p:nvPr/>
        </p:nvGrpSpPr>
        <p:grpSpPr>
          <a:xfrm>
            <a:off x="313503" y="376409"/>
            <a:ext cx="8516819" cy="562035"/>
            <a:chOff x="313503" y="376409"/>
            <a:chExt cx="8516819" cy="562035"/>
          </a:xfrm>
        </p:grpSpPr>
        <p:sp>
          <p:nvSpPr>
            <p:cNvPr id="9865" name="Google Shape;9865;p13"/>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3"/>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3"/>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3"/>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3"/>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3"/>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3"/>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3"/>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3"/>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3"/>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3"/>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3"/>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3"/>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3"/>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3"/>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3"/>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3"/>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3"/>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3"/>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3"/>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3"/>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3"/>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3"/>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3"/>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3"/>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3"/>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3"/>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3"/>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3"/>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3"/>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3"/>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3"/>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3"/>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3"/>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3"/>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3"/>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3"/>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3"/>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3"/>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3"/>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3"/>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3"/>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3"/>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3"/>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3"/>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3"/>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3"/>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3"/>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1">
  <p:cSld name="BLANK_1_1_1_1_1_1_3_1_1">
    <p:spTree>
      <p:nvGrpSpPr>
        <p:cNvPr id="1" name="Shape 9913"/>
        <p:cNvGrpSpPr/>
        <p:nvPr/>
      </p:nvGrpSpPr>
      <p:grpSpPr>
        <a:xfrm>
          <a:off x="0" y="0"/>
          <a:ext cx="0" cy="0"/>
          <a:chOff x="0" y="0"/>
          <a:chExt cx="0" cy="0"/>
        </a:xfrm>
      </p:grpSpPr>
      <p:sp>
        <p:nvSpPr>
          <p:cNvPr id="9914" name="Google Shape;9914;p14"/>
          <p:cNvSpPr txBox="1">
            <a:spLocks noGrp="1"/>
          </p:cNvSpPr>
          <p:nvPr>
            <p:ph type="title"/>
          </p:nvPr>
        </p:nvSpPr>
        <p:spPr>
          <a:xfrm>
            <a:off x="720000" y="1826923"/>
            <a:ext cx="2301600" cy="457200"/>
          </a:xfrm>
          <a:prstGeom prst="rect">
            <a:avLst/>
          </a:prstGeom>
          <a:noFill/>
        </p:spPr>
        <p:txBody>
          <a:bodyPr spcFirstLastPara="1" wrap="square" lIns="0" tIns="0" rIns="0" bIns="0" anchor="ctr"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915" name="Google Shape;9915;p14"/>
          <p:cNvSpPr txBox="1">
            <a:spLocks noGrp="1"/>
          </p:cNvSpPr>
          <p:nvPr>
            <p:ph type="subTitle" idx="1"/>
          </p:nvPr>
        </p:nvSpPr>
        <p:spPr>
          <a:xfrm>
            <a:off x="720000" y="2278421"/>
            <a:ext cx="2301600" cy="484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16" name="Google Shape;9916;p14"/>
          <p:cNvSpPr txBox="1">
            <a:spLocks noGrp="1"/>
          </p:cNvSpPr>
          <p:nvPr>
            <p:ph type="title" idx="2"/>
          </p:nvPr>
        </p:nvSpPr>
        <p:spPr>
          <a:xfrm>
            <a:off x="2070575" y="3584855"/>
            <a:ext cx="2301600" cy="457200"/>
          </a:xfrm>
          <a:prstGeom prst="rect">
            <a:avLst/>
          </a:prstGeom>
          <a:noFill/>
        </p:spPr>
        <p:txBody>
          <a:bodyPr spcFirstLastPara="1" wrap="square" lIns="0" tIns="0" rIns="0" bIns="0" anchor="ctr"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917" name="Google Shape;9917;p14"/>
          <p:cNvSpPr txBox="1">
            <a:spLocks noGrp="1"/>
          </p:cNvSpPr>
          <p:nvPr>
            <p:ph type="subTitle" idx="3"/>
          </p:nvPr>
        </p:nvSpPr>
        <p:spPr>
          <a:xfrm>
            <a:off x="2070622" y="4036353"/>
            <a:ext cx="2301600" cy="484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18" name="Google Shape;9918;p14"/>
          <p:cNvSpPr txBox="1">
            <a:spLocks noGrp="1"/>
          </p:cNvSpPr>
          <p:nvPr>
            <p:ph type="title" idx="4"/>
          </p:nvPr>
        </p:nvSpPr>
        <p:spPr>
          <a:xfrm>
            <a:off x="4771819" y="3584855"/>
            <a:ext cx="2301600" cy="457200"/>
          </a:xfrm>
          <a:prstGeom prst="rect">
            <a:avLst/>
          </a:prstGeom>
          <a:noFill/>
        </p:spPr>
        <p:txBody>
          <a:bodyPr spcFirstLastPara="1" wrap="square" lIns="0" tIns="0" rIns="0" bIns="0" anchor="ctr"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919" name="Google Shape;9919;p14"/>
          <p:cNvSpPr txBox="1">
            <a:spLocks noGrp="1"/>
          </p:cNvSpPr>
          <p:nvPr>
            <p:ph type="subTitle" idx="5"/>
          </p:nvPr>
        </p:nvSpPr>
        <p:spPr>
          <a:xfrm>
            <a:off x="4771865" y="4036353"/>
            <a:ext cx="2301600" cy="484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20" name="Google Shape;9920;p14"/>
          <p:cNvSpPr txBox="1">
            <a:spLocks noGrp="1"/>
          </p:cNvSpPr>
          <p:nvPr>
            <p:ph type="title" idx="6"/>
          </p:nvPr>
        </p:nvSpPr>
        <p:spPr>
          <a:xfrm>
            <a:off x="3421244" y="1826923"/>
            <a:ext cx="2301600" cy="457200"/>
          </a:xfrm>
          <a:prstGeom prst="rect">
            <a:avLst/>
          </a:prstGeom>
          <a:noFill/>
        </p:spPr>
        <p:txBody>
          <a:bodyPr spcFirstLastPara="1" wrap="square" lIns="0" tIns="0" rIns="0" bIns="0" anchor="ctr"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921" name="Google Shape;9921;p14"/>
          <p:cNvSpPr txBox="1">
            <a:spLocks noGrp="1"/>
          </p:cNvSpPr>
          <p:nvPr>
            <p:ph type="subTitle" idx="7"/>
          </p:nvPr>
        </p:nvSpPr>
        <p:spPr>
          <a:xfrm>
            <a:off x="3421244" y="2278421"/>
            <a:ext cx="2301600" cy="484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22" name="Google Shape;9922;p14"/>
          <p:cNvSpPr txBox="1">
            <a:spLocks noGrp="1"/>
          </p:cNvSpPr>
          <p:nvPr>
            <p:ph type="title" idx="8"/>
          </p:nvPr>
        </p:nvSpPr>
        <p:spPr>
          <a:xfrm>
            <a:off x="6122487" y="1826923"/>
            <a:ext cx="2301600" cy="457200"/>
          </a:xfrm>
          <a:prstGeom prst="rect">
            <a:avLst/>
          </a:prstGeom>
          <a:noFill/>
        </p:spPr>
        <p:txBody>
          <a:bodyPr spcFirstLastPara="1" wrap="square" lIns="0" tIns="0" rIns="0" bIns="0" anchor="ctr"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923" name="Google Shape;9923;p14"/>
          <p:cNvSpPr txBox="1">
            <a:spLocks noGrp="1"/>
          </p:cNvSpPr>
          <p:nvPr>
            <p:ph type="subTitle" idx="9"/>
          </p:nvPr>
        </p:nvSpPr>
        <p:spPr>
          <a:xfrm>
            <a:off x="6122487" y="2278421"/>
            <a:ext cx="2301600" cy="484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924" name="Google Shape;9924;p14"/>
          <p:cNvSpPr txBox="1">
            <a:spLocks noGrp="1"/>
          </p:cNvSpPr>
          <p:nvPr>
            <p:ph type="title" idx="13"/>
          </p:nvPr>
        </p:nvSpPr>
        <p:spPr>
          <a:xfrm>
            <a:off x="720025"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9925" name="Google Shape;9925;p14"/>
          <p:cNvGrpSpPr/>
          <p:nvPr/>
        </p:nvGrpSpPr>
        <p:grpSpPr>
          <a:xfrm>
            <a:off x="313503" y="376409"/>
            <a:ext cx="8516819" cy="562035"/>
            <a:chOff x="313503" y="376409"/>
            <a:chExt cx="8516819" cy="562035"/>
          </a:xfrm>
        </p:grpSpPr>
        <p:sp>
          <p:nvSpPr>
            <p:cNvPr id="9926" name="Google Shape;9926;p14"/>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4"/>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4"/>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4"/>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4"/>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4"/>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4"/>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4"/>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4"/>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4"/>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4"/>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4"/>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4"/>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4"/>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4"/>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4"/>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4"/>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4"/>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4"/>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4"/>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4"/>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4"/>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4"/>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4"/>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14"/>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4"/>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4"/>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4"/>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4"/>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4"/>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4"/>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4"/>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4"/>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4"/>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4"/>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4"/>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4"/>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4"/>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4"/>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4"/>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14"/>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14"/>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4"/>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4"/>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4"/>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4"/>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14"/>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14"/>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4" name="Google Shape;9974;p14"/>
          <p:cNvSpPr txBox="1">
            <a:spLocks noGrp="1"/>
          </p:cNvSpPr>
          <p:nvPr>
            <p:ph type="title" idx="14" hasCustomPrompt="1"/>
          </p:nvPr>
        </p:nvSpPr>
        <p:spPr>
          <a:xfrm>
            <a:off x="2070575" y="3103060"/>
            <a:ext cx="2301600" cy="670500"/>
          </a:xfrm>
          <a:prstGeom prst="rect">
            <a:avLst/>
          </a:prstGeom>
        </p:spPr>
        <p:txBody>
          <a:bodyPr spcFirstLastPara="1" wrap="square" lIns="91425" tIns="64000" rIns="91425" bIns="91425" anchor="ctr" anchorCtr="0">
            <a:noAutofit/>
          </a:bodyPr>
          <a:lstStyle>
            <a:lvl1pPr lvl="0" algn="ctr" rtl="0">
              <a:spcBef>
                <a:spcPts val="0"/>
              </a:spcBef>
              <a:spcAft>
                <a:spcPts val="0"/>
              </a:spcAft>
              <a:buClr>
                <a:schemeClr val="dk2"/>
              </a:buClr>
              <a:buSzPts val="3000"/>
              <a:buNone/>
              <a:defRPr>
                <a:solidFill>
                  <a:schemeClr val="dk2"/>
                </a:solidFill>
              </a:defRPr>
            </a:lvl1pPr>
            <a:lvl2pPr lvl="1" algn="ctr" rtl="0">
              <a:spcBef>
                <a:spcPts val="0"/>
              </a:spcBef>
              <a:spcAft>
                <a:spcPts val="0"/>
              </a:spcAft>
              <a:buClr>
                <a:schemeClr val="dk2"/>
              </a:buClr>
              <a:buSzPts val="3000"/>
              <a:buNone/>
              <a:defRPr>
                <a:solidFill>
                  <a:schemeClr val="dk2"/>
                </a:solidFill>
              </a:defRPr>
            </a:lvl2pPr>
            <a:lvl3pPr lvl="2" algn="ctr" rtl="0">
              <a:spcBef>
                <a:spcPts val="0"/>
              </a:spcBef>
              <a:spcAft>
                <a:spcPts val="0"/>
              </a:spcAft>
              <a:buClr>
                <a:schemeClr val="dk2"/>
              </a:buClr>
              <a:buSzPts val="3000"/>
              <a:buNone/>
              <a:defRPr>
                <a:solidFill>
                  <a:schemeClr val="dk2"/>
                </a:solidFill>
              </a:defRPr>
            </a:lvl3pPr>
            <a:lvl4pPr lvl="3" algn="ctr" rtl="0">
              <a:spcBef>
                <a:spcPts val="0"/>
              </a:spcBef>
              <a:spcAft>
                <a:spcPts val="0"/>
              </a:spcAft>
              <a:buClr>
                <a:schemeClr val="dk2"/>
              </a:buClr>
              <a:buSzPts val="3000"/>
              <a:buNone/>
              <a:defRPr>
                <a:solidFill>
                  <a:schemeClr val="dk2"/>
                </a:solidFill>
              </a:defRPr>
            </a:lvl4pPr>
            <a:lvl5pPr lvl="4" algn="ctr" rtl="0">
              <a:spcBef>
                <a:spcPts val="0"/>
              </a:spcBef>
              <a:spcAft>
                <a:spcPts val="0"/>
              </a:spcAft>
              <a:buClr>
                <a:schemeClr val="dk2"/>
              </a:buClr>
              <a:buSzPts val="3000"/>
              <a:buNone/>
              <a:defRPr>
                <a:solidFill>
                  <a:schemeClr val="dk2"/>
                </a:solidFill>
              </a:defRPr>
            </a:lvl5pPr>
            <a:lvl6pPr lvl="5" algn="ctr" rtl="0">
              <a:spcBef>
                <a:spcPts val="0"/>
              </a:spcBef>
              <a:spcAft>
                <a:spcPts val="0"/>
              </a:spcAft>
              <a:buClr>
                <a:schemeClr val="dk2"/>
              </a:buClr>
              <a:buSzPts val="3000"/>
              <a:buNone/>
              <a:defRPr>
                <a:solidFill>
                  <a:schemeClr val="dk2"/>
                </a:solidFill>
              </a:defRPr>
            </a:lvl6pPr>
            <a:lvl7pPr lvl="6" algn="ctr" rtl="0">
              <a:spcBef>
                <a:spcPts val="0"/>
              </a:spcBef>
              <a:spcAft>
                <a:spcPts val="0"/>
              </a:spcAft>
              <a:buClr>
                <a:schemeClr val="dk2"/>
              </a:buClr>
              <a:buSzPts val="3000"/>
              <a:buNone/>
              <a:defRPr>
                <a:solidFill>
                  <a:schemeClr val="dk2"/>
                </a:solidFill>
              </a:defRPr>
            </a:lvl7pPr>
            <a:lvl8pPr lvl="7" algn="ctr" rtl="0">
              <a:spcBef>
                <a:spcPts val="0"/>
              </a:spcBef>
              <a:spcAft>
                <a:spcPts val="0"/>
              </a:spcAft>
              <a:buClr>
                <a:schemeClr val="dk2"/>
              </a:buClr>
              <a:buSzPts val="3000"/>
              <a:buNone/>
              <a:defRPr>
                <a:solidFill>
                  <a:schemeClr val="dk2"/>
                </a:solidFill>
              </a:defRPr>
            </a:lvl8pPr>
            <a:lvl9pPr lvl="8" algn="ctr" rtl="0">
              <a:spcBef>
                <a:spcPts val="0"/>
              </a:spcBef>
              <a:spcAft>
                <a:spcPts val="0"/>
              </a:spcAft>
              <a:buClr>
                <a:schemeClr val="dk2"/>
              </a:buClr>
              <a:buSzPts val="3000"/>
              <a:buNone/>
              <a:defRPr>
                <a:solidFill>
                  <a:schemeClr val="dk2"/>
                </a:solidFill>
              </a:defRPr>
            </a:lvl9pPr>
          </a:lstStyle>
          <a:p>
            <a:r>
              <a:t>xx%</a:t>
            </a:r>
          </a:p>
        </p:txBody>
      </p:sp>
      <p:sp>
        <p:nvSpPr>
          <p:cNvPr id="9975" name="Google Shape;9975;p14"/>
          <p:cNvSpPr txBox="1">
            <a:spLocks noGrp="1"/>
          </p:cNvSpPr>
          <p:nvPr>
            <p:ph type="title" idx="15" hasCustomPrompt="1"/>
          </p:nvPr>
        </p:nvSpPr>
        <p:spPr>
          <a:xfrm>
            <a:off x="4771825" y="3103060"/>
            <a:ext cx="2301600" cy="670500"/>
          </a:xfrm>
          <a:prstGeom prst="rect">
            <a:avLst/>
          </a:prstGeom>
        </p:spPr>
        <p:txBody>
          <a:bodyPr spcFirstLastPara="1" wrap="square" lIns="91425" tIns="64000" rIns="91425" bIns="91425" anchor="ctr" anchorCtr="0">
            <a:noAutofit/>
          </a:bodyPr>
          <a:lstStyle>
            <a:lvl1pPr lvl="0" algn="ctr" rtl="0">
              <a:spcBef>
                <a:spcPts val="0"/>
              </a:spcBef>
              <a:spcAft>
                <a:spcPts val="0"/>
              </a:spcAft>
              <a:buClr>
                <a:schemeClr val="dk2"/>
              </a:buClr>
              <a:buSzPts val="3000"/>
              <a:buNone/>
              <a:defRPr>
                <a:solidFill>
                  <a:schemeClr val="dk2"/>
                </a:solidFill>
              </a:defRPr>
            </a:lvl1pPr>
            <a:lvl2pPr lvl="1" algn="ctr" rtl="0">
              <a:spcBef>
                <a:spcPts val="0"/>
              </a:spcBef>
              <a:spcAft>
                <a:spcPts val="0"/>
              </a:spcAft>
              <a:buClr>
                <a:schemeClr val="dk2"/>
              </a:buClr>
              <a:buSzPts val="3000"/>
              <a:buNone/>
              <a:defRPr>
                <a:solidFill>
                  <a:schemeClr val="dk2"/>
                </a:solidFill>
              </a:defRPr>
            </a:lvl2pPr>
            <a:lvl3pPr lvl="2" algn="ctr" rtl="0">
              <a:spcBef>
                <a:spcPts val="0"/>
              </a:spcBef>
              <a:spcAft>
                <a:spcPts val="0"/>
              </a:spcAft>
              <a:buClr>
                <a:schemeClr val="dk2"/>
              </a:buClr>
              <a:buSzPts val="3000"/>
              <a:buNone/>
              <a:defRPr>
                <a:solidFill>
                  <a:schemeClr val="dk2"/>
                </a:solidFill>
              </a:defRPr>
            </a:lvl3pPr>
            <a:lvl4pPr lvl="3" algn="ctr" rtl="0">
              <a:spcBef>
                <a:spcPts val="0"/>
              </a:spcBef>
              <a:spcAft>
                <a:spcPts val="0"/>
              </a:spcAft>
              <a:buClr>
                <a:schemeClr val="dk2"/>
              </a:buClr>
              <a:buSzPts val="3000"/>
              <a:buNone/>
              <a:defRPr>
                <a:solidFill>
                  <a:schemeClr val="dk2"/>
                </a:solidFill>
              </a:defRPr>
            </a:lvl4pPr>
            <a:lvl5pPr lvl="4" algn="ctr" rtl="0">
              <a:spcBef>
                <a:spcPts val="0"/>
              </a:spcBef>
              <a:spcAft>
                <a:spcPts val="0"/>
              </a:spcAft>
              <a:buClr>
                <a:schemeClr val="dk2"/>
              </a:buClr>
              <a:buSzPts val="3000"/>
              <a:buNone/>
              <a:defRPr>
                <a:solidFill>
                  <a:schemeClr val="dk2"/>
                </a:solidFill>
              </a:defRPr>
            </a:lvl5pPr>
            <a:lvl6pPr lvl="5" algn="ctr" rtl="0">
              <a:spcBef>
                <a:spcPts val="0"/>
              </a:spcBef>
              <a:spcAft>
                <a:spcPts val="0"/>
              </a:spcAft>
              <a:buClr>
                <a:schemeClr val="dk2"/>
              </a:buClr>
              <a:buSzPts val="3000"/>
              <a:buNone/>
              <a:defRPr>
                <a:solidFill>
                  <a:schemeClr val="dk2"/>
                </a:solidFill>
              </a:defRPr>
            </a:lvl6pPr>
            <a:lvl7pPr lvl="6" algn="ctr" rtl="0">
              <a:spcBef>
                <a:spcPts val="0"/>
              </a:spcBef>
              <a:spcAft>
                <a:spcPts val="0"/>
              </a:spcAft>
              <a:buClr>
                <a:schemeClr val="dk2"/>
              </a:buClr>
              <a:buSzPts val="3000"/>
              <a:buNone/>
              <a:defRPr>
                <a:solidFill>
                  <a:schemeClr val="dk2"/>
                </a:solidFill>
              </a:defRPr>
            </a:lvl7pPr>
            <a:lvl8pPr lvl="7" algn="ctr" rtl="0">
              <a:spcBef>
                <a:spcPts val="0"/>
              </a:spcBef>
              <a:spcAft>
                <a:spcPts val="0"/>
              </a:spcAft>
              <a:buClr>
                <a:schemeClr val="dk2"/>
              </a:buClr>
              <a:buSzPts val="3000"/>
              <a:buNone/>
              <a:defRPr>
                <a:solidFill>
                  <a:schemeClr val="dk2"/>
                </a:solidFill>
              </a:defRPr>
            </a:lvl8pPr>
            <a:lvl9pPr lvl="8" algn="ctr" rtl="0">
              <a:spcBef>
                <a:spcPts val="0"/>
              </a:spcBef>
              <a:spcAft>
                <a:spcPts val="0"/>
              </a:spcAft>
              <a:buClr>
                <a:schemeClr val="dk2"/>
              </a:buClr>
              <a:buSzPts val="3000"/>
              <a:buNone/>
              <a:defRPr>
                <a:solidFill>
                  <a:schemeClr val="dk2"/>
                </a:solidFill>
              </a:defRPr>
            </a:lvl9pPr>
          </a:lstStyle>
          <a:p>
            <a:r>
              <a:t>xx%</a:t>
            </a:r>
          </a:p>
        </p:txBody>
      </p:sp>
      <p:sp>
        <p:nvSpPr>
          <p:cNvPr id="9976" name="Google Shape;9976;p14"/>
          <p:cNvSpPr txBox="1">
            <a:spLocks noGrp="1"/>
          </p:cNvSpPr>
          <p:nvPr>
            <p:ph type="title" idx="16" hasCustomPrompt="1"/>
          </p:nvPr>
        </p:nvSpPr>
        <p:spPr>
          <a:xfrm>
            <a:off x="6122500" y="1345135"/>
            <a:ext cx="2301600" cy="670500"/>
          </a:xfrm>
          <a:prstGeom prst="rect">
            <a:avLst/>
          </a:prstGeom>
        </p:spPr>
        <p:txBody>
          <a:bodyPr spcFirstLastPara="1" wrap="square" lIns="91425" tIns="64000" rIns="91425" bIns="91425" anchor="ctr" anchorCtr="0">
            <a:noAutofit/>
          </a:bodyPr>
          <a:lstStyle>
            <a:lvl1pPr lvl="0" algn="ctr" rtl="0">
              <a:spcBef>
                <a:spcPts val="0"/>
              </a:spcBef>
              <a:spcAft>
                <a:spcPts val="0"/>
              </a:spcAft>
              <a:buClr>
                <a:schemeClr val="dk2"/>
              </a:buClr>
              <a:buSzPts val="3000"/>
              <a:buNone/>
              <a:defRPr>
                <a:solidFill>
                  <a:schemeClr val="dk2"/>
                </a:solidFill>
              </a:defRPr>
            </a:lvl1pPr>
            <a:lvl2pPr lvl="1" algn="ctr" rtl="0">
              <a:spcBef>
                <a:spcPts val="0"/>
              </a:spcBef>
              <a:spcAft>
                <a:spcPts val="0"/>
              </a:spcAft>
              <a:buClr>
                <a:schemeClr val="dk2"/>
              </a:buClr>
              <a:buSzPts val="3000"/>
              <a:buNone/>
              <a:defRPr>
                <a:solidFill>
                  <a:schemeClr val="dk2"/>
                </a:solidFill>
              </a:defRPr>
            </a:lvl2pPr>
            <a:lvl3pPr lvl="2" algn="ctr" rtl="0">
              <a:spcBef>
                <a:spcPts val="0"/>
              </a:spcBef>
              <a:spcAft>
                <a:spcPts val="0"/>
              </a:spcAft>
              <a:buClr>
                <a:schemeClr val="dk2"/>
              </a:buClr>
              <a:buSzPts val="3000"/>
              <a:buNone/>
              <a:defRPr>
                <a:solidFill>
                  <a:schemeClr val="dk2"/>
                </a:solidFill>
              </a:defRPr>
            </a:lvl3pPr>
            <a:lvl4pPr lvl="3" algn="ctr" rtl="0">
              <a:spcBef>
                <a:spcPts val="0"/>
              </a:spcBef>
              <a:spcAft>
                <a:spcPts val="0"/>
              </a:spcAft>
              <a:buClr>
                <a:schemeClr val="dk2"/>
              </a:buClr>
              <a:buSzPts val="3000"/>
              <a:buNone/>
              <a:defRPr>
                <a:solidFill>
                  <a:schemeClr val="dk2"/>
                </a:solidFill>
              </a:defRPr>
            </a:lvl4pPr>
            <a:lvl5pPr lvl="4" algn="ctr" rtl="0">
              <a:spcBef>
                <a:spcPts val="0"/>
              </a:spcBef>
              <a:spcAft>
                <a:spcPts val="0"/>
              </a:spcAft>
              <a:buClr>
                <a:schemeClr val="dk2"/>
              </a:buClr>
              <a:buSzPts val="3000"/>
              <a:buNone/>
              <a:defRPr>
                <a:solidFill>
                  <a:schemeClr val="dk2"/>
                </a:solidFill>
              </a:defRPr>
            </a:lvl5pPr>
            <a:lvl6pPr lvl="5" algn="ctr" rtl="0">
              <a:spcBef>
                <a:spcPts val="0"/>
              </a:spcBef>
              <a:spcAft>
                <a:spcPts val="0"/>
              </a:spcAft>
              <a:buClr>
                <a:schemeClr val="dk2"/>
              </a:buClr>
              <a:buSzPts val="3000"/>
              <a:buNone/>
              <a:defRPr>
                <a:solidFill>
                  <a:schemeClr val="dk2"/>
                </a:solidFill>
              </a:defRPr>
            </a:lvl6pPr>
            <a:lvl7pPr lvl="6" algn="ctr" rtl="0">
              <a:spcBef>
                <a:spcPts val="0"/>
              </a:spcBef>
              <a:spcAft>
                <a:spcPts val="0"/>
              </a:spcAft>
              <a:buClr>
                <a:schemeClr val="dk2"/>
              </a:buClr>
              <a:buSzPts val="3000"/>
              <a:buNone/>
              <a:defRPr>
                <a:solidFill>
                  <a:schemeClr val="dk2"/>
                </a:solidFill>
              </a:defRPr>
            </a:lvl7pPr>
            <a:lvl8pPr lvl="7" algn="ctr" rtl="0">
              <a:spcBef>
                <a:spcPts val="0"/>
              </a:spcBef>
              <a:spcAft>
                <a:spcPts val="0"/>
              </a:spcAft>
              <a:buClr>
                <a:schemeClr val="dk2"/>
              </a:buClr>
              <a:buSzPts val="3000"/>
              <a:buNone/>
              <a:defRPr>
                <a:solidFill>
                  <a:schemeClr val="dk2"/>
                </a:solidFill>
              </a:defRPr>
            </a:lvl8pPr>
            <a:lvl9pPr lvl="8" algn="ctr" rtl="0">
              <a:spcBef>
                <a:spcPts val="0"/>
              </a:spcBef>
              <a:spcAft>
                <a:spcPts val="0"/>
              </a:spcAft>
              <a:buClr>
                <a:schemeClr val="dk2"/>
              </a:buClr>
              <a:buSzPts val="3000"/>
              <a:buNone/>
              <a:defRPr>
                <a:solidFill>
                  <a:schemeClr val="dk2"/>
                </a:solidFill>
              </a:defRPr>
            </a:lvl9pPr>
          </a:lstStyle>
          <a:p>
            <a:r>
              <a:t>xx%</a:t>
            </a:r>
          </a:p>
        </p:txBody>
      </p:sp>
      <p:sp>
        <p:nvSpPr>
          <p:cNvPr id="9977" name="Google Shape;9977;p14"/>
          <p:cNvSpPr txBox="1">
            <a:spLocks noGrp="1"/>
          </p:cNvSpPr>
          <p:nvPr>
            <p:ph type="title" idx="17" hasCustomPrompt="1"/>
          </p:nvPr>
        </p:nvSpPr>
        <p:spPr>
          <a:xfrm>
            <a:off x="3421250" y="1345135"/>
            <a:ext cx="2301600" cy="670500"/>
          </a:xfrm>
          <a:prstGeom prst="rect">
            <a:avLst/>
          </a:prstGeom>
        </p:spPr>
        <p:txBody>
          <a:bodyPr spcFirstLastPara="1" wrap="square" lIns="91425" tIns="64000" rIns="91425" bIns="91425" anchor="ctr" anchorCtr="0">
            <a:noAutofit/>
          </a:bodyPr>
          <a:lstStyle>
            <a:lvl1pPr lvl="0" algn="ctr" rtl="0">
              <a:spcBef>
                <a:spcPts val="0"/>
              </a:spcBef>
              <a:spcAft>
                <a:spcPts val="0"/>
              </a:spcAft>
              <a:buClr>
                <a:schemeClr val="dk2"/>
              </a:buClr>
              <a:buSzPts val="3000"/>
              <a:buNone/>
              <a:defRPr>
                <a:solidFill>
                  <a:schemeClr val="dk2"/>
                </a:solidFill>
              </a:defRPr>
            </a:lvl1pPr>
            <a:lvl2pPr lvl="1" algn="ctr" rtl="0">
              <a:spcBef>
                <a:spcPts val="0"/>
              </a:spcBef>
              <a:spcAft>
                <a:spcPts val="0"/>
              </a:spcAft>
              <a:buClr>
                <a:schemeClr val="dk2"/>
              </a:buClr>
              <a:buSzPts val="3000"/>
              <a:buNone/>
              <a:defRPr>
                <a:solidFill>
                  <a:schemeClr val="dk2"/>
                </a:solidFill>
              </a:defRPr>
            </a:lvl2pPr>
            <a:lvl3pPr lvl="2" algn="ctr" rtl="0">
              <a:spcBef>
                <a:spcPts val="0"/>
              </a:spcBef>
              <a:spcAft>
                <a:spcPts val="0"/>
              </a:spcAft>
              <a:buClr>
                <a:schemeClr val="dk2"/>
              </a:buClr>
              <a:buSzPts val="3000"/>
              <a:buNone/>
              <a:defRPr>
                <a:solidFill>
                  <a:schemeClr val="dk2"/>
                </a:solidFill>
              </a:defRPr>
            </a:lvl3pPr>
            <a:lvl4pPr lvl="3" algn="ctr" rtl="0">
              <a:spcBef>
                <a:spcPts val="0"/>
              </a:spcBef>
              <a:spcAft>
                <a:spcPts val="0"/>
              </a:spcAft>
              <a:buClr>
                <a:schemeClr val="dk2"/>
              </a:buClr>
              <a:buSzPts val="3000"/>
              <a:buNone/>
              <a:defRPr>
                <a:solidFill>
                  <a:schemeClr val="dk2"/>
                </a:solidFill>
              </a:defRPr>
            </a:lvl4pPr>
            <a:lvl5pPr lvl="4" algn="ctr" rtl="0">
              <a:spcBef>
                <a:spcPts val="0"/>
              </a:spcBef>
              <a:spcAft>
                <a:spcPts val="0"/>
              </a:spcAft>
              <a:buClr>
                <a:schemeClr val="dk2"/>
              </a:buClr>
              <a:buSzPts val="3000"/>
              <a:buNone/>
              <a:defRPr>
                <a:solidFill>
                  <a:schemeClr val="dk2"/>
                </a:solidFill>
              </a:defRPr>
            </a:lvl5pPr>
            <a:lvl6pPr lvl="5" algn="ctr" rtl="0">
              <a:spcBef>
                <a:spcPts val="0"/>
              </a:spcBef>
              <a:spcAft>
                <a:spcPts val="0"/>
              </a:spcAft>
              <a:buClr>
                <a:schemeClr val="dk2"/>
              </a:buClr>
              <a:buSzPts val="3000"/>
              <a:buNone/>
              <a:defRPr>
                <a:solidFill>
                  <a:schemeClr val="dk2"/>
                </a:solidFill>
              </a:defRPr>
            </a:lvl6pPr>
            <a:lvl7pPr lvl="6" algn="ctr" rtl="0">
              <a:spcBef>
                <a:spcPts val="0"/>
              </a:spcBef>
              <a:spcAft>
                <a:spcPts val="0"/>
              </a:spcAft>
              <a:buClr>
                <a:schemeClr val="dk2"/>
              </a:buClr>
              <a:buSzPts val="3000"/>
              <a:buNone/>
              <a:defRPr>
                <a:solidFill>
                  <a:schemeClr val="dk2"/>
                </a:solidFill>
              </a:defRPr>
            </a:lvl7pPr>
            <a:lvl8pPr lvl="7" algn="ctr" rtl="0">
              <a:spcBef>
                <a:spcPts val="0"/>
              </a:spcBef>
              <a:spcAft>
                <a:spcPts val="0"/>
              </a:spcAft>
              <a:buClr>
                <a:schemeClr val="dk2"/>
              </a:buClr>
              <a:buSzPts val="3000"/>
              <a:buNone/>
              <a:defRPr>
                <a:solidFill>
                  <a:schemeClr val="dk2"/>
                </a:solidFill>
              </a:defRPr>
            </a:lvl8pPr>
            <a:lvl9pPr lvl="8" algn="ctr" rtl="0">
              <a:spcBef>
                <a:spcPts val="0"/>
              </a:spcBef>
              <a:spcAft>
                <a:spcPts val="0"/>
              </a:spcAft>
              <a:buClr>
                <a:schemeClr val="dk2"/>
              </a:buClr>
              <a:buSzPts val="3000"/>
              <a:buNone/>
              <a:defRPr>
                <a:solidFill>
                  <a:schemeClr val="dk2"/>
                </a:solidFill>
              </a:defRPr>
            </a:lvl9pPr>
          </a:lstStyle>
          <a:p>
            <a:r>
              <a:t>xx%</a:t>
            </a:r>
          </a:p>
        </p:txBody>
      </p:sp>
      <p:sp>
        <p:nvSpPr>
          <p:cNvPr id="9978" name="Google Shape;9978;p14"/>
          <p:cNvSpPr txBox="1">
            <a:spLocks noGrp="1"/>
          </p:cNvSpPr>
          <p:nvPr>
            <p:ph type="title" idx="18" hasCustomPrompt="1"/>
          </p:nvPr>
        </p:nvSpPr>
        <p:spPr>
          <a:xfrm>
            <a:off x="720025" y="1345135"/>
            <a:ext cx="2301600" cy="670500"/>
          </a:xfrm>
          <a:prstGeom prst="rect">
            <a:avLst/>
          </a:prstGeom>
        </p:spPr>
        <p:txBody>
          <a:bodyPr spcFirstLastPara="1" wrap="square" lIns="91425" tIns="64000" rIns="91425" bIns="91425" anchor="ctr" anchorCtr="0">
            <a:noAutofit/>
          </a:bodyPr>
          <a:lstStyle>
            <a:lvl1pPr lvl="0" algn="ctr" rtl="0">
              <a:spcBef>
                <a:spcPts val="0"/>
              </a:spcBef>
              <a:spcAft>
                <a:spcPts val="0"/>
              </a:spcAft>
              <a:buClr>
                <a:schemeClr val="dk2"/>
              </a:buClr>
              <a:buSzPts val="3000"/>
              <a:buNone/>
              <a:defRPr>
                <a:solidFill>
                  <a:schemeClr val="dk2"/>
                </a:solidFill>
              </a:defRPr>
            </a:lvl1pPr>
            <a:lvl2pPr lvl="1" algn="ctr" rtl="0">
              <a:spcBef>
                <a:spcPts val="0"/>
              </a:spcBef>
              <a:spcAft>
                <a:spcPts val="0"/>
              </a:spcAft>
              <a:buClr>
                <a:schemeClr val="dk2"/>
              </a:buClr>
              <a:buSzPts val="3000"/>
              <a:buNone/>
              <a:defRPr>
                <a:solidFill>
                  <a:schemeClr val="dk2"/>
                </a:solidFill>
              </a:defRPr>
            </a:lvl2pPr>
            <a:lvl3pPr lvl="2" algn="ctr" rtl="0">
              <a:spcBef>
                <a:spcPts val="0"/>
              </a:spcBef>
              <a:spcAft>
                <a:spcPts val="0"/>
              </a:spcAft>
              <a:buClr>
                <a:schemeClr val="dk2"/>
              </a:buClr>
              <a:buSzPts val="3000"/>
              <a:buNone/>
              <a:defRPr>
                <a:solidFill>
                  <a:schemeClr val="dk2"/>
                </a:solidFill>
              </a:defRPr>
            </a:lvl3pPr>
            <a:lvl4pPr lvl="3" algn="ctr" rtl="0">
              <a:spcBef>
                <a:spcPts val="0"/>
              </a:spcBef>
              <a:spcAft>
                <a:spcPts val="0"/>
              </a:spcAft>
              <a:buClr>
                <a:schemeClr val="dk2"/>
              </a:buClr>
              <a:buSzPts val="3000"/>
              <a:buNone/>
              <a:defRPr>
                <a:solidFill>
                  <a:schemeClr val="dk2"/>
                </a:solidFill>
              </a:defRPr>
            </a:lvl4pPr>
            <a:lvl5pPr lvl="4" algn="ctr" rtl="0">
              <a:spcBef>
                <a:spcPts val="0"/>
              </a:spcBef>
              <a:spcAft>
                <a:spcPts val="0"/>
              </a:spcAft>
              <a:buClr>
                <a:schemeClr val="dk2"/>
              </a:buClr>
              <a:buSzPts val="3000"/>
              <a:buNone/>
              <a:defRPr>
                <a:solidFill>
                  <a:schemeClr val="dk2"/>
                </a:solidFill>
              </a:defRPr>
            </a:lvl5pPr>
            <a:lvl6pPr lvl="5" algn="ctr" rtl="0">
              <a:spcBef>
                <a:spcPts val="0"/>
              </a:spcBef>
              <a:spcAft>
                <a:spcPts val="0"/>
              </a:spcAft>
              <a:buClr>
                <a:schemeClr val="dk2"/>
              </a:buClr>
              <a:buSzPts val="3000"/>
              <a:buNone/>
              <a:defRPr>
                <a:solidFill>
                  <a:schemeClr val="dk2"/>
                </a:solidFill>
              </a:defRPr>
            </a:lvl6pPr>
            <a:lvl7pPr lvl="6" algn="ctr" rtl="0">
              <a:spcBef>
                <a:spcPts val="0"/>
              </a:spcBef>
              <a:spcAft>
                <a:spcPts val="0"/>
              </a:spcAft>
              <a:buClr>
                <a:schemeClr val="dk2"/>
              </a:buClr>
              <a:buSzPts val="3000"/>
              <a:buNone/>
              <a:defRPr>
                <a:solidFill>
                  <a:schemeClr val="dk2"/>
                </a:solidFill>
              </a:defRPr>
            </a:lvl7pPr>
            <a:lvl8pPr lvl="7" algn="ctr" rtl="0">
              <a:spcBef>
                <a:spcPts val="0"/>
              </a:spcBef>
              <a:spcAft>
                <a:spcPts val="0"/>
              </a:spcAft>
              <a:buClr>
                <a:schemeClr val="dk2"/>
              </a:buClr>
              <a:buSzPts val="3000"/>
              <a:buNone/>
              <a:defRPr>
                <a:solidFill>
                  <a:schemeClr val="dk2"/>
                </a:solidFill>
              </a:defRPr>
            </a:lvl8pPr>
            <a:lvl9pPr lvl="8" algn="ctr" rtl="0">
              <a:spcBef>
                <a:spcPts val="0"/>
              </a:spcBef>
              <a:spcAft>
                <a:spcPts val="0"/>
              </a:spcAft>
              <a:buClr>
                <a:schemeClr val="dk2"/>
              </a:buClr>
              <a:buSzPts val="3000"/>
              <a:buNone/>
              <a:defRPr>
                <a:solidFill>
                  <a:schemeClr val="dk2"/>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9979"/>
        <p:cNvGrpSpPr/>
        <p:nvPr/>
      </p:nvGrpSpPr>
      <p:grpSpPr>
        <a:xfrm>
          <a:off x="0" y="0"/>
          <a:ext cx="0" cy="0"/>
          <a:chOff x="0" y="0"/>
          <a:chExt cx="0" cy="0"/>
        </a:xfrm>
      </p:grpSpPr>
      <p:grpSp>
        <p:nvGrpSpPr>
          <p:cNvPr id="9980" name="Google Shape;9980;p15"/>
          <p:cNvGrpSpPr/>
          <p:nvPr/>
        </p:nvGrpSpPr>
        <p:grpSpPr>
          <a:xfrm>
            <a:off x="313503" y="540001"/>
            <a:ext cx="8516808" cy="4063556"/>
            <a:chOff x="109200" y="76206"/>
            <a:chExt cx="8925600" cy="4258600"/>
          </a:xfrm>
        </p:grpSpPr>
        <p:grpSp>
          <p:nvGrpSpPr>
            <p:cNvPr id="9981" name="Google Shape;9981;p15"/>
            <p:cNvGrpSpPr/>
            <p:nvPr/>
          </p:nvGrpSpPr>
          <p:grpSpPr>
            <a:xfrm>
              <a:off x="109200" y="76206"/>
              <a:ext cx="8925600" cy="33000"/>
              <a:chOff x="76200" y="76206"/>
              <a:chExt cx="8925600" cy="33000"/>
            </a:xfrm>
          </p:grpSpPr>
          <p:sp>
            <p:nvSpPr>
              <p:cNvPr id="9982" name="Google Shape;9982;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4" name="Google Shape;10054;p15"/>
            <p:cNvGrpSpPr/>
            <p:nvPr/>
          </p:nvGrpSpPr>
          <p:grpSpPr>
            <a:xfrm>
              <a:off x="109200" y="187406"/>
              <a:ext cx="8925600" cy="33000"/>
              <a:chOff x="76200" y="76206"/>
              <a:chExt cx="8925600" cy="33000"/>
            </a:xfrm>
          </p:grpSpPr>
          <p:sp>
            <p:nvSpPr>
              <p:cNvPr id="10055" name="Google Shape;10055;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15"/>
            <p:cNvGrpSpPr/>
            <p:nvPr/>
          </p:nvGrpSpPr>
          <p:grpSpPr>
            <a:xfrm>
              <a:off x="109200" y="298606"/>
              <a:ext cx="8925600" cy="33000"/>
              <a:chOff x="76200" y="76206"/>
              <a:chExt cx="8925600" cy="33000"/>
            </a:xfrm>
          </p:grpSpPr>
          <p:sp>
            <p:nvSpPr>
              <p:cNvPr id="10128" name="Google Shape;10128;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0" name="Google Shape;10200;p15"/>
            <p:cNvGrpSpPr/>
            <p:nvPr/>
          </p:nvGrpSpPr>
          <p:grpSpPr>
            <a:xfrm>
              <a:off x="109200" y="409806"/>
              <a:ext cx="8925600" cy="33000"/>
              <a:chOff x="76200" y="76206"/>
              <a:chExt cx="8925600" cy="33000"/>
            </a:xfrm>
          </p:grpSpPr>
          <p:sp>
            <p:nvSpPr>
              <p:cNvPr id="10201" name="Google Shape;10201;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15"/>
            <p:cNvGrpSpPr/>
            <p:nvPr/>
          </p:nvGrpSpPr>
          <p:grpSpPr>
            <a:xfrm>
              <a:off x="109200" y="521006"/>
              <a:ext cx="8925600" cy="33000"/>
              <a:chOff x="76200" y="76206"/>
              <a:chExt cx="8925600" cy="33000"/>
            </a:xfrm>
          </p:grpSpPr>
          <p:sp>
            <p:nvSpPr>
              <p:cNvPr id="10274" name="Google Shape;10274;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15"/>
            <p:cNvGrpSpPr/>
            <p:nvPr/>
          </p:nvGrpSpPr>
          <p:grpSpPr>
            <a:xfrm>
              <a:off x="109200" y="632206"/>
              <a:ext cx="8925600" cy="33000"/>
              <a:chOff x="76200" y="76206"/>
              <a:chExt cx="8925600" cy="33000"/>
            </a:xfrm>
          </p:grpSpPr>
          <p:sp>
            <p:nvSpPr>
              <p:cNvPr id="10347" name="Google Shape;10347;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15"/>
            <p:cNvGrpSpPr/>
            <p:nvPr/>
          </p:nvGrpSpPr>
          <p:grpSpPr>
            <a:xfrm>
              <a:off x="109200" y="743406"/>
              <a:ext cx="8925600" cy="33000"/>
              <a:chOff x="76200" y="76206"/>
              <a:chExt cx="8925600" cy="33000"/>
            </a:xfrm>
          </p:grpSpPr>
          <p:sp>
            <p:nvSpPr>
              <p:cNvPr id="10420" name="Google Shape;10420;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15"/>
            <p:cNvGrpSpPr/>
            <p:nvPr/>
          </p:nvGrpSpPr>
          <p:grpSpPr>
            <a:xfrm>
              <a:off x="109200" y="854606"/>
              <a:ext cx="8925600" cy="33000"/>
              <a:chOff x="76200" y="76206"/>
              <a:chExt cx="8925600" cy="33000"/>
            </a:xfrm>
          </p:grpSpPr>
          <p:sp>
            <p:nvSpPr>
              <p:cNvPr id="10493" name="Google Shape;10493;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15"/>
            <p:cNvGrpSpPr/>
            <p:nvPr/>
          </p:nvGrpSpPr>
          <p:grpSpPr>
            <a:xfrm>
              <a:off x="109200" y="965806"/>
              <a:ext cx="8925600" cy="33000"/>
              <a:chOff x="76200" y="76206"/>
              <a:chExt cx="8925600" cy="33000"/>
            </a:xfrm>
          </p:grpSpPr>
          <p:sp>
            <p:nvSpPr>
              <p:cNvPr id="10566" name="Google Shape;10566;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15"/>
            <p:cNvGrpSpPr/>
            <p:nvPr/>
          </p:nvGrpSpPr>
          <p:grpSpPr>
            <a:xfrm>
              <a:off x="109200" y="1077006"/>
              <a:ext cx="8925600" cy="33000"/>
              <a:chOff x="76200" y="76206"/>
              <a:chExt cx="8925600" cy="33000"/>
            </a:xfrm>
          </p:grpSpPr>
          <p:sp>
            <p:nvSpPr>
              <p:cNvPr id="10639" name="Google Shape;10639;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15"/>
            <p:cNvGrpSpPr/>
            <p:nvPr/>
          </p:nvGrpSpPr>
          <p:grpSpPr>
            <a:xfrm>
              <a:off x="109200" y="1188206"/>
              <a:ext cx="8925600" cy="33000"/>
              <a:chOff x="76200" y="76206"/>
              <a:chExt cx="8925600" cy="33000"/>
            </a:xfrm>
          </p:grpSpPr>
          <p:sp>
            <p:nvSpPr>
              <p:cNvPr id="10712" name="Google Shape;10712;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15"/>
            <p:cNvGrpSpPr/>
            <p:nvPr/>
          </p:nvGrpSpPr>
          <p:grpSpPr>
            <a:xfrm>
              <a:off x="109200" y="1299406"/>
              <a:ext cx="8925600" cy="33000"/>
              <a:chOff x="76200" y="76206"/>
              <a:chExt cx="8925600" cy="33000"/>
            </a:xfrm>
          </p:grpSpPr>
          <p:sp>
            <p:nvSpPr>
              <p:cNvPr id="10785" name="Google Shape;10785;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15"/>
            <p:cNvGrpSpPr/>
            <p:nvPr/>
          </p:nvGrpSpPr>
          <p:grpSpPr>
            <a:xfrm>
              <a:off x="109200" y="1410606"/>
              <a:ext cx="8925600" cy="33000"/>
              <a:chOff x="76200" y="76206"/>
              <a:chExt cx="8925600" cy="33000"/>
            </a:xfrm>
          </p:grpSpPr>
          <p:sp>
            <p:nvSpPr>
              <p:cNvPr id="10858" name="Google Shape;10858;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0" name="Google Shape;10930;p15"/>
            <p:cNvGrpSpPr/>
            <p:nvPr/>
          </p:nvGrpSpPr>
          <p:grpSpPr>
            <a:xfrm>
              <a:off x="109200" y="1521806"/>
              <a:ext cx="8925600" cy="33000"/>
              <a:chOff x="76200" y="76206"/>
              <a:chExt cx="8925600" cy="33000"/>
            </a:xfrm>
          </p:grpSpPr>
          <p:sp>
            <p:nvSpPr>
              <p:cNvPr id="10931" name="Google Shape;10931;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15"/>
            <p:cNvGrpSpPr/>
            <p:nvPr/>
          </p:nvGrpSpPr>
          <p:grpSpPr>
            <a:xfrm>
              <a:off x="109200" y="1633006"/>
              <a:ext cx="8925600" cy="33000"/>
              <a:chOff x="76200" y="76206"/>
              <a:chExt cx="8925600" cy="33000"/>
            </a:xfrm>
          </p:grpSpPr>
          <p:sp>
            <p:nvSpPr>
              <p:cNvPr id="11004" name="Google Shape;11004;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5"/>
            <p:cNvGrpSpPr/>
            <p:nvPr/>
          </p:nvGrpSpPr>
          <p:grpSpPr>
            <a:xfrm>
              <a:off x="109200" y="1744206"/>
              <a:ext cx="8925600" cy="33000"/>
              <a:chOff x="76200" y="76206"/>
              <a:chExt cx="8925600" cy="33000"/>
            </a:xfrm>
          </p:grpSpPr>
          <p:sp>
            <p:nvSpPr>
              <p:cNvPr id="11077" name="Google Shape;11077;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9" name="Google Shape;11149;p15"/>
            <p:cNvGrpSpPr/>
            <p:nvPr/>
          </p:nvGrpSpPr>
          <p:grpSpPr>
            <a:xfrm>
              <a:off x="109200" y="1855406"/>
              <a:ext cx="8925600" cy="33000"/>
              <a:chOff x="76200" y="76206"/>
              <a:chExt cx="8925600" cy="33000"/>
            </a:xfrm>
          </p:grpSpPr>
          <p:sp>
            <p:nvSpPr>
              <p:cNvPr id="11150" name="Google Shape;11150;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15"/>
            <p:cNvGrpSpPr/>
            <p:nvPr/>
          </p:nvGrpSpPr>
          <p:grpSpPr>
            <a:xfrm>
              <a:off x="109200" y="1966606"/>
              <a:ext cx="8925600" cy="33000"/>
              <a:chOff x="76200" y="76206"/>
              <a:chExt cx="8925600" cy="33000"/>
            </a:xfrm>
          </p:grpSpPr>
          <p:sp>
            <p:nvSpPr>
              <p:cNvPr id="11223" name="Google Shape;11223;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5" name="Google Shape;11295;p15"/>
            <p:cNvGrpSpPr/>
            <p:nvPr/>
          </p:nvGrpSpPr>
          <p:grpSpPr>
            <a:xfrm>
              <a:off x="109200" y="2077806"/>
              <a:ext cx="8925600" cy="33000"/>
              <a:chOff x="76200" y="76206"/>
              <a:chExt cx="8925600" cy="33000"/>
            </a:xfrm>
          </p:grpSpPr>
          <p:sp>
            <p:nvSpPr>
              <p:cNvPr id="11296" name="Google Shape;11296;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8" name="Google Shape;11368;p15"/>
            <p:cNvGrpSpPr/>
            <p:nvPr/>
          </p:nvGrpSpPr>
          <p:grpSpPr>
            <a:xfrm>
              <a:off x="109200" y="2189006"/>
              <a:ext cx="8925600" cy="33000"/>
              <a:chOff x="76200" y="76206"/>
              <a:chExt cx="8925600" cy="33000"/>
            </a:xfrm>
          </p:grpSpPr>
          <p:sp>
            <p:nvSpPr>
              <p:cNvPr id="11369" name="Google Shape;11369;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15"/>
            <p:cNvGrpSpPr/>
            <p:nvPr/>
          </p:nvGrpSpPr>
          <p:grpSpPr>
            <a:xfrm>
              <a:off x="109200" y="2300206"/>
              <a:ext cx="8925600" cy="33000"/>
              <a:chOff x="76200" y="76206"/>
              <a:chExt cx="8925600" cy="33000"/>
            </a:xfrm>
          </p:grpSpPr>
          <p:sp>
            <p:nvSpPr>
              <p:cNvPr id="11442" name="Google Shape;11442;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15"/>
            <p:cNvGrpSpPr/>
            <p:nvPr/>
          </p:nvGrpSpPr>
          <p:grpSpPr>
            <a:xfrm>
              <a:off x="109200" y="2411406"/>
              <a:ext cx="8925600" cy="33000"/>
              <a:chOff x="76200" y="76206"/>
              <a:chExt cx="8925600" cy="33000"/>
            </a:xfrm>
          </p:grpSpPr>
          <p:sp>
            <p:nvSpPr>
              <p:cNvPr id="11515" name="Google Shape;11515;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15"/>
            <p:cNvGrpSpPr/>
            <p:nvPr/>
          </p:nvGrpSpPr>
          <p:grpSpPr>
            <a:xfrm>
              <a:off x="109200" y="2522606"/>
              <a:ext cx="8925600" cy="33000"/>
              <a:chOff x="76200" y="76206"/>
              <a:chExt cx="8925600" cy="33000"/>
            </a:xfrm>
          </p:grpSpPr>
          <p:sp>
            <p:nvSpPr>
              <p:cNvPr id="11588" name="Google Shape;11588;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0" name="Google Shape;11660;p15"/>
            <p:cNvGrpSpPr/>
            <p:nvPr/>
          </p:nvGrpSpPr>
          <p:grpSpPr>
            <a:xfrm>
              <a:off x="109200" y="2633806"/>
              <a:ext cx="8925600" cy="33000"/>
              <a:chOff x="76200" y="76206"/>
              <a:chExt cx="8925600" cy="33000"/>
            </a:xfrm>
          </p:grpSpPr>
          <p:sp>
            <p:nvSpPr>
              <p:cNvPr id="11661" name="Google Shape;11661;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15"/>
            <p:cNvGrpSpPr/>
            <p:nvPr/>
          </p:nvGrpSpPr>
          <p:grpSpPr>
            <a:xfrm>
              <a:off x="109200" y="2745006"/>
              <a:ext cx="8925600" cy="33000"/>
              <a:chOff x="76200" y="76206"/>
              <a:chExt cx="8925600" cy="33000"/>
            </a:xfrm>
          </p:grpSpPr>
          <p:sp>
            <p:nvSpPr>
              <p:cNvPr id="11734" name="Google Shape;11734;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6" name="Google Shape;11806;p15"/>
            <p:cNvGrpSpPr/>
            <p:nvPr/>
          </p:nvGrpSpPr>
          <p:grpSpPr>
            <a:xfrm>
              <a:off x="109200" y="2856206"/>
              <a:ext cx="8925600" cy="33000"/>
              <a:chOff x="76200" y="76206"/>
              <a:chExt cx="8925600" cy="33000"/>
            </a:xfrm>
          </p:grpSpPr>
          <p:sp>
            <p:nvSpPr>
              <p:cNvPr id="11807" name="Google Shape;11807;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9" name="Google Shape;11879;p15"/>
            <p:cNvGrpSpPr/>
            <p:nvPr/>
          </p:nvGrpSpPr>
          <p:grpSpPr>
            <a:xfrm>
              <a:off x="109200" y="2967406"/>
              <a:ext cx="8925600" cy="33000"/>
              <a:chOff x="76200" y="76206"/>
              <a:chExt cx="8925600" cy="33000"/>
            </a:xfrm>
          </p:grpSpPr>
          <p:sp>
            <p:nvSpPr>
              <p:cNvPr id="11880" name="Google Shape;11880;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2" name="Google Shape;11952;p15"/>
            <p:cNvGrpSpPr/>
            <p:nvPr/>
          </p:nvGrpSpPr>
          <p:grpSpPr>
            <a:xfrm>
              <a:off x="109200" y="3078606"/>
              <a:ext cx="8925600" cy="33000"/>
              <a:chOff x="76200" y="76206"/>
              <a:chExt cx="8925600" cy="33000"/>
            </a:xfrm>
          </p:grpSpPr>
          <p:sp>
            <p:nvSpPr>
              <p:cNvPr id="11953" name="Google Shape;11953;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15"/>
            <p:cNvGrpSpPr/>
            <p:nvPr/>
          </p:nvGrpSpPr>
          <p:grpSpPr>
            <a:xfrm>
              <a:off x="109200" y="3189806"/>
              <a:ext cx="8925600" cy="33000"/>
              <a:chOff x="76200" y="76206"/>
              <a:chExt cx="8925600" cy="33000"/>
            </a:xfrm>
          </p:grpSpPr>
          <p:sp>
            <p:nvSpPr>
              <p:cNvPr id="12026" name="Google Shape;12026;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8" name="Google Shape;12098;p15"/>
            <p:cNvGrpSpPr/>
            <p:nvPr/>
          </p:nvGrpSpPr>
          <p:grpSpPr>
            <a:xfrm>
              <a:off x="109200" y="3301006"/>
              <a:ext cx="8925600" cy="33000"/>
              <a:chOff x="76200" y="76206"/>
              <a:chExt cx="8925600" cy="33000"/>
            </a:xfrm>
          </p:grpSpPr>
          <p:sp>
            <p:nvSpPr>
              <p:cNvPr id="12099" name="Google Shape;12099;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15"/>
            <p:cNvGrpSpPr/>
            <p:nvPr/>
          </p:nvGrpSpPr>
          <p:grpSpPr>
            <a:xfrm>
              <a:off x="109200" y="3412206"/>
              <a:ext cx="8925600" cy="33000"/>
              <a:chOff x="76200" y="76206"/>
              <a:chExt cx="8925600" cy="33000"/>
            </a:xfrm>
          </p:grpSpPr>
          <p:sp>
            <p:nvSpPr>
              <p:cNvPr id="12172" name="Google Shape;12172;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4" name="Google Shape;12244;p15"/>
            <p:cNvGrpSpPr/>
            <p:nvPr/>
          </p:nvGrpSpPr>
          <p:grpSpPr>
            <a:xfrm>
              <a:off x="109200" y="3523406"/>
              <a:ext cx="8925600" cy="33000"/>
              <a:chOff x="76200" y="76206"/>
              <a:chExt cx="8925600" cy="33000"/>
            </a:xfrm>
          </p:grpSpPr>
          <p:sp>
            <p:nvSpPr>
              <p:cNvPr id="12245" name="Google Shape;12245;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7" name="Google Shape;12317;p15"/>
            <p:cNvGrpSpPr/>
            <p:nvPr/>
          </p:nvGrpSpPr>
          <p:grpSpPr>
            <a:xfrm>
              <a:off x="109200" y="3634606"/>
              <a:ext cx="8925600" cy="33000"/>
              <a:chOff x="76200" y="76206"/>
              <a:chExt cx="8925600" cy="33000"/>
            </a:xfrm>
          </p:grpSpPr>
          <p:sp>
            <p:nvSpPr>
              <p:cNvPr id="12318" name="Google Shape;12318;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0" name="Google Shape;12390;p15"/>
            <p:cNvGrpSpPr/>
            <p:nvPr/>
          </p:nvGrpSpPr>
          <p:grpSpPr>
            <a:xfrm>
              <a:off x="109200" y="3745806"/>
              <a:ext cx="8925600" cy="33000"/>
              <a:chOff x="76200" y="76206"/>
              <a:chExt cx="8925600" cy="33000"/>
            </a:xfrm>
          </p:grpSpPr>
          <p:sp>
            <p:nvSpPr>
              <p:cNvPr id="12391" name="Google Shape;12391;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3" name="Google Shape;12463;p15"/>
            <p:cNvGrpSpPr/>
            <p:nvPr/>
          </p:nvGrpSpPr>
          <p:grpSpPr>
            <a:xfrm>
              <a:off x="109200" y="3857006"/>
              <a:ext cx="8925600" cy="33000"/>
              <a:chOff x="76200" y="76206"/>
              <a:chExt cx="8925600" cy="33000"/>
            </a:xfrm>
          </p:grpSpPr>
          <p:sp>
            <p:nvSpPr>
              <p:cNvPr id="12464" name="Google Shape;12464;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15"/>
            <p:cNvGrpSpPr/>
            <p:nvPr/>
          </p:nvGrpSpPr>
          <p:grpSpPr>
            <a:xfrm>
              <a:off x="109200" y="3968206"/>
              <a:ext cx="8925600" cy="33000"/>
              <a:chOff x="76200" y="76206"/>
              <a:chExt cx="8925600" cy="33000"/>
            </a:xfrm>
          </p:grpSpPr>
          <p:sp>
            <p:nvSpPr>
              <p:cNvPr id="12537" name="Google Shape;12537;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9" name="Google Shape;12609;p15"/>
            <p:cNvGrpSpPr/>
            <p:nvPr/>
          </p:nvGrpSpPr>
          <p:grpSpPr>
            <a:xfrm>
              <a:off x="109200" y="4079406"/>
              <a:ext cx="8925600" cy="33000"/>
              <a:chOff x="76200" y="76206"/>
              <a:chExt cx="8925600" cy="33000"/>
            </a:xfrm>
          </p:grpSpPr>
          <p:sp>
            <p:nvSpPr>
              <p:cNvPr id="12610" name="Google Shape;12610;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15"/>
            <p:cNvGrpSpPr/>
            <p:nvPr/>
          </p:nvGrpSpPr>
          <p:grpSpPr>
            <a:xfrm>
              <a:off x="109200" y="4190606"/>
              <a:ext cx="8925600" cy="33000"/>
              <a:chOff x="76200" y="76206"/>
              <a:chExt cx="8925600" cy="33000"/>
            </a:xfrm>
          </p:grpSpPr>
          <p:sp>
            <p:nvSpPr>
              <p:cNvPr id="12683" name="Google Shape;12683;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5" name="Google Shape;12755;p15"/>
            <p:cNvGrpSpPr/>
            <p:nvPr/>
          </p:nvGrpSpPr>
          <p:grpSpPr>
            <a:xfrm>
              <a:off x="109200" y="4301806"/>
              <a:ext cx="8925600" cy="33000"/>
              <a:chOff x="76200" y="76206"/>
              <a:chExt cx="8925600" cy="33000"/>
            </a:xfrm>
          </p:grpSpPr>
          <p:sp>
            <p:nvSpPr>
              <p:cNvPr id="12756" name="Google Shape;12756;p1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28" name="Google Shape;12828;p15"/>
          <p:cNvGrpSpPr/>
          <p:nvPr/>
        </p:nvGrpSpPr>
        <p:grpSpPr>
          <a:xfrm>
            <a:off x="8320098" y="4866112"/>
            <a:ext cx="510133" cy="78484"/>
            <a:chOff x="3521300" y="154525"/>
            <a:chExt cx="1256175" cy="193500"/>
          </a:xfrm>
        </p:grpSpPr>
        <p:sp>
          <p:nvSpPr>
            <p:cNvPr id="12829" name="Google Shape;12829;p15"/>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5"/>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5"/>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5"/>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3" name="Google Shape;12833;p15"/>
          <p:cNvSpPr txBox="1">
            <a:spLocks noGrp="1"/>
          </p:cNvSpPr>
          <p:nvPr>
            <p:ph type="title"/>
          </p:nvPr>
        </p:nvSpPr>
        <p:spPr>
          <a:xfrm>
            <a:off x="5298600" y="3700200"/>
            <a:ext cx="3054900" cy="608400"/>
          </a:xfrm>
          <a:prstGeom prst="rect">
            <a:avLst/>
          </a:prstGeom>
          <a:solidFill>
            <a:schemeClr val="lt1"/>
          </a:solidFill>
        </p:spPr>
        <p:txBody>
          <a:bodyPr spcFirstLastPara="1" wrap="square" lIns="91425" tIns="64000" rIns="91425" bIns="91425" anchor="ctr" anchorCtr="0">
            <a:noAutofit/>
          </a:bodyPr>
          <a:lstStyle>
            <a:lvl1pPr lvl="0" algn="r" rtl="0">
              <a:spcBef>
                <a:spcPts val="0"/>
              </a:spcBef>
              <a:spcAft>
                <a:spcPts val="0"/>
              </a:spcAft>
              <a:buSzPts val="3000"/>
              <a:buNone/>
              <a:defRPr sz="2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2834" name="Google Shape;12834;p15"/>
          <p:cNvSpPr txBox="1">
            <a:spLocks noGrp="1"/>
          </p:cNvSpPr>
          <p:nvPr>
            <p:ph type="subTitle" idx="1"/>
          </p:nvPr>
        </p:nvSpPr>
        <p:spPr>
          <a:xfrm>
            <a:off x="781950" y="1065326"/>
            <a:ext cx="7580100" cy="2401500"/>
          </a:xfrm>
          <a:prstGeom prst="rect">
            <a:avLst/>
          </a:prstGeom>
          <a:solidFill>
            <a:schemeClr val="lt1"/>
          </a:solidFill>
        </p:spPr>
        <p:txBody>
          <a:bodyPr spcFirstLastPara="1" wrap="square" lIns="0" tIns="0" rIns="0" bIns="0" anchor="ctr" anchorCtr="0">
            <a:noAutofit/>
          </a:bodyPr>
          <a:lstStyle>
            <a:lvl1pPr lvl="0" rtl="0">
              <a:lnSpc>
                <a:spcPct val="100000"/>
              </a:lnSpc>
              <a:spcBef>
                <a:spcPts val="0"/>
              </a:spcBef>
              <a:spcAft>
                <a:spcPts val="0"/>
              </a:spcAft>
              <a:buSzPts val="2500"/>
              <a:buNone/>
              <a:defRPr sz="30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1">
  <p:cSld name="BLANK_1_1_1">
    <p:spTree>
      <p:nvGrpSpPr>
        <p:cNvPr id="1" name="Shape 12835"/>
        <p:cNvGrpSpPr/>
        <p:nvPr/>
      </p:nvGrpSpPr>
      <p:grpSpPr>
        <a:xfrm>
          <a:off x="0" y="0"/>
          <a:ext cx="0" cy="0"/>
          <a:chOff x="0" y="0"/>
          <a:chExt cx="0" cy="0"/>
        </a:xfrm>
      </p:grpSpPr>
      <p:grpSp>
        <p:nvGrpSpPr>
          <p:cNvPr id="12836" name="Google Shape;12836;p16"/>
          <p:cNvGrpSpPr/>
          <p:nvPr/>
        </p:nvGrpSpPr>
        <p:grpSpPr>
          <a:xfrm>
            <a:off x="8320098" y="4866112"/>
            <a:ext cx="510133" cy="78484"/>
            <a:chOff x="3521300" y="154525"/>
            <a:chExt cx="1256175" cy="193500"/>
          </a:xfrm>
        </p:grpSpPr>
        <p:sp>
          <p:nvSpPr>
            <p:cNvPr id="12837" name="Google Shape;12837;p16"/>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6"/>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6"/>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6"/>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1" name="Google Shape;12841;p16"/>
          <p:cNvSpPr txBox="1">
            <a:spLocks noGrp="1"/>
          </p:cNvSpPr>
          <p:nvPr>
            <p:ph type="title"/>
          </p:nvPr>
        </p:nvSpPr>
        <p:spPr>
          <a:xfrm>
            <a:off x="1899750" y="3162425"/>
            <a:ext cx="5344500" cy="608400"/>
          </a:xfrm>
          <a:prstGeom prst="rect">
            <a:avLst/>
          </a:prstGeom>
          <a:solidFill>
            <a:schemeClr val="lt1"/>
          </a:solidFill>
        </p:spPr>
        <p:txBody>
          <a:bodyPr spcFirstLastPara="1" wrap="square" lIns="91425" tIns="64000" rIns="91425" bIns="91425" anchor="t" anchorCtr="0">
            <a:noAutofit/>
          </a:bodyPr>
          <a:lstStyle>
            <a:lvl1pPr lvl="0" rtl="0">
              <a:spcBef>
                <a:spcPts val="0"/>
              </a:spcBef>
              <a:spcAft>
                <a:spcPts val="0"/>
              </a:spcAft>
              <a:buSzPts val="3000"/>
              <a:buNone/>
              <a:defRPr sz="35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2842" name="Google Shape;12842;p16"/>
          <p:cNvSpPr txBox="1">
            <a:spLocks noGrp="1"/>
          </p:cNvSpPr>
          <p:nvPr>
            <p:ph type="subTitle" idx="1"/>
          </p:nvPr>
        </p:nvSpPr>
        <p:spPr>
          <a:xfrm>
            <a:off x="1293000" y="1372675"/>
            <a:ext cx="6558000" cy="1539000"/>
          </a:xfrm>
          <a:prstGeom prst="rect">
            <a:avLst/>
          </a:prstGeom>
          <a:noFill/>
        </p:spPr>
        <p:txBody>
          <a:bodyPr spcFirstLastPara="1" wrap="square" lIns="0" tIns="0" rIns="0" bIns="0" anchor="b" anchorCtr="0">
            <a:noAutofit/>
          </a:bodyPr>
          <a:lstStyle>
            <a:lvl1pPr lvl="0" algn="ctr" rtl="0">
              <a:lnSpc>
                <a:spcPct val="100000"/>
              </a:lnSpc>
              <a:spcBef>
                <a:spcPts val="0"/>
              </a:spcBef>
              <a:spcAft>
                <a:spcPts val="0"/>
              </a:spcAft>
              <a:buSzPts val="2500"/>
              <a:buNone/>
              <a:defRPr sz="30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grpSp>
        <p:nvGrpSpPr>
          <p:cNvPr id="12843" name="Google Shape;12843;p16"/>
          <p:cNvGrpSpPr/>
          <p:nvPr/>
        </p:nvGrpSpPr>
        <p:grpSpPr>
          <a:xfrm>
            <a:off x="313503" y="540001"/>
            <a:ext cx="8516819" cy="4063568"/>
            <a:chOff x="313503" y="540001"/>
            <a:chExt cx="8516819" cy="4063568"/>
          </a:xfrm>
        </p:grpSpPr>
        <p:sp>
          <p:nvSpPr>
            <p:cNvPr id="12844" name="Google Shape;12844;p16"/>
            <p:cNvSpPr/>
            <p:nvPr/>
          </p:nvSpPr>
          <p:spPr>
            <a:xfrm>
              <a:off x="31350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6"/>
            <p:cNvSpPr/>
            <p:nvPr/>
          </p:nvSpPr>
          <p:spPr>
            <a:xfrm>
              <a:off x="43301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6"/>
            <p:cNvSpPr/>
            <p:nvPr/>
          </p:nvSpPr>
          <p:spPr>
            <a:xfrm>
              <a:off x="55251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6"/>
            <p:cNvSpPr/>
            <p:nvPr/>
          </p:nvSpPr>
          <p:spPr>
            <a:xfrm>
              <a:off x="67202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6"/>
            <p:cNvSpPr/>
            <p:nvPr/>
          </p:nvSpPr>
          <p:spPr>
            <a:xfrm>
              <a:off x="79153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6"/>
            <p:cNvSpPr/>
            <p:nvPr/>
          </p:nvSpPr>
          <p:spPr>
            <a:xfrm>
              <a:off x="91104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6"/>
            <p:cNvSpPr/>
            <p:nvPr/>
          </p:nvSpPr>
          <p:spPr>
            <a:xfrm>
              <a:off x="103055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6"/>
            <p:cNvSpPr/>
            <p:nvPr/>
          </p:nvSpPr>
          <p:spPr>
            <a:xfrm>
              <a:off x="820125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6"/>
            <p:cNvSpPr/>
            <p:nvPr/>
          </p:nvSpPr>
          <p:spPr>
            <a:xfrm>
              <a:off x="832076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6"/>
            <p:cNvSpPr/>
            <p:nvPr/>
          </p:nvSpPr>
          <p:spPr>
            <a:xfrm>
              <a:off x="844028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6"/>
            <p:cNvSpPr/>
            <p:nvPr/>
          </p:nvSpPr>
          <p:spPr>
            <a:xfrm>
              <a:off x="855979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6"/>
            <p:cNvSpPr/>
            <p:nvPr/>
          </p:nvSpPr>
          <p:spPr>
            <a:xfrm>
              <a:off x="867930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6"/>
            <p:cNvSpPr/>
            <p:nvPr/>
          </p:nvSpPr>
          <p:spPr>
            <a:xfrm>
              <a:off x="879882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6"/>
            <p:cNvSpPr/>
            <p:nvPr/>
          </p:nvSpPr>
          <p:spPr>
            <a:xfrm>
              <a:off x="31350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6"/>
            <p:cNvSpPr/>
            <p:nvPr/>
          </p:nvSpPr>
          <p:spPr>
            <a:xfrm>
              <a:off x="43301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6"/>
            <p:cNvSpPr/>
            <p:nvPr/>
          </p:nvSpPr>
          <p:spPr>
            <a:xfrm>
              <a:off x="55251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6"/>
            <p:cNvSpPr/>
            <p:nvPr/>
          </p:nvSpPr>
          <p:spPr>
            <a:xfrm>
              <a:off x="67202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6"/>
            <p:cNvSpPr/>
            <p:nvPr/>
          </p:nvSpPr>
          <p:spPr>
            <a:xfrm>
              <a:off x="79153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6"/>
            <p:cNvSpPr/>
            <p:nvPr/>
          </p:nvSpPr>
          <p:spPr>
            <a:xfrm>
              <a:off x="91104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6"/>
            <p:cNvSpPr/>
            <p:nvPr/>
          </p:nvSpPr>
          <p:spPr>
            <a:xfrm>
              <a:off x="103055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6"/>
            <p:cNvSpPr/>
            <p:nvPr/>
          </p:nvSpPr>
          <p:spPr>
            <a:xfrm>
              <a:off x="820125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6"/>
            <p:cNvSpPr/>
            <p:nvPr/>
          </p:nvSpPr>
          <p:spPr>
            <a:xfrm>
              <a:off x="832076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6"/>
            <p:cNvSpPr/>
            <p:nvPr/>
          </p:nvSpPr>
          <p:spPr>
            <a:xfrm>
              <a:off x="844028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6"/>
            <p:cNvSpPr/>
            <p:nvPr/>
          </p:nvSpPr>
          <p:spPr>
            <a:xfrm>
              <a:off x="855979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6"/>
            <p:cNvSpPr/>
            <p:nvPr/>
          </p:nvSpPr>
          <p:spPr>
            <a:xfrm>
              <a:off x="867930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6"/>
            <p:cNvSpPr/>
            <p:nvPr/>
          </p:nvSpPr>
          <p:spPr>
            <a:xfrm>
              <a:off x="879882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6"/>
            <p:cNvSpPr/>
            <p:nvPr/>
          </p:nvSpPr>
          <p:spPr>
            <a:xfrm>
              <a:off x="31350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6"/>
            <p:cNvSpPr/>
            <p:nvPr/>
          </p:nvSpPr>
          <p:spPr>
            <a:xfrm>
              <a:off x="43301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6"/>
            <p:cNvSpPr/>
            <p:nvPr/>
          </p:nvSpPr>
          <p:spPr>
            <a:xfrm>
              <a:off x="55251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6"/>
            <p:cNvSpPr/>
            <p:nvPr/>
          </p:nvSpPr>
          <p:spPr>
            <a:xfrm>
              <a:off x="67202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6"/>
            <p:cNvSpPr/>
            <p:nvPr/>
          </p:nvSpPr>
          <p:spPr>
            <a:xfrm>
              <a:off x="79153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6"/>
            <p:cNvSpPr/>
            <p:nvPr/>
          </p:nvSpPr>
          <p:spPr>
            <a:xfrm>
              <a:off x="91104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6"/>
            <p:cNvSpPr/>
            <p:nvPr/>
          </p:nvSpPr>
          <p:spPr>
            <a:xfrm>
              <a:off x="103055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6"/>
            <p:cNvSpPr/>
            <p:nvPr/>
          </p:nvSpPr>
          <p:spPr>
            <a:xfrm>
              <a:off x="820125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6"/>
            <p:cNvSpPr/>
            <p:nvPr/>
          </p:nvSpPr>
          <p:spPr>
            <a:xfrm>
              <a:off x="832076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6"/>
            <p:cNvSpPr/>
            <p:nvPr/>
          </p:nvSpPr>
          <p:spPr>
            <a:xfrm>
              <a:off x="844028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6"/>
            <p:cNvSpPr/>
            <p:nvPr/>
          </p:nvSpPr>
          <p:spPr>
            <a:xfrm>
              <a:off x="855979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6"/>
            <p:cNvSpPr/>
            <p:nvPr/>
          </p:nvSpPr>
          <p:spPr>
            <a:xfrm>
              <a:off x="867930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6"/>
            <p:cNvSpPr/>
            <p:nvPr/>
          </p:nvSpPr>
          <p:spPr>
            <a:xfrm>
              <a:off x="879882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6"/>
            <p:cNvSpPr/>
            <p:nvPr/>
          </p:nvSpPr>
          <p:spPr>
            <a:xfrm>
              <a:off x="31350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6"/>
            <p:cNvSpPr/>
            <p:nvPr/>
          </p:nvSpPr>
          <p:spPr>
            <a:xfrm>
              <a:off x="43301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6"/>
            <p:cNvSpPr/>
            <p:nvPr/>
          </p:nvSpPr>
          <p:spPr>
            <a:xfrm>
              <a:off x="55251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6"/>
            <p:cNvSpPr/>
            <p:nvPr/>
          </p:nvSpPr>
          <p:spPr>
            <a:xfrm>
              <a:off x="67202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6"/>
            <p:cNvSpPr/>
            <p:nvPr/>
          </p:nvSpPr>
          <p:spPr>
            <a:xfrm>
              <a:off x="79153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6"/>
            <p:cNvSpPr/>
            <p:nvPr/>
          </p:nvSpPr>
          <p:spPr>
            <a:xfrm>
              <a:off x="91104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6"/>
            <p:cNvSpPr/>
            <p:nvPr/>
          </p:nvSpPr>
          <p:spPr>
            <a:xfrm>
              <a:off x="103055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6"/>
            <p:cNvSpPr/>
            <p:nvPr/>
          </p:nvSpPr>
          <p:spPr>
            <a:xfrm>
              <a:off x="820125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6"/>
            <p:cNvSpPr/>
            <p:nvPr/>
          </p:nvSpPr>
          <p:spPr>
            <a:xfrm>
              <a:off x="832076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6"/>
            <p:cNvSpPr/>
            <p:nvPr/>
          </p:nvSpPr>
          <p:spPr>
            <a:xfrm>
              <a:off x="844028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6"/>
            <p:cNvSpPr/>
            <p:nvPr/>
          </p:nvSpPr>
          <p:spPr>
            <a:xfrm>
              <a:off x="855979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6"/>
            <p:cNvSpPr/>
            <p:nvPr/>
          </p:nvSpPr>
          <p:spPr>
            <a:xfrm>
              <a:off x="867930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6"/>
            <p:cNvSpPr/>
            <p:nvPr/>
          </p:nvSpPr>
          <p:spPr>
            <a:xfrm>
              <a:off x="879882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6"/>
            <p:cNvSpPr/>
            <p:nvPr/>
          </p:nvSpPr>
          <p:spPr>
            <a:xfrm>
              <a:off x="31350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6"/>
            <p:cNvSpPr/>
            <p:nvPr/>
          </p:nvSpPr>
          <p:spPr>
            <a:xfrm>
              <a:off x="43301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6"/>
            <p:cNvSpPr/>
            <p:nvPr/>
          </p:nvSpPr>
          <p:spPr>
            <a:xfrm>
              <a:off x="55251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6"/>
            <p:cNvSpPr/>
            <p:nvPr/>
          </p:nvSpPr>
          <p:spPr>
            <a:xfrm>
              <a:off x="67202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6"/>
            <p:cNvSpPr/>
            <p:nvPr/>
          </p:nvSpPr>
          <p:spPr>
            <a:xfrm>
              <a:off x="79153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6"/>
            <p:cNvSpPr/>
            <p:nvPr/>
          </p:nvSpPr>
          <p:spPr>
            <a:xfrm>
              <a:off x="91104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6"/>
            <p:cNvSpPr/>
            <p:nvPr/>
          </p:nvSpPr>
          <p:spPr>
            <a:xfrm>
              <a:off x="103055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6"/>
            <p:cNvSpPr/>
            <p:nvPr/>
          </p:nvSpPr>
          <p:spPr>
            <a:xfrm>
              <a:off x="820125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6"/>
            <p:cNvSpPr/>
            <p:nvPr/>
          </p:nvSpPr>
          <p:spPr>
            <a:xfrm>
              <a:off x="832076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6"/>
            <p:cNvSpPr/>
            <p:nvPr/>
          </p:nvSpPr>
          <p:spPr>
            <a:xfrm>
              <a:off x="844028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6"/>
            <p:cNvSpPr/>
            <p:nvPr/>
          </p:nvSpPr>
          <p:spPr>
            <a:xfrm>
              <a:off x="855979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6"/>
            <p:cNvSpPr/>
            <p:nvPr/>
          </p:nvSpPr>
          <p:spPr>
            <a:xfrm>
              <a:off x="867930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6"/>
            <p:cNvSpPr/>
            <p:nvPr/>
          </p:nvSpPr>
          <p:spPr>
            <a:xfrm>
              <a:off x="879882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6"/>
            <p:cNvSpPr/>
            <p:nvPr/>
          </p:nvSpPr>
          <p:spPr>
            <a:xfrm>
              <a:off x="31350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6"/>
            <p:cNvSpPr/>
            <p:nvPr/>
          </p:nvSpPr>
          <p:spPr>
            <a:xfrm>
              <a:off x="43301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6"/>
            <p:cNvSpPr/>
            <p:nvPr/>
          </p:nvSpPr>
          <p:spPr>
            <a:xfrm>
              <a:off x="55251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6"/>
            <p:cNvSpPr/>
            <p:nvPr/>
          </p:nvSpPr>
          <p:spPr>
            <a:xfrm>
              <a:off x="67202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6"/>
            <p:cNvSpPr/>
            <p:nvPr/>
          </p:nvSpPr>
          <p:spPr>
            <a:xfrm>
              <a:off x="79153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6"/>
            <p:cNvSpPr/>
            <p:nvPr/>
          </p:nvSpPr>
          <p:spPr>
            <a:xfrm>
              <a:off x="91104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6"/>
            <p:cNvSpPr/>
            <p:nvPr/>
          </p:nvSpPr>
          <p:spPr>
            <a:xfrm>
              <a:off x="103055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6"/>
            <p:cNvSpPr/>
            <p:nvPr/>
          </p:nvSpPr>
          <p:spPr>
            <a:xfrm>
              <a:off x="820125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6"/>
            <p:cNvSpPr/>
            <p:nvPr/>
          </p:nvSpPr>
          <p:spPr>
            <a:xfrm>
              <a:off x="832076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6"/>
            <p:cNvSpPr/>
            <p:nvPr/>
          </p:nvSpPr>
          <p:spPr>
            <a:xfrm>
              <a:off x="844028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6"/>
            <p:cNvSpPr/>
            <p:nvPr/>
          </p:nvSpPr>
          <p:spPr>
            <a:xfrm>
              <a:off x="855979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6"/>
            <p:cNvSpPr/>
            <p:nvPr/>
          </p:nvSpPr>
          <p:spPr>
            <a:xfrm>
              <a:off x="867930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6"/>
            <p:cNvSpPr/>
            <p:nvPr/>
          </p:nvSpPr>
          <p:spPr>
            <a:xfrm>
              <a:off x="879882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6"/>
            <p:cNvSpPr/>
            <p:nvPr/>
          </p:nvSpPr>
          <p:spPr>
            <a:xfrm>
              <a:off x="31350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6"/>
            <p:cNvSpPr/>
            <p:nvPr/>
          </p:nvSpPr>
          <p:spPr>
            <a:xfrm>
              <a:off x="43301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6"/>
            <p:cNvSpPr/>
            <p:nvPr/>
          </p:nvSpPr>
          <p:spPr>
            <a:xfrm>
              <a:off x="55251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6"/>
            <p:cNvSpPr/>
            <p:nvPr/>
          </p:nvSpPr>
          <p:spPr>
            <a:xfrm>
              <a:off x="67202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6"/>
            <p:cNvSpPr/>
            <p:nvPr/>
          </p:nvSpPr>
          <p:spPr>
            <a:xfrm>
              <a:off x="79153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6"/>
            <p:cNvSpPr/>
            <p:nvPr/>
          </p:nvSpPr>
          <p:spPr>
            <a:xfrm>
              <a:off x="91104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6"/>
            <p:cNvSpPr/>
            <p:nvPr/>
          </p:nvSpPr>
          <p:spPr>
            <a:xfrm>
              <a:off x="103055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6"/>
            <p:cNvSpPr/>
            <p:nvPr/>
          </p:nvSpPr>
          <p:spPr>
            <a:xfrm>
              <a:off x="820125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6"/>
            <p:cNvSpPr/>
            <p:nvPr/>
          </p:nvSpPr>
          <p:spPr>
            <a:xfrm>
              <a:off x="832076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6"/>
            <p:cNvSpPr/>
            <p:nvPr/>
          </p:nvSpPr>
          <p:spPr>
            <a:xfrm>
              <a:off x="844028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6"/>
            <p:cNvSpPr/>
            <p:nvPr/>
          </p:nvSpPr>
          <p:spPr>
            <a:xfrm>
              <a:off x="855979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6"/>
            <p:cNvSpPr/>
            <p:nvPr/>
          </p:nvSpPr>
          <p:spPr>
            <a:xfrm>
              <a:off x="867930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6"/>
            <p:cNvSpPr/>
            <p:nvPr/>
          </p:nvSpPr>
          <p:spPr>
            <a:xfrm>
              <a:off x="879882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6"/>
            <p:cNvSpPr/>
            <p:nvPr/>
          </p:nvSpPr>
          <p:spPr>
            <a:xfrm>
              <a:off x="31350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6"/>
            <p:cNvSpPr/>
            <p:nvPr/>
          </p:nvSpPr>
          <p:spPr>
            <a:xfrm>
              <a:off x="43301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6"/>
            <p:cNvSpPr/>
            <p:nvPr/>
          </p:nvSpPr>
          <p:spPr>
            <a:xfrm>
              <a:off x="55251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6"/>
            <p:cNvSpPr/>
            <p:nvPr/>
          </p:nvSpPr>
          <p:spPr>
            <a:xfrm>
              <a:off x="67202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6"/>
            <p:cNvSpPr/>
            <p:nvPr/>
          </p:nvSpPr>
          <p:spPr>
            <a:xfrm>
              <a:off x="79153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6"/>
            <p:cNvSpPr/>
            <p:nvPr/>
          </p:nvSpPr>
          <p:spPr>
            <a:xfrm>
              <a:off x="91104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6"/>
            <p:cNvSpPr/>
            <p:nvPr/>
          </p:nvSpPr>
          <p:spPr>
            <a:xfrm>
              <a:off x="103055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6"/>
            <p:cNvSpPr/>
            <p:nvPr/>
          </p:nvSpPr>
          <p:spPr>
            <a:xfrm>
              <a:off x="820125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6"/>
            <p:cNvSpPr/>
            <p:nvPr/>
          </p:nvSpPr>
          <p:spPr>
            <a:xfrm>
              <a:off x="832076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6"/>
            <p:cNvSpPr/>
            <p:nvPr/>
          </p:nvSpPr>
          <p:spPr>
            <a:xfrm>
              <a:off x="844028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6"/>
            <p:cNvSpPr/>
            <p:nvPr/>
          </p:nvSpPr>
          <p:spPr>
            <a:xfrm>
              <a:off x="855979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6"/>
            <p:cNvSpPr/>
            <p:nvPr/>
          </p:nvSpPr>
          <p:spPr>
            <a:xfrm>
              <a:off x="867930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6"/>
            <p:cNvSpPr/>
            <p:nvPr/>
          </p:nvSpPr>
          <p:spPr>
            <a:xfrm>
              <a:off x="879882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6"/>
            <p:cNvSpPr/>
            <p:nvPr/>
          </p:nvSpPr>
          <p:spPr>
            <a:xfrm>
              <a:off x="31350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6"/>
            <p:cNvSpPr/>
            <p:nvPr/>
          </p:nvSpPr>
          <p:spPr>
            <a:xfrm>
              <a:off x="43301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6"/>
            <p:cNvSpPr/>
            <p:nvPr/>
          </p:nvSpPr>
          <p:spPr>
            <a:xfrm>
              <a:off x="55251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6"/>
            <p:cNvSpPr/>
            <p:nvPr/>
          </p:nvSpPr>
          <p:spPr>
            <a:xfrm>
              <a:off x="67202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6"/>
            <p:cNvSpPr/>
            <p:nvPr/>
          </p:nvSpPr>
          <p:spPr>
            <a:xfrm>
              <a:off x="79153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6"/>
            <p:cNvSpPr/>
            <p:nvPr/>
          </p:nvSpPr>
          <p:spPr>
            <a:xfrm>
              <a:off x="91104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6"/>
            <p:cNvSpPr/>
            <p:nvPr/>
          </p:nvSpPr>
          <p:spPr>
            <a:xfrm>
              <a:off x="103055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6"/>
            <p:cNvSpPr/>
            <p:nvPr/>
          </p:nvSpPr>
          <p:spPr>
            <a:xfrm>
              <a:off x="820125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6"/>
            <p:cNvSpPr/>
            <p:nvPr/>
          </p:nvSpPr>
          <p:spPr>
            <a:xfrm>
              <a:off x="832076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6"/>
            <p:cNvSpPr/>
            <p:nvPr/>
          </p:nvSpPr>
          <p:spPr>
            <a:xfrm>
              <a:off x="844028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6"/>
            <p:cNvSpPr/>
            <p:nvPr/>
          </p:nvSpPr>
          <p:spPr>
            <a:xfrm>
              <a:off x="855979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6"/>
            <p:cNvSpPr/>
            <p:nvPr/>
          </p:nvSpPr>
          <p:spPr>
            <a:xfrm>
              <a:off x="867930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6"/>
            <p:cNvSpPr/>
            <p:nvPr/>
          </p:nvSpPr>
          <p:spPr>
            <a:xfrm>
              <a:off x="879882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6"/>
            <p:cNvSpPr/>
            <p:nvPr/>
          </p:nvSpPr>
          <p:spPr>
            <a:xfrm>
              <a:off x="31350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6"/>
            <p:cNvSpPr/>
            <p:nvPr/>
          </p:nvSpPr>
          <p:spPr>
            <a:xfrm>
              <a:off x="43301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6"/>
            <p:cNvSpPr/>
            <p:nvPr/>
          </p:nvSpPr>
          <p:spPr>
            <a:xfrm>
              <a:off x="55251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6"/>
            <p:cNvSpPr/>
            <p:nvPr/>
          </p:nvSpPr>
          <p:spPr>
            <a:xfrm>
              <a:off x="67202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6"/>
            <p:cNvSpPr/>
            <p:nvPr/>
          </p:nvSpPr>
          <p:spPr>
            <a:xfrm>
              <a:off x="79153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6"/>
            <p:cNvSpPr/>
            <p:nvPr/>
          </p:nvSpPr>
          <p:spPr>
            <a:xfrm>
              <a:off x="91104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6"/>
            <p:cNvSpPr/>
            <p:nvPr/>
          </p:nvSpPr>
          <p:spPr>
            <a:xfrm>
              <a:off x="103055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6"/>
            <p:cNvSpPr/>
            <p:nvPr/>
          </p:nvSpPr>
          <p:spPr>
            <a:xfrm>
              <a:off x="820125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6"/>
            <p:cNvSpPr/>
            <p:nvPr/>
          </p:nvSpPr>
          <p:spPr>
            <a:xfrm>
              <a:off x="832076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6"/>
            <p:cNvSpPr/>
            <p:nvPr/>
          </p:nvSpPr>
          <p:spPr>
            <a:xfrm>
              <a:off x="844028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6"/>
            <p:cNvSpPr/>
            <p:nvPr/>
          </p:nvSpPr>
          <p:spPr>
            <a:xfrm>
              <a:off x="855979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6"/>
            <p:cNvSpPr/>
            <p:nvPr/>
          </p:nvSpPr>
          <p:spPr>
            <a:xfrm>
              <a:off x="867930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6"/>
            <p:cNvSpPr/>
            <p:nvPr/>
          </p:nvSpPr>
          <p:spPr>
            <a:xfrm>
              <a:off x="879882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6"/>
            <p:cNvSpPr/>
            <p:nvPr/>
          </p:nvSpPr>
          <p:spPr>
            <a:xfrm>
              <a:off x="31350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6"/>
            <p:cNvSpPr/>
            <p:nvPr/>
          </p:nvSpPr>
          <p:spPr>
            <a:xfrm>
              <a:off x="43301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6"/>
            <p:cNvSpPr/>
            <p:nvPr/>
          </p:nvSpPr>
          <p:spPr>
            <a:xfrm>
              <a:off x="55251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6"/>
            <p:cNvSpPr/>
            <p:nvPr/>
          </p:nvSpPr>
          <p:spPr>
            <a:xfrm>
              <a:off x="67202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6"/>
            <p:cNvSpPr/>
            <p:nvPr/>
          </p:nvSpPr>
          <p:spPr>
            <a:xfrm>
              <a:off x="79153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6"/>
            <p:cNvSpPr/>
            <p:nvPr/>
          </p:nvSpPr>
          <p:spPr>
            <a:xfrm>
              <a:off x="91104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6"/>
            <p:cNvSpPr/>
            <p:nvPr/>
          </p:nvSpPr>
          <p:spPr>
            <a:xfrm>
              <a:off x="103055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6"/>
            <p:cNvSpPr/>
            <p:nvPr/>
          </p:nvSpPr>
          <p:spPr>
            <a:xfrm>
              <a:off x="820125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6"/>
            <p:cNvSpPr/>
            <p:nvPr/>
          </p:nvSpPr>
          <p:spPr>
            <a:xfrm>
              <a:off x="832076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6"/>
            <p:cNvSpPr/>
            <p:nvPr/>
          </p:nvSpPr>
          <p:spPr>
            <a:xfrm>
              <a:off x="844028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6"/>
            <p:cNvSpPr/>
            <p:nvPr/>
          </p:nvSpPr>
          <p:spPr>
            <a:xfrm>
              <a:off x="855979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6"/>
            <p:cNvSpPr/>
            <p:nvPr/>
          </p:nvSpPr>
          <p:spPr>
            <a:xfrm>
              <a:off x="867930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6"/>
            <p:cNvSpPr/>
            <p:nvPr/>
          </p:nvSpPr>
          <p:spPr>
            <a:xfrm>
              <a:off x="879882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6"/>
            <p:cNvSpPr/>
            <p:nvPr/>
          </p:nvSpPr>
          <p:spPr>
            <a:xfrm>
              <a:off x="31350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6"/>
            <p:cNvSpPr/>
            <p:nvPr/>
          </p:nvSpPr>
          <p:spPr>
            <a:xfrm>
              <a:off x="43301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6"/>
            <p:cNvSpPr/>
            <p:nvPr/>
          </p:nvSpPr>
          <p:spPr>
            <a:xfrm>
              <a:off x="55251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6"/>
            <p:cNvSpPr/>
            <p:nvPr/>
          </p:nvSpPr>
          <p:spPr>
            <a:xfrm>
              <a:off x="67202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6"/>
            <p:cNvSpPr/>
            <p:nvPr/>
          </p:nvSpPr>
          <p:spPr>
            <a:xfrm>
              <a:off x="79153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6"/>
            <p:cNvSpPr/>
            <p:nvPr/>
          </p:nvSpPr>
          <p:spPr>
            <a:xfrm>
              <a:off x="91104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6"/>
            <p:cNvSpPr/>
            <p:nvPr/>
          </p:nvSpPr>
          <p:spPr>
            <a:xfrm>
              <a:off x="103055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6"/>
            <p:cNvSpPr/>
            <p:nvPr/>
          </p:nvSpPr>
          <p:spPr>
            <a:xfrm>
              <a:off x="820125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6"/>
            <p:cNvSpPr/>
            <p:nvPr/>
          </p:nvSpPr>
          <p:spPr>
            <a:xfrm>
              <a:off x="832076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6"/>
            <p:cNvSpPr/>
            <p:nvPr/>
          </p:nvSpPr>
          <p:spPr>
            <a:xfrm>
              <a:off x="844028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6"/>
            <p:cNvSpPr/>
            <p:nvPr/>
          </p:nvSpPr>
          <p:spPr>
            <a:xfrm>
              <a:off x="855979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6"/>
            <p:cNvSpPr/>
            <p:nvPr/>
          </p:nvSpPr>
          <p:spPr>
            <a:xfrm>
              <a:off x="867930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6"/>
            <p:cNvSpPr/>
            <p:nvPr/>
          </p:nvSpPr>
          <p:spPr>
            <a:xfrm>
              <a:off x="879882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6"/>
            <p:cNvSpPr/>
            <p:nvPr/>
          </p:nvSpPr>
          <p:spPr>
            <a:xfrm>
              <a:off x="31350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6"/>
            <p:cNvSpPr/>
            <p:nvPr/>
          </p:nvSpPr>
          <p:spPr>
            <a:xfrm>
              <a:off x="43301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6"/>
            <p:cNvSpPr/>
            <p:nvPr/>
          </p:nvSpPr>
          <p:spPr>
            <a:xfrm>
              <a:off x="55251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6"/>
            <p:cNvSpPr/>
            <p:nvPr/>
          </p:nvSpPr>
          <p:spPr>
            <a:xfrm>
              <a:off x="67202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6"/>
            <p:cNvSpPr/>
            <p:nvPr/>
          </p:nvSpPr>
          <p:spPr>
            <a:xfrm>
              <a:off x="79153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6"/>
            <p:cNvSpPr/>
            <p:nvPr/>
          </p:nvSpPr>
          <p:spPr>
            <a:xfrm>
              <a:off x="91104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6"/>
            <p:cNvSpPr/>
            <p:nvPr/>
          </p:nvSpPr>
          <p:spPr>
            <a:xfrm>
              <a:off x="103055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6"/>
            <p:cNvSpPr/>
            <p:nvPr/>
          </p:nvSpPr>
          <p:spPr>
            <a:xfrm>
              <a:off x="820125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6"/>
            <p:cNvSpPr/>
            <p:nvPr/>
          </p:nvSpPr>
          <p:spPr>
            <a:xfrm>
              <a:off x="832076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6"/>
            <p:cNvSpPr/>
            <p:nvPr/>
          </p:nvSpPr>
          <p:spPr>
            <a:xfrm>
              <a:off x="844028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6"/>
            <p:cNvSpPr/>
            <p:nvPr/>
          </p:nvSpPr>
          <p:spPr>
            <a:xfrm>
              <a:off x="855979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6"/>
            <p:cNvSpPr/>
            <p:nvPr/>
          </p:nvSpPr>
          <p:spPr>
            <a:xfrm>
              <a:off x="867930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6"/>
            <p:cNvSpPr/>
            <p:nvPr/>
          </p:nvSpPr>
          <p:spPr>
            <a:xfrm>
              <a:off x="879882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6"/>
            <p:cNvSpPr/>
            <p:nvPr/>
          </p:nvSpPr>
          <p:spPr>
            <a:xfrm>
              <a:off x="31350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6"/>
            <p:cNvSpPr/>
            <p:nvPr/>
          </p:nvSpPr>
          <p:spPr>
            <a:xfrm>
              <a:off x="43301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6"/>
            <p:cNvSpPr/>
            <p:nvPr/>
          </p:nvSpPr>
          <p:spPr>
            <a:xfrm>
              <a:off x="55251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6"/>
            <p:cNvSpPr/>
            <p:nvPr/>
          </p:nvSpPr>
          <p:spPr>
            <a:xfrm>
              <a:off x="67202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6"/>
            <p:cNvSpPr/>
            <p:nvPr/>
          </p:nvSpPr>
          <p:spPr>
            <a:xfrm>
              <a:off x="79153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6"/>
            <p:cNvSpPr/>
            <p:nvPr/>
          </p:nvSpPr>
          <p:spPr>
            <a:xfrm>
              <a:off x="91104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6"/>
            <p:cNvSpPr/>
            <p:nvPr/>
          </p:nvSpPr>
          <p:spPr>
            <a:xfrm>
              <a:off x="103055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6"/>
            <p:cNvSpPr/>
            <p:nvPr/>
          </p:nvSpPr>
          <p:spPr>
            <a:xfrm>
              <a:off x="820125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6"/>
            <p:cNvSpPr/>
            <p:nvPr/>
          </p:nvSpPr>
          <p:spPr>
            <a:xfrm>
              <a:off x="832076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6"/>
            <p:cNvSpPr/>
            <p:nvPr/>
          </p:nvSpPr>
          <p:spPr>
            <a:xfrm>
              <a:off x="844028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6"/>
            <p:cNvSpPr/>
            <p:nvPr/>
          </p:nvSpPr>
          <p:spPr>
            <a:xfrm>
              <a:off x="855979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6"/>
            <p:cNvSpPr/>
            <p:nvPr/>
          </p:nvSpPr>
          <p:spPr>
            <a:xfrm>
              <a:off x="867930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6"/>
            <p:cNvSpPr/>
            <p:nvPr/>
          </p:nvSpPr>
          <p:spPr>
            <a:xfrm>
              <a:off x="879882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16"/>
            <p:cNvSpPr/>
            <p:nvPr/>
          </p:nvSpPr>
          <p:spPr>
            <a:xfrm>
              <a:off x="31350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6"/>
            <p:cNvSpPr/>
            <p:nvPr/>
          </p:nvSpPr>
          <p:spPr>
            <a:xfrm>
              <a:off x="43301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6"/>
            <p:cNvSpPr/>
            <p:nvPr/>
          </p:nvSpPr>
          <p:spPr>
            <a:xfrm>
              <a:off x="55251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6"/>
            <p:cNvSpPr/>
            <p:nvPr/>
          </p:nvSpPr>
          <p:spPr>
            <a:xfrm>
              <a:off x="67202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6"/>
            <p:cNvSpPr/>
            <p:nvPr/>
          </p:nvSpPr>
          <p:spPr>
            <a:xfrm>
              <a:off x="79153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6"/>
            <p:cNvSpPr/>
            <p:nvPr/>
          </p:nvSpPr>
          <p:spPr>
            <a:xfrm>
              <a:off x="91104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6"/>
            <p:cNvSpPr/>
            <p:nvPr/>
          </p:nvSpPr>
          <p:spPr>
            <a:xfrm>
              <a:off x="103055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6"/>
            <p:cNvSpPr/>
            <p:nvPr/>
          </p:nvSpPr>
          <p:spPr>
            <a:xfrm>
              <a:off x="820125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6"/>
            <p:cNvSpPr/>
            <p:nvPr/>
          </p:nvSpPr>
          <p:spPr>
            <a:xfrm>
              <a:off x="832076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6"/>
            <p:cNvSpPr/>
            <p:nvPr/>
          </p:nvSpPr>
          <p:spPr>
            <a:xfrm>
              <a:off x="844028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6"/>
            <p:cNvSpPr/>
            <p:nvPr/>
          </p:nvSpPr>
          <p:spPr>
            <a:xfrm>
              <a:off x="855979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16"/>
            <p:cNvSpPr/>
            <p:nvPr/>
          </p:nvSpPr>
          <p:spPr>
            <a:xfrm>
              <a:off x="867930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6"/>
            <p:cNvSpPr/>
            <p:nvPr/>
          </p:nvSpPr>
          <p:spPr>
            <a:xfrm>
              <a:off x="879882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6"/>
            <p:cNvSpPr/>
            <p:nvPr/>
          </p:nvSpPr>
          <p:spPr>
            <a:xfrm>
              <a:off x="31350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6"/>
            <p:cNvSpPr/>
            <p:nvPr/>
          </p:nvSpPr>
          <p:spPr>
            <a:xfrm>
              <a:off x="43301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6"/>
            <p:cNvSpPr/>
            <p:nvPr/>
          </p:nvSpPr>
          <p:spPr>
            <a:xfrm>
              <a:off x="55251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6"/>
            <p:cNvSpPr/>
            <p:nvPr/>
          </p:nvSpPr>
          <p:spPr>
            <a:xfrm>
              <a:off x="67202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6"/>
            <p:cNvSpPr/>
            <p:nvPr/>
          </p:nvSpPr>
          <p:spPr>
            <a:xfrm>
              <a:off x="79153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6"/>
            <p:cNvSpPr/>
            <p:nvPr/>
          </p:nvSpPr>
          <p:spPr>
            <a:xfrm>
              <a:off x="91104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6"/>
            <p:cNvSpPr/>
            <p:nvPr/>
          </p:nvSpPr>
          <p:spPr>
            <a:xfrm>
              <a:off x="103055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6"/>
            <p:cNvSpPr/>
            <p:nvPr/>
          </p:nvSpPr>
          <p:spPr>
            <a:xfrm>
              <a:off x="820125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6"/>
            <p:cNvSpPr/>
            <p:nvPr/>
          </p:nvSpPr>
          <p:spPr>
            <a:xfrm>
              <a:off x="832076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6"/>
            <p:cNvSpPr/>
            <p:nvPr/>
          </p:nvSpPr>
          <p:spPr>
            <a:xfrm>
              <a:off x="844028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6"/>
            <p:cNvSpPr/>
            <p:nvPr/>
          </p:nvSpPr>
          <p:spPr>
            <a:xfrm>
              <a:off x="855979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6"/>
            <p:cNvSpPr/>
            <p:nvPr/>
          </p:nvSpPr>
          <p:spPr>
            <a:xfrm>
              <a:off x="867930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6"/>
            <p:cNvSpPr/>
            <p:nvPr/>
          </p:nvSpPr>
          <p:spPr>
            <a:xfrm>
              <a:off x="879882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6"/>
            <p:cNvSpPr/>
            <p:nvPr/>
          </p:nvSpPr>
          <p:spPr>
            <a:xfrm>
              <a:off x="31350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6"/>
            <p:cNvSpPr/>
            <p:nvPr/>
          </p:nvSpPr>
          <p:spPr>
            <a:xfrm>
              <a:off x="43301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6"/>
            <p:cNvSpPr/>
            <p:nvPr/>
          </p:nvSpPr>
          <p:spPr>
            <a:xfrm>
              <a:off x="55251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6"/>
            <p:cNvSpPr/>
            <p:nvPr/>
          </p:nvSpPr>
          <p:spPr>
            <a:xfrm>
              <a:off x="67202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6"/>
            <p:cNvSpPr/>
            <p:nvPr/>
          </p:nvSpPr>
          <p:spPr>
            <a:xfrm>
              <a:off x="79153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6"/>
            <p:cNvSpPr/>
            <p:nvPr/>
          </p:nvSpPr>
          <p:spPr>
            <a:xfrm>
              <a:off x="91104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6"/>
            <p:cNvSpPr/>
            <p:nvPr/>
          </p:nvSpPr>
          <p:spPr>
            <a:xfrm>
              <a:off x="103055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6"/>
            <p:cNvSpPr/>
            <p:nvPr/>
          </p:nvSpPr>
          <p:spPr>
            <a:xfrm>
              <a:off x="820125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6"/>
            <p:cNvSpPr/>
            <p:nvPr/>
          </p:nvSpPr>
          <p:spPr>
            <a:xfrm>
              <a:off x="832076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6"/>
            <p:cNvSpPr/>
            <p:nvPr/>
          </p:nvSpPr>
          <p:spPr>
            <a:xfrm>
              <a:off x="844028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6"/>
            <p:cNvSpPr/>
            <p:nvPr/>
          </p:nvSpPr>
          <p:spPr>
            <a:xfrm>
              <a:off x="855979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6"/>
            <p:cNvSpPr/>
            <p:nvPr/>
          </p:nvSpPr>
          <p:spPr>
            <a:xfrm>
              <a:off x="867930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6"/>
            <p:cNvSpPr/>
            <p:nvPr/>
          </p:nvSpPr>
          <p:spPr>
            <a:xfrm>
              <a:off x="879882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6"/>
            <p:cNvSpPr/>
            <p:nvPr/>
          </p:nvSpPr>
          <p:spPr>
            <a:xfrm>
              <a:off x="31350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6"/>
            <p:cNvSpPr/>
            <p:nvPr/>
          </p:nvSpPr>
          <p:spPr>
            <a:xfrm>
              <a:off x="43301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6"/>
            <p:cNvSpPr/>
            <p:nvPr/>
          </p:nvSpPr>
          <p:spPr>
            <a:xfrm>
              <a:off x="55251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6"/>
            <p:cNvSpPr/>
            <p:nvPr/>
          </p:nvSpPr>
          <p:spPr>
            <a:xfrm>
              <a:off x="67202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6"/>
            <p:cNvSpPr/>
            <p:nvPr/>
          </p:nvSpPr>
          <p:spPr>
            <a:xfrm>
              <a:off x="79153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6"/>
            <p:cNvSpPr/>
            <p:nvPr/>
          </p:nvSpPr>
          <p:spPr>
            <a:xfrm>
              <a:off x="91104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6"/>
            <p:cNvSpPr/>
            <p:nvPr/>
          </p:nvSpPr>
          <p:spPr>
            <a:xfrm>
              <a:off x="103055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6"/>
            <p:cNvSpPr/>
            <p:nvPr/>
          </p:nvSpPr>
          <p:spPr>
            <a:xfrm>
              <a:off x="820125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6"/>
            <p:cNvSpPr/>
            <p:nvPr/>
          </p:nvSpPr>
          <p:spPr>
            <a:xfrm>
              <a:off x="832076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6"/>
            <p:cNvSpPr/>
            <p:nvPr/>
          </p:nvSpPr>
          <p:spPr>
            <a:xfrm>
              <a:off x="844028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6"/>
            <p:cNvSpPr/>
            <p:nvPr/>
          </p:nvSpPr>
          <p:spPr>
            <a:xfrm>
              <a:off x="855979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6"/>
            <p:cNvSpPr/>
            <p:nvPr/>
          </p:nvSpPr>
          <p:spPr>
            <a:xfrm>
              <a:off x="867930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6"/>
            <p:cNvSpPr/>
            <p:nvPr/>
          </p:nvSpPr>
          <p:spPr>
            <a:xfrm>
              <a:off x="879882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6"/>
            <p:cNvSpPr/>
            <p:nvPr/>
          </p:nvSpPr>
          <p:spPr>
            <a:xfrm>
              <a:off x="31350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6"/>
            <p:cNvSpPr/>
            <p:nvPr/>
          </p:nvSpPr>
          <p:spPr>
            <a:xfrm>
              <a:off x="43301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6"/>
            <p:cNvSpPr/>
            <p:nvPr/>
          </p:nvSpPr>
          <p:spPr>
            <a:xfrm>
              <a:off x="55251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6"/>
            <p:cNvSpPr/>
            <p:nvPr/>
          </p:nvSpPr>
          <p:spPr>
            <a:xfrm>
              <a:off x="67202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6"/>
            <p:cNvSpPr/>
            <p:nvPr/>
          </p:nvSpPr>
          <p:spPr>
            <a:xfrm>
              <a:off x="79153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6"/>
            <p:cNvSpPr/>
            <p:nvPr/>
          </p:nvSpPr>
          <p:spPr>
            <a:xfrm>
              <a:off x="91104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6"/>
            <p:cNvSpPr/>
            <p:nvPr/>
          </p:nvSpPr>
          <p:spPr>
            <a:xfrm>
              <a:off x="103055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6"/>
            <p:cNvSpPr/>
            <p:nvPr/>
          </p:nvSpPr>
          <p:spPr>
            <a:xfrm>
              <a:off x="820125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6"/>
            <p:cNvSpPr/>
            <p:nvPr/>
          </p:nvSpPr>
          <p:spPr>
            <a:xfrm>
              <a:off x="832076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6"/>
            <p:cNvSpPr/>
            <p:nvPr/>
          </p:nvSpPr>
          <p:spPr>
            <a:xfrm>
              <a:off x="844028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6"/>
            <p:cNvSpPr/>
            <p:nvPr/>
          </p:nvSpPr>
          <p:spPr>
            <a:xfrm>
              <a:off x="855979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6"/>
            <p:cNvSpPr/>
            <p:nvPr/>
          </p:nvSpPr>
          <p:spPr>
            <a:xfrm>
              <a:off x="867930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6"/>
            <p:cNvSpPr/>
            <p:nvPr/>
          </p:nvSpPr>
          <p:spPr>
            <a:xfrm>
              <a:off x="879882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6"/>
            <p:cNvSpPr/>
            <p:nvPr/>
          </p:nvSpPr>
          <p:spPr>
            <a:xfrm>
              <a:off x="31350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6"/>
            <p:cNvSpPr/>
            <p:nvPr/>
          </p:nvSpPr>
          <p:spPr>
            <a:xfrm>
              <a:off x="43301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6"/>
            <p:cNvSpPr/>
            <p:nvPr/>
          </p:nvSpPr>
          <p:spPr>
            <a:xfrm>
              <a:off x="55251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6"/>
            <p:cNvSpPr/>
            <p:nvPr/>
          </p:nvSpPr>
          <p:spPr>
            <a:xfrm>
              <a:off x="67202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6"/>
            <p:cNvSpPr/>
            <p:nvPr/>
          </p:nvSpPr>
          <p:spPr>
            <a:xfrm>
              <a:off x="79153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6"/>
            <p:cNvSpPr/>
            <p:nvPr/>
          </p:nvSpPr>
          <p:spPr>
            <a:xfrm>
              <a:off x="91104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6"/>
            <p:cNvSpPr/>
            <p:nvPr/>
          </p:nvSpPr>
          <p:spPr>
            <a:xfrm>
              <a:off x="103055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6"/>
            <p:cNvSpPr/>
            <p:nvPr/>
          </p:nvSpPr>
          <p:spPr>
            <a:xfrm>
              <a:off x="820125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6"/>
            <p:cNvSpPr/>
            <p:nvPr/>
          </p:nvSpPr>
          <p:spPr>
            <a:xfrm>
              <a:off x="832076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6"/>
            <p:cNvSpPr/>
            <p:nvPr/>
          </p:nvSpPr>
          <p:spPr>
            <a:xfrm>
              <a:off x="844028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6"/>
            <p:cNvSpPr/>
            <p:nvPr/>
          </p:nvSpPr>
          <p:spPr>
            <a:xfrm>
              <a:off x="855979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6"/>
            <p:cNvSpPr/>
            <p:nvPr/>
          </p:nvSpPr>
          <p:spPr>
            <a:xfrm>
              <a:off x="867930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6"/>
            <p:cNvSpPr/>
            <p:nvPr/>
          </p:nvSpPr>
          <p:spPr>
            <a:xfrm>
              <a:off x="879882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6"/>
            <p:cNvSpPr/>
            <p:nvPr/>
          </p:nvSpPr>
          <p:spPr>
            <a:xfrm>
              <a:off x="31350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6"/>
            <p:cNvSpPr/>
            <p:nvPr/>
          </p:nvSpPr>
          <p:spPr>
            <a:xfrm>
              <a:off x="43301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6"/>
            <p:cNvSpPr/>
            <p:nvPr/>
          </p:nvSpPr>
          <p:spPr>
            <a:xfrm>
              <a:off x="55251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6"/>
            <p:cNvSpPr/>
            <p:nvPr/>
          </p:nvSpPr>
          <p:spPr>
            <a:xfrm>
              <a:off x="67202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6"/>
            <p:cNvSpPr/>
            <p:nvPr/>
          </p:nvSpPr>
          <p:spPr>
            <a:xfrm>
              <a:off x="79153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6"/>
            <p:cNvSpPr/>
            <p:nvPr/>
          </p:nvSpPr>
          <p:spPr>
            <a:xfrm>
              <a:off x="91104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6"/>
            <p:cNvSpPr/>
            <p:nvPr/>
          </p:nvSpPr>
          <p:spPr>
            <a:xfrm>
              <a:off x="103055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6"/>
            <p:cNvSpPr/>
            <p:nvPr/>
          </p:nvSpPr>
          <p:spPr>
            <a:xfrm>
              <a:off x="820125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6"/>
            <p:cNvSpPr/>
            <p:nvPr/>
          </p:nvSpPr>
          <p:spPr>
            <a:xfrm>
              <a:off x="832076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6"/>
            <p:cNvSpPr/>
            <p:nvPr/>
          </p:nvSpPr>
          <p:spPr>
            <a:xfrm>
              <a:off x="844028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6"/>
            <p:cNvSpPr/>
            <p:nvPr/>
          </p:nvSpPr>
          <p:spPr>
            <a:xfrm>
              <a:off x="855979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6"/>
            <p:cNvSpPr/>
            <p:nvPr/>
          </p:nvSpPr>
          <p:spPr>
            <a:xfrm>
              <a:off x="867930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6"/>
            <p:cNvSpPr/>
            <p:nvPr/>
          </p:nvSpPr>
          <p:spPr>
            <a:xfrm>
              <a:off x="879882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6"/>
            <p:cNvSpPr/>
            <p:nvPr/>
          </p:nvSpPr>
          <p:spPr>
            <a:xfrm>
              <a:off x="31350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6"/>
            <p:cNvSpPr/>
            <p:nvPr/>
          </p:nvSpPr>
          <p:spPr>
            <a:xfrm>
              <a:off x="43301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6"/>
            <p:cNvSpPr/>
            <p:nvPr/>
          </p:nvSpPr>
          <p:spPr>
            <a:xfrm>
              <a:off x="55251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6"/>
            <p:cNvSpPr/>
            <p:nvPr/>
          </p:nvSpPr>
          <p:spPr>
            <a:xfrm>
              <a:off x="67202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6"/>
            <p:cNvSpPr/>
            <p:nvPr/>
          </p:nvSpPr>
          <p:spPr>
            <a:xfrm>
              <a:off x="79153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6"/>
            <p:cNvSpPr/>
            <p:nvPr/>
          </p:nvSpPr>
          <p:spPr>
            <a:xfrm>
              <a:off x="91104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6"/>
            <p:cNvSpPr/>
            <p:nvPr/>
          </p:nvSpPr>
          <p:spPr>
            <a:xfrm>
              <a:off x="103055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6"/>
            <p:cNvSpPr/>
            <p:nvPr/>
          </p:nvSpPr>
          <p:spPr>
            <a:xfrm>
              <a:off x="820125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6"/>
            <p:cNvSpPr/>
            <p:nvPr/>
          </p:nvSpPr>
          <p:spPr>
            <a:xfrm>
              <a:off x="832076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6"/>
            <p:cNvSpPr/>
            <p:nvPr/>
          </p:nvSpPr>
          <p:spPr>
            <a:xfrm>
              <a:off x="844028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6"/>
            <p:cNvSpPr/>
            <p:nvPr/>
          </p:nvSpPr>
          <p:spPr>
            <a:xfrm>
              <a:off x="855979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6"/>
            <p:cNvSpPr/>
            <p:nvPr/>
          </p:nvSpPr>
          <p:spPr>
            <a:xfrm>
              <a:off x="867930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6"/>
            <p:cNvSpPr/>
            <p:nvPr/>
          </p:nvSpPr>
          <p:spPr>
            <a:xfrm>
              <a:off x="879882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6"/>
            <p:cNvSpPr/>
            <p:nvPr/>
          </p:nvSpPr>
          <p:spPr>
            <a:xfrm>
              <a:off x="31350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6"/>
            <p:cNvSpPr/>
            <p:nvPr/>
          </p:nvSpPr>
          <p:spPr>
            <a:xfrm>
              <a:off x="43301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6"/>
            <p:cNvSpPr/>
            <p:nvPr/>
          </p:nvSpPr>
          <p:spPr>
            <a:xfrm>
              <a:off x="55251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6"/>
            <p:cNvSpPr/>
            <p:nvPr/>
          </p:nvSpPr>
          <p:spPr>
            <a:xfrm>
              <a:off x="67202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6"/>
            <p:cNvSpPr/>
            <p:nvPr/>
          </p:nvSpPr>
          <p:spPr>
            <a:xfrm>
              <a:off x="79153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6"/>
            <p:cNvSpPr/>
            <p:nvPr/>
          </p:nvSpPr>
          <p:spPr>
            <a:xfrm>
              <a:off x="91104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16"/>
            <p:cNvSpPr/>
            <p:nvPr/>
          </p:nvSpPr>
          <p:spPr>
            <a:xfrm>
              <a:off x="103055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6"/>
            <p:cNvSpPr/>
            <p:nvPr/>
          </p:nvSpPr>
          <p:spPr>
            <a:xfrm>
              <a:off x="820125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6"/>
            <p:cNvSpPr/>
            <p:nvPr/>
          </p:nvSpPr>
          <p:spPr>
            <a:xfrm>
              <a:off x="832076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6"/>
            <p:cNvSpPr/>
            <p:nvPr/>
          </p:nvSpPr>
          <p:spPr>
            <a:xfrm>
              <a:off x="844028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6"/>
            <p:cNvSpPr/>
            <p:nvPr/>
          </p:nvSpPr>
          <p:spPr>
            <a:xfrm>
              <a:off x="855979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6"/>
            <p:cNvSpPr/>
            <p:nvPr/>
          </p:nvSpPr>
          <p:spPr>
            <a:xfrm>
              <a:off x="867930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6"/>
            <p:cNvSpPr/>
            <p:nvPr/>
          </p:nvSpPr>
          <p:spPr>
            <a:xfrm>
              <a:off x="879882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6"/>
            <p:cNvSpPr/>
            <p:nvPr/>
          </p:nvSpPr>
          <p:spPr>
            <a:xfrm>
              <a:off x="31350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6"/>
            <p:cNvSpPr/>
            <p:nvPr/>
          </p:nvSpPr>
          <p:spPr>
            <a:xfrm>
              <a:off x="43301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6"/>
            <p:cNvSpPr/>
            <p:nvPr/>
          </p:nvSpPr>
          <p:spPr>
            <a:xfrm>
              <a:off x="55251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6"/>
            <p:cNvSpPr/>
            <p:nvPr/>
          </p:nvSpPr>
          <p:spPr>
            <a:xfrm>
              <a:off x="67202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6"/>
            <p:cNvSpPr/>
            <p:nvPr/>
          </p:nvSpPr>
          <p:spPr>
            <a:xfrm>
              <a:off x="79153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6"/>
            <p:cNvSpPr/>
            <p:nvPr/>
          </p:nvSpPr>
          <p:spPr>
            <a:xfrm>
              <a:off x="91104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6"/>
            <p:cNvSpPr/>
            <p:nvPr/>
          </p:nvSpPr>
          <p:spPr>
            <a:xfrm>
              <a:off x="103055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6"/>
            <p:cNvSpPr/>
            <p:nvPr/>
          </p:nvSpPr>
          <p:spPr>
            <a:xfrm>
              <a:off x="820125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6"/>
            <p:cNvSpPr/>
            <p:nvPr/>
          </p:nvSpPr>
          <p:spPr>
            <a:xfrm>
              <a:off x="832076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6"/>
            <p:cNvSpPr/>
            <p:nvPr/>
          </p:nvSpPr>
          <p:spPr>
            <a:xfrm>
              <a:off x="844028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6"/>
            <p:cNvSpPr/>
            <p:nvPr/>
          </p:nvSpPr>
          <p:spPr>
            <a:xfrm>
              <a:off x="855979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6"/>
            <p:cNvSpPr/>
            <p:nvPr/>
          </p:nvSpPr>
          <p:spPr>
            <a:xfrm>
              <a:off x="867930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6"/>
            <p:cNvSpPr/>
            <p:nvPr/>
          </p:nvSpPr>
          <p:spPr>
            <a:xfrm>
              <a:off x="879882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6"/>
            <p:cNvSpPr/>
            <p:nvPr/>
          </p:nvSpPr>
          <p:spPr>
            <a:xfrm>
              <a:off x="31350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6"/>
            <p:cNvSpPr/>
            <p:nvPr/>
          </p:nvSpPr>
          <p:spPr>
            <a:xfrm>
              <a:off x="43301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6"/>
            <p:cNvSpPr/>
            <p:nvPr/>
          </p:nvSpPr>
          <p:spPr>
            <a:xfrm>
              <a:off x="55251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6"/>
            <p:cNvSpPr/>
            <p:nvPr/>
          </p:nvSpPr>
          <p:spPr>
            <a:xfrm>
              <a:off x="67202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6"/>
            <p:cNvSpPr/>
            <p:nvPr/>
          </p:nvSpPr>
          <p:spPr>
            <a:xfrm>
              <a:off x="79153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6"/>
            <p:cNvSpPr/>
            <p:nvPr/>
          </p:nvSpPr>
          <p:spPr>
            <a:xfrm>
              <a:off x="91104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6"/>
            <p:cNvSpPr/>
            <p:nvPr/>
          </p:nvSpPr>
          <p:spPr>
            <a:xfrm>
              <a:off x="103055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6"/>
            <p:cNvSpPr/>
            <p:nvPr/>
          </p:nvSpPr>
          <p:spPr>
            <a:xfrm>
              <a:off x="820125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6"/>
            <p:cNvSpPr/>
            <p:nvPr/>
          </p:nvSpPr>
          <p:spPr>
            <a:xfrm>
              <a:off x="832076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6"/>
            <p:cNvSpPr/>
            <p:nvPr/>
          </p:nvSpPr>
          <p:spPr>
            <a:xfrm>
              <a:off x="844028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6"/>
            <p:cNvSpPr/>
            <p:nvPr/>
          </p:nvSpPr>
          <p:spPr>
            <a:xfrm>
              <a:off x="855979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6"/>
            <p:cNvSpPr/>
            <p:nvPr/>
          </p:nvSpPr>
          <p:spPr>
            <a:xfrm>
              <a:off x="867930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6"/>
            <p:cNvSpPr/>
            <p:nvPr/>
          </p:nvSpPr>
          <p:spPr>
            <a:xfrm>
              <a:off x="879882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6"/>
            <p:cNvSpPr/>
            <p:nvPr/>
          </p:nvSpPr>
          <p:spPr>
            <a:xfrm>
              <a:off x="31350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6"/>
            <p:cNvSpPr/>
            <p:nvPr/>
          </p:nvSpPr>
          <p:spPr>
            <a:xfrm>
              <a:off x="43301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6"/>
            <p:cNvSpPr/>
            <p:nvPr/>
          </p:nvSpPr>
          <p:spPr>
            <a:xfrm>
              <a:off x="55251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6"/>
            <p:cNvSpPr/>
            <p:nvPr/>
          </p:nvSpPr>
          <p:spPr>
            <a:xfrm>
              <a:off x="67202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6"/>
            <p:cNvSpPr/>
            <p:nvPr/>
          </p:nvSpPr>
          <p:spPr>
            <a:xfrm>
              <a:off x="79153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6"/>
            <p:cNvSpPr/>
            <p:nvPr/>
          </p:nvSpPr>
          <p:spPr>
            <a:xfrm>
              <a:off x="91104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6"/>
            <p:cNvSpPr/>
            <p:nvPr/>
          </p:nvSpPr>
          <p:spPr>
            <a:xfrm>
              <a:off x="103055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6"/>
            <p:cNvSpPr/>
            <p:nvPr/>
          </p:nvSpPr>
          <p:spPr>
            <a:xfrm>
              <a:off x="820125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6"/>
            <p:cNvSpPr/>
            <p:nvPr/>
          </p:nvSpPr>
          <p:spPr>
            <a:xfrm>
              <a:off x="832076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6"/>
            <p:cNvSpPr/>
            <p:nvPr/>
          </p:nvSpPr>
          <p:spPr>
            <a:xfrm>
              <a:off x="844028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6"/>
            <p:cNvSpPr/>
            <p:nvPr/>
          </p:nvSpPr>
          <p:spPr>
            <a:xfrm>
              <a:off x="855979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6"/>
            <p:cNvSpPr/>
            <p:nvPr/>
          </p:nvSpPr>
          <p:spPr>
            <a:xfrm>
              <a:off x="867930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6"/>
            <p:cNvSpPr/>
            <p:nvPr/>
          </p:nvSpPr>
          <p:spPr>
            <a:xfrm>
              <a:off x="879882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6"/>
            <p:cNvSpPr/>
            <p:nvPr/>
          </p:nvSpPr>
          <p:spPr>
            <a:xfrm>
              <a:off x="31350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6"/>
            <p:cNvSpPr/>
            <p:nvPr/>
          </p:nvSpPr>
          <p:spPr>
            <a:xfrm>
              <a:off x="43301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6"/>
            <p:cNvSpPr/>
            <p:nvPr/>
          </p:nvSpPr>
          <p:spPr>
            <a:xfrm>
              <a:off x="55251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6"/>
            <p:cNvSpPr/>
            <p:nvPr/>
          </p:nvSpPr>
          <p:spPr>
            <a:xfrm>
              <a:off x="67202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6"/>
            <p:cNvSpPr/>
            <p:nvPr/>
          </p:nvSpPr>
          <p:spPr>
            <a:xfrm>
              <a:off x="79153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16"/>
            <p:cNvSpPr/>
            <p:nvPr/>
          </p:nvSpPr>
          <p:spPr>
            <a:xfrm>
              <a:off x="91104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6"/>
            <p:cNvSpPr/>
            <p:nvPr/>
          </p:nvSpPr>
          <p:spPr>
            <a:xfrm>
              <a:off x="103055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6"/>
            <p:cNvSpPr/>
            <p:nvPr/>
          </p:nvSpPr>
          <p:spPr>
            <a:xfrm>
              <a:off x="820125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6"/>
            <p:cNvSpPr/>
            <p:nvPr/>
          </p:nvSpPr>
          <p:spPr>
            <a:xfrm>
              <a:off x="832076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6"/>
            <p:cNvSpPr/>
            <p:nvPr/>
          </p:nvSpPr>
          <p:spPr>
            <a:xfrm>
              <a:off x="844028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6"/>
            <p:cNvSpPr/>
            <p:nvPr/>
          </p:nvSpPr>
          <p:spPr>
            <a:xfrm>
              <a:off x="855979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6"/>
            <p:cNvSpPr/>
            <p:nvPr/>
          </p:nvSpPr>
          <p:spPr>
            <a:xfrm>
              <a:off x="867930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6"/>
            <p:cNvSpPr/>
            <p:nvPr/>
          </p:nvSpPr>
          <p:spPr>
            <a:xfrm>
              <a:off x="879882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6"/>
            <p:cNvSpPr/>
            <p:nvPr/>
          </p:nvSpPr>
          <p:spPr>
            <a:xfrm>
              <a:off x="31350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6"/>
            <p:cNvSpPr/>
            <p:nvPr/>
          </p:nvSpPr>
          <p:spPr>
            <a:xfrm>
              <a:off x="43301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6"/>
            <p:cNvSpPr/>
            <p:nvPr/>
          </p:nvSpPr>
          <p:spPr>
            <a:xfrm>
              <a:off x="55251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6"/>
            <p:cNvSpPr/>
            <p:nvPr/>
          </p:nvSpPr>
          <p:spPr>
            <a:xfrm>
              <a:off x="67202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6"/>
            <p:cNvSpPr/>
            <p:nvPr/>
          </p:nvSpPr>
          <p:spPr>
            <a:xfrm>
              <a:off x="79153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6"/>
            <p:cNvSpPr/>
            <p:nvPr/>
          </p:nvSpPr>
          <p:spPr>
            <a:xfrm>
              <a:off x="91104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6"/>
            <p:cNvSpPr/>
            <p:nvPr/>
          </p:nvSpPr>
          <p:spPr>
            <a:xfrm>
              <a:off x="103055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6"/>
            <p:cNvSpPr/>
            <p:nvPr/>
          </p:nvSpPr>
          <p:spPr>
            <a:xfrm>
              <a:off x="820125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6"/>
            <p:cNvSpPr/>
            <p:nvPr/>
          </p:nvSpPr>
          <p:spPr>
            <a:xfrm>
              <a:off x="832076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6"/>
            <p:cNvSpPr/>
            <p:nvPr/>
          </p:nvSpPr>
          <p:spPr>
            <a:xfrm>
              <a:off x="844028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6"/>
            <p:cNvSpPr/>
            <p:nvPr/>
          </p:nvSpPr>
          <p:spPr>
            <a:xfrm>
              <a:off x="855979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6"/>
            <p:cNvSpPr/>
            <p:nvPr/>
          </p:nvSpPr>
          <p:spPr>
            <a:xfrm>
              <a:off x="867930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6"/>
            <p:cNvSpPr/>
            <p:nvPr/>
          </p:nvSpPr>
          <p:spPr>
            <a:xfrm>
              <a:off x="879882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6"/>
            <p:cNvSpPr/>
            <p:nvPr/>
          </p:nvSpPr>
          <p:spPr>
            <a:xfrm>
              <a:off x="31350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6"/>
            <p:cNvSpPr/>
            <p:nvPr/>
          </p:nvSpPr>
          <p:spPr>
            <a:xfrm>
              <a:off x="43301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6"/>
            <p:cNvSpPr/>
            <p:nvPr/>
          </p:nvSpPr>
          <p:spPr>
            <a:xfrm>
              <a:off x="55251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6"/>
            <p:cNvSpPr/>
            <p:nvPr/>
          </p:nvSpPr>
          <p:spPr>
            <a:xfrm>
              <a:off x="67202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6"/>
            <p:cNvSpPr/>
            <p:nvPr/>
          </p:nvSpPr>
          <p:spPr>
            <a:xfrm>
              <a:off x="79153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6"/>
            <p:cNvSpPr/>
            <p:nvPr/>
          </p:nvSpPr>
          <p:spPr>
            <a:xfrm>
              <a:off x="91104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6"/>
            <p:cNvSpPr/>
            <p:nvPr/>
          </p:nvSpPr>
          <p:spPr>
            <a:xfrm>
              <a:off x="103055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6"/>
            <p:cNvSpPr/>
            <p:nvPr/>
          </p:nvSpPr>
          <p:spPr>
            <a:xfrm>
              <a:off x="820125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6"/>
            <p:cNvSpPr/>
            <p:nvPr/>
          </p:nvSpPr>
          <p:spPr>
            <a:xfrm>
              <a:off x="832076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6"/>
            <p:cNvSpPr/>
            <p:nvPr/>
          </p:nvSpPr>
          <p:spPr>
            <a:xfrm>
              <a:off x="844028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6"/>
            <p:cNvSpPr/>
            <p:nvPr/>
          </p:nvSpPr>
          <p:spPr>
            <a:xfrm>
              <a:off x="855979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6"/>
            <p:cNvSpPr/>
            <p:nvPr/>
          </p:nvSpPr>
          <p:spPr>
            <a:xfrm>
              <a:off x="867930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6"/>
            <p:cNvSpPr/>
            <p:nvPr/>
          </p:nvSpPr>
          <p:spPr>
            <a:xfrm>
              <a:off x="879882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6"/>
            <p:cNvSpPr/>
            <p:nvPr/>
          </p:nvSpPr>
          <p:spPr>
            <a:xfrm>
              <a:off x="31350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6"/>
            <p:cNvSpPr/>
            <p:nvPr/>
          </p:nvSpPr>
          <p:spPr>
            <a:xfrm>
              <a:off x="43301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6"/>
            <p:cNvSpPr/>
            <p:nvPr/>
          </p:nvSpPr>
          <p:spPr>
            <a:xfrm>
              <a:off x="55251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6"/>
            <p:cNvSpPr/>
            <p:nvPr/>
          </p:nvSpPr>
          <p:spPr>
            <a:xfrm>
              <a:off x="67202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6"/>
            <p:cNvSpPr/>
            <p:nvPr/>
          </p:nvSpPr>
          <p:spPr>
            <a:xfrm>
              <a:off x="79153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6"/>
            <p:cNvSpPr/>
            <p:nvPr/>
          </p:nvSpPr>
          <p:spPr>
            <a:xfrm>
              <a:off x="91104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6"/>
            <p:cNvSpPr/>
            <p:nvPr/>
          </p:nvSpPr>
          <p:spPr>
            <a:xfrm>
              <a:off x="103055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6"/>
            <p:cNvSpPr/>
            <p:nvPr/>
          </p:nvSpPr>
          <p:spPr>
            <a:xfrm>
              <a:off x="820125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6"/>
            <p:cNvSpPr/>
            <p:nvPr/>
          </p:nvSpPr>
          <p:spPr>
            <a:xfrm>
              <a:off x="832076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6"/>
            <p:cNvSpPr/>
            <p:nvPr/>
          </p:nvSpPr>
          <p:spPr>
            <a:xfrm>
              <a:off x="844028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6"/>
            <p:cNvSpPr/>
            <p:nvPr/>
          </p:nvSpPr>
          <p:spPr>
            <a:xfrm>
              <a:off x="855979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6"/>
            <p:cNvSpPr/>
            <p:nvPr/>
          </p:nvSpPr>
          <p:spPr>
            <a:xfrm>
              <a:off x="867930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6"/>
            <p:cNvSpPr/>
            <p:nvPr/>
          </p:nvSpPr>
          <p:spPr>
            <a:xfrm>
              <a:off x="879882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6"/>
            <p:cNvSpPr/>
            <p:nvPr/>
          </p:nvSpPr>
          <p:spPr>
            <a:xfrm>
              <a:off x="31350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6"/>
            <p:cNvSpPr/>
            <p:nvPr/>
          </p:nvSpPr>
          <p:spPr>
            <a:xfrm>
              <a:off x="43301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6"/>
            <p:cNvSpPr/>
            <p:nvPr/>
          </p:nvSpPr>
          <p:spPr>
            <a:xfrm>
              <a:off x="55251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6"/>
            <p:cNvSpPr/>
            <p:nvPr/>
          </p:nvSpPr>
          <p:spPr>
            <a:xfrm>
              <a:off x="67202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6"/>
            <p:cNvSpPr/>
            <p:nvPr/>
          </p:nvSpPr>
          <p:spPr>
            <a:xfrm>
              <a:off x="79153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6"/>
            <p:cNvSpPr/>
            <p:nvPr/>
          </p:nvSpPr>
          <p:spPr>
            <a:xfrm>
              <a:off x="91104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6"/>
            <p:cNvSpPr/>
            <p:nvPr/>
          </p:nvSpPr>
          <p:spPr>
            <a:xfrm>
              <a:off x="103055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6"/>
            <p:cNvSpPr/>
            <p:nvPr/>
          </p:nvSpPr>
          <p:spPr>
            <a:xfrm>
              <a:off x="820125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6"/>
            <p:cNvSpPr/>
            <p:nvPr/>
          </p:nvSpPr>
          <p:spPr>
            <a:xfrm>
              <a:off x="832076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6"/>
            <p:cNvSpPr/>
            <p:nvPr/>
          </p:nvSpPr>
          <p:spPr>
            <a:xfrm>
              <a:off x="844028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6"/>
            <p:cNvSpPr/>
            <p:nvPr/>
          </p:nvSpPr>
          <p:spPr>
            <a:xfrm>
              <a:off x="855979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6"/>
            <p:cNvSpPr/>
            <p:nvPr/>
          </p:nvSpPr>
          <p:spPr>
            <a:xfrm>
              <a:off x="867930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6"/>
            <p:cNvSpPr/>
            <p:nvPr/>
          </p:nvSpPr>
          <p:spPr>
            <a:xfrm>
              <a:off x="879882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6"/>
            <p:cNvSpPr/>
            <p:nvPr/>
          </p:nvSpPr>
          <p:spPr>
            <a:xfrm>
              <a:off x="31350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6"/>
            <p:cNvSpPr/>
            <p:nvPr/>
          </p:nvSpPr>
          <p:spPr>
            <a:xfrm>
              <a:off x="43301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6"/>
            <p:cNvSpPr/>
            <p:nvPr/>
          </p:nvSpPr>
          <p:spPr>
            <a:xfrm>
              <a:off x="55251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6"/>
            <p:cNvSpPr/>
            <p:nvPr/>
          </p:nvSpPr>
          <p:spPr>
            <a:xfrm>
              <a:off x="67202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6"/>
            <p:cNvSpPr/>
            <p:nvPr/>
          </p:nvSpPr>
          <p:spPr>
            <a:xfrm>
              <a:off x="79153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6"/>
            <p:cNvSpPr/>
            <p:nvPr/>
          </p:nvSpPr>
          <p:spPr>
            <a:xfrm>
              <a:off x="91104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6"/>
            <p:cNvSpPr/>
            <p:nvPr/>
          </p:nvSpPr>
          <p:spPr>
            <a:xfrm>
              <a:off x="103055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6"/>
            <p:cNvSpPr/>
            <p:nvPr/>
          </p:nvSpPr>
          <p:spPr>
            <a:xfrm>
              <a:off x="820125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6"/>
            <p:cNvSpPr/>
            <p:nvPr/>
          </p:nvSpPr>
          <p:spPr>
            <a:xfrm>
              <a:off x="832076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6"/>
            <p:cNvSpPr/>
            <p:nvPr/>
          </p:nvSpPr>
          <p:spPr>
            <a:xfrm>
              <a:off x="844028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6"/>
            <p:cNvSpPr/>
            <p:nvPr/>
          </p:nvSpPr>
          <p:spPr>
            <a:xfrm>
              <a:off x="855979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6"/>
            <p:cNvSpPr/>
            <p:nvPr/>
          </p:nvSpPr>
          <p:spPr>
            <a:xfrm>
              <a:off x="867930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6"/>
            <p:cNvSpPr/>
            <p:nvPr/>
          </p:nvSpPr>
          <p:spPr>
            <a:xfrm>
              <a:off x="879882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6"/>
            <p:cNvSpPr/>
            <p:nvPr/>
          </p:nvSpPr>
          <p:spPr>
            <a:xfrm>
              <a:off x="31350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6"/>
            <p:cNvSpPr/>
            <p:nvPr/>
          </p:nvSpPr>
          <p:spPr>
            <a:xfrm>
              <a:off x="43301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6"/>
            <p:cNvSpPr/>
            <p:nvPr/>
          </p:nvSpPr>
          <p:spPr>
            <a:xfrm>
              <a:off x="55251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6"/>
            <p:cNvSpPr/>
            <p:nvPr/>
          </p:nvSpPr>
          <p:spPr>
            <a:xfrm>
              <a:off x="67202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6"/>
            <p:cNvSpPr/>
            <p:nvPr/>
          </p:nvSpPr>
          <p:spPr>
            <a:xfrm>
              <a:off x="79153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6"/>
            <p:cNvSpPr/>
            <p:nvPr/>
          </p:nvSpPr>
          <p:spPr>
            <a:xfrm>
              <a:off x="91104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6"/>
            <p:cNvSpPr/>
            <p:nvPr/>
          </p:nvSpPr>
          <p:spPr>
            <a:xfrm>
              <a:off x="103055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6"/>
            <p:cNvSpPr/>
            <p:nvPr/>
          </p:nvSpPr>
          <p:spPr>
            <a:xfrm>
              <a:off x="820125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6"/>
            <p:cNvSpPr/>
            <p:nvPr/>
          </p:nvSpPr>
          <p:spPr>
            <a:xfrm>
              <a:off x="832076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6"/>
            <p:cNvSpPr/>
            <p:nvPr/>
          </p:nvSpPr>
          <p:spPr>
            <a:xfrm>
              <a:off x="844028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6"/>
            <p:cNvSpPr/>
            <p:nvPr/>
          </p:nvSpPr>
          <p:spPr>
            <a:xfrm>
              <a:off x="855979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6"/>
            <p:cNvSpPr/>
            <p:nvPr/>
          </p:nvSpPr>
          <p:spPr>
            <a:xfrm>
              <a:off x="867930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6"/>
            <p:cNvSpPr/>
            <p:nvPr/>
          </p:nvSpPr>
          <p:spPr>
            <a:xfrm>
              <a:off x="879882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6"/>
            <p:cNvSpPr/>
            <p:nvPr/>
          </p:nvSpPr>
          <p:spPr>
            <a:xfrm>
              <a:off x="31350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6"/>
            <p:cNvSpPr/>
            <p:nvPr/>
          </p:nvSpPr>
          <p:spPr>
            <a:xfrm>
              <a:off x="43301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6"/>
            <p:cNvSpPr/>
            <p:nvPr/>
          </p:nvSpPr>
          <p:spPr>
            <a:xfrm>
              <a:off x="55251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6"/>
            <p:cNvSpPr/>
            <p:nvPr/>
          </p:nvSpPr>
          <p:spPr>
            <a:xfrm>
              <a:off x="67202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6"/>
            <p:cNvSpPr/>
            <p:nvPr/>
          </p:nvSpPr>
          <p:spPr>
            <a:xfrm>
              <a:off x="79153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6"/>
            <p:cNvSpPr/>
            <p:nvPr/>
          </p:nvSpPr>
          <p:spPr>
            <a:xfrm>
              <a:off x="91104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6"/>
            <p:cNvSpPr/>
            <p:nvPr/>
          </p:nvSpPr>
          <p:spPr>
            <a:xfrm>
              <a:off x="103055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6"/>
            <p:cNvSpPr/>
            <p:nvPr/>
          </p:nvSpPr>
          <p:spPr>
            <a:xfrm>
              <a:off x="820125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6"/>
            <p:cNvSpPr/>
            <p:nvPr/>
          </p:nvSpPr>
          <p:spPr>
            <a:xfrm>
              <a:off x="832076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6"/>
            <p:cNvSpPr/>
            <p:nvPr/>
          </p:nvSpPr>
          <p:spPr>
            <a:xfrm>
              <a:off x="844028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6"/>
            <p:cNvSpPr/>
            <p:nvPr/>
          </p:nvSpPr>
          <p:spPr>
            <a:xfrm>
              <a:off x="855979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6"/>
            <p:cNvSpPr/>
            <p:nvPr/>
          </p:nvSpPr>
          <p:spPr>
            <a:xfrm>
              <a:off x="867930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6"/>
            <p:cNvSpPr/>
            <p:nvPr/>
          </p:nvSpPr>
          <p:spPr>
            <a:xfrm>
              <a:off x="879882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6"/>
            <p:cNvSpPr/>
            <p:nvPr/>
          </p:nvSpPr>
          <p:spPr>
            <a:xfrm>
              <a:off x="31350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6"/>
            <p:cNvSpPr/>
            <p:nvPr/>
          </p:nvSpPr>
          <p:spPr>
            <a:xfrm>
              <a:off x="43301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6"/>
            <p:cNvSpPr/>
            <p:nvPr/>
          </p:nvSpPr>
          <p:spPr>
            <a:xfrm>
              <a:off x="55251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6"/>
            <p:cNvSpPr/>
            <p:nvPr/>
          </p:nvSpPr>
          <p:spPr>
            <a:xfrm>
              <a:off x="67202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6"/>
            <p:cNvSpPr/>
            <p:nvPr/>
          </p:nvSpPr>
          <p:spPr>
            <a:xfrm>
              <a:off x="79153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6"/>
            <p:cNvSpPr/>
            <p:nvPr/>
          </p:nvSpPr>
          <p:spPr>
            <a:xfrm>
              <a:off x="91104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6"/>
            <p:cNvSpPr/>
            <p:nvPr/>
          </p:nvSpPr>
          <p:spPr>
            <a:xfrm>
              <a:off x="103055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6"/>
            <p:cNvSpPr/>
            <p:nvPr/>
          </p:nvSpPr>
          <p:spPr>
            <a:xfrm>
              <a:off x="820125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6"/>
            <p:cNvSpPr/>
            <p:nvPr/>
          </p:nvSpPr>
          <p:spPr>
            <a:xfrm>
              <a:off x="832076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16"/>
            <p:cNvSpPr/>
            <p:nvPr/>
          </p:nvSpPr>
          <p:spPr>
            <a:xfrm>
              <a:off x="844028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6"/>
            <p:cNvSpPr/>
            <p:nvPr/>
          </p:nvSpPr>
          <p:spPr>
            <a:xfrm>
              <a:off x="855979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6"/>
            <p:cNvSpPr/>
            <p:nvPr/>
          </p:nvSpPr>
          <p:spPr>
            <a:xfrm>
              <a:off x="867930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6"/>
            <p:cNvSpPr/>
            <p:nvPr/>
          </p:nvSpPr>
          <p:spPr>
            <a:xfrm>
              <a:off x="879882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6"/>
            <p:cNvSpPr/>
            <p:nvPr/>
          </p:nvSpPr>
          <p:spPr>
            <a:xfrm>
              <a:off x="31350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6"/>
            <p:cNvSpPr/>
            <p:nvPr/>
          </p:nvSpPr>
          <p:spPr>
            <a:xfrm>
              <a:off x="43301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6"/>
            <p:cNvSpPr/>
            <p:nvPr/>
          </p:nvSpPr>
          <p:spPr>
            <a:xfrm>
              <a:off x="55251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6"/>
            <p:cNvSpPr/>
            <p:nvPr/>
          </p:nvSpPr>
          <p:spPr>
            <a:xfrm>
              <a:off x="67202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6"/>
            <p:cNvSpPr/>
            <p:nvPr/>
          </p:nvSpPr>
          <p:spPr>
            <a:xfrm>
              <a:off x="79153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6"/>
            <p:cNvSpPr/>
            <p:nvPr/>
          </p:nvSpPr>
          <p:spPr>
            <a:xfrm>
              <a:off x="91104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6"/>
            <p:cNvSpPr/>
            <p:nvPr/>
          </p:nvSpPr>
          <p:spPr>
            <a:xfrm>
              <a:off x="103055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6"/>
            <p:cNvSpPr/>
            <p:nvPr/>
          </p:nvSpPr>
          <p:spPr>
            <a:xfrm>
              <a:off x="820125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6"/>
            <p:cNvSpPr/>
            <p:nvPr/>
          </p:nvSpPr>
          <p:spPr>
            <a:xfrm>
              <a:off x="832076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6"/>
            <p:cNvSpPr/>
            <p:nvPr/>
          </p:nvSpPr>
          <p:spPr>
            <a:xfrm>
              <a:off x="844028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6"/>
            <p:cNvSpPr/>
            <p:nvPr/>
          </p:nvSpPr>
          <p:spPr>
            <a:xfrm>
              <a:off x="855979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6"/>
            <p:cNvSpPr/>
            <p:nvPr/>
          </p:nvSpPr>
          <p:spPr>
            <a:xfrm>
              <a:off x="867930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6"/>
            <p:cNvSpPr/>
            <p:nvPr/>
          </p:nvSpPr>
          <p:spPr>
            <a:xfrm>
              <a:off x="879882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6"/>
            <p:cNvSpPr/>
            <p:nvPr/>
          </p:nvSpPr>
          <p:spPr>
            <a:xfrm>
              <a:off x="31350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6"/>
            <p:cNvSpPr/>
            <p:nvPr/>
          </p:nvSpPr>
          <p:spPr>
            <a:xfrm>
              <a:off x="43301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6"/>
            <p:cNvSpPr/>
            <p:nvPr/>
          </p:nvSpPr>
          <p:spPr>
            <a:xfrm>
              <a:off x="55251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6"/>
            <p:cNvSpPr/>
            <p:nvPr/>
          </p:nvSpPr>
          <p:spPr>
            <a:xfrm>
              <a:off x="67202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6"/>
            <p:cNvSpPr/>
            <p:nvPr/>
          </p:nvSpPr>
          <p:spPr>
            <a:xfrm>
              <a:off x="79153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6"/>
            <p:cNvSpPr/>
            <p:nvPr/>
          </p:nvSpPr>
          <p:spPr>
            <a:xfrm>
              <a:off x="91104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6"/>
            <p:cNvSpPr/>
            <p:nvPr/>
          </p:nvSpPr>
          <p:spPr>
            <a:xfrm>
              <a:off x="103055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6"/>
            <p:cNvSpPr/>
            <p:nvPr/>
          </p:nvSpPr>
          <p:spPr>
            <a:xfrm>
              <a:off x="820125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6"/>
            <p:cNvSpPr/>
            <p:nvPr/>
          </p:nvSpPr>
          <p:spPr>
            <a:xfrm>
              <a:off x="832076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6"/>
            <p:cNvSpPr/>
            <p:nvPr/>
          </p:nvSpPr>
          <p:spPr>
            <a:xfrm>
              <a:off x="844028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6"/>
            <p:cNvSpPr/>
            <p:nvPr/>
          </p:nvSpPr>
          <p:spPr>
            <a:xfrm>
              <a:off x="855979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6"/>
            <p:cNvSpPr/>
            <p:nvPr/>
          </p:nvSpPr>
          <p:spPr>
            <a:xfrm>
              <a:off x="867930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6"/>
            <p:cNvSpPr/>
            <p:nvPr/>
          </p:nvSpPr>
          <p:spPr>
            <a:xfrm>
              <a:off x="879882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6"/>
            <p:cNvSpPr/>
            <p:nvPr/>
          </p:nvSpPr>
          <p:spPr>
            <a:xfrm>
              <a:off x="31350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6"/>
            <p:cNvSpPr/>
            <p:nvPr/>
          </p:nvSpPr>
          <p:spPr>
            <a:xfrm>
              <a:off x="43301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6"/>
            <p:cNvSpPr/>
            <p:nvPr/>
          </p:nvSpPr>
          <p:spPr>
            <a:xfrm>
              <a:off x="55251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6"/>
            <p:cNvSpPr/>
            <p:nvPr/>
          </p:nvSpPr>
          <p:spPr>
            <a:xfrm>
              <a:off x="67202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16"/>
            <p:cNvSpPr/>
            <p:nvPr/>
          </p:nvSpPr>
          <p:spPr>
            <a:xfrm>
              <a:off x="79153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16"/>
            <p:cNvSpPr/>
            <p:nvPr/>
          </p:nvSpPr>
          <p:spPr>
            <a:xfrm>
              <a:off x="91104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6"/>
            <p:cNvSpPr/>
            <p:nvPr/>
          </p:nvSpPr>
          <p:spPr>
            <a:xfrm>
              <a:off x="103055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6"/>
            <p:cNvSpPr/>
            <p:nvPr/>
          </p:nvSpPr>
          <p:spPr>
            <a:xfrm>
              <a:off x="820125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6"/>
            <p:cNvSpPr/>
            <p:nvPr/>
          </p:nvSpPr>
          <p:spPr>
            <a:xfrm>
              <a:off x="832076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6"/>
            <p:cNvSpPr/>
            <p:nvPr/>
          </p:nvSpPr>
          <p:spPr>
            <a:xfrm>
              <a:off x="844028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6"/>
            <p:cNvSpPr/>
            <p:nvPr/>
          </p:nvSpPr>
          <p:spPr>
            <a:xfrm>
              <a:off x="855979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16"/>
            <p:cNvSpPr/>
            <p:nvPr/>
          </p:nvSpPr>
          <p:spPr>
            <a:xfrm>
              <a:off x="867930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6"/>
            <p:cNvSpPr/>
            <p:nvPr/>
          </p:nvSpPr>
          <p:spPr>
            <a:xfrm>
              <a:off x="879882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6"/>
            <p:cNvSpPr/>
            <p:nvPr/>
          </p:nvSpPr>
          <p:spPr>
            <a:xfrm>
              <a:off x="31350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6"/>
            <p:cNvSpPr/>
            <p:nvPr/>
          </p:nvSpPr>
          <p:spPr>
            <a:xfrm>
              <a:off x="43301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6"/>
            <p:cNvSpPr/>
            <p:nvPr/>
          </p:nvSpPr>
          <p:spPr>
            <a:xfrm>
              <a:off x="55251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6"/>
            <p:cNvSpPr/>
            <p:nvPr/>
          </p:nvSpPr>
          <p:spPr>
            <a:xfrm>
              <a:off x="67202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6"/>
            <p:cNvSpPr/>
            <p:nvPr/>
          </p:nvSpPr>
          <p:spPr>
            <a:xfrm>
              <a:off x="79153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6"/>
            <p:cNvSpPr/>
            <p:nvPr/>
          </p:nvSpPr>
          <p:spPr>
            <a:xfrm>
              <a:off x="91104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6"/>
            <p:cNvSpPr/>
            <p:nvPr/>
          </p:nvSpPr>
          <p:spPr>
            <a:xfrm>
              <a:off x="103055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6"/>
            <p:cNvSpPr/>
            <p:nvPr/>
          </p:nvSpPr>
          <p:spPr>
            <a:xfrm>
              <a:off x="820125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6"/>
            <p:cNvSpPr/>
            <p:nvPr/>
          </p:nvSpPr>
          <p:spPr>
            <a:xfrm>
              <a:off x="832076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6"/>
            <p:cNvSpPr/>
            <p:nvPr/>
          </p:nvSpPr>
          <p:spPr>
            <a:xfrm>
              <a:off x="844028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6"/>
            <p:cNvSpPr/>
            <p:nvPr/>
          </p:nvSpPr>
          <p:spPr>
            <a:xfrm>
              <a:off x="855979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6"/>
            <p:cNvSpPr/>
            <p:nvPr/>
          </p:nvSpPr>
          <p:spPr>
            <a:xfrm>
              <a:off x="867930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6"/>
            <p:cNvSpPr/>
            <p:nvPr/>
          </p:nvSpPr>
          <p:spPr>
            <a:xfrm>
              <a:off x="879882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13351"/>
        <p:cNvGrpSpPr/>
        <p:nvPr/>
      </p:nvGrpSpPr>
      <p:grpSpPr>
        <a:xfrm>
          <a:off x="0" y="0"/>
          <a:ext cx="0" cy="0"/>
          <a:chOff x="0" y="0"/>
          <a:chExt cx="0" cy="0"/>
        </a:xfrm>
      </p:grpSpPr>
      <p:sp>
        <p:nvSpPr>
          <p:cNvPr id="13352" name="Google Shape;13352;p17"/>
          <p:cNvSpPr txBox="1">
            <a:spLocks noGrp="1"/>
          </p:cNvSpPr>
          <p:nvPr>
            <p:ph type="title"/>
          </p:nvPr>
        </p:nvSpPr>
        <p:spPr>
          <a:xfrm>
            <a:off x="2285900" y="2447650"/>
            <a:ext cx="4572000" cy="889800"/>
          </a:xfrm>
          <a:prstGeom prst="rect">
            <a:avLst/>
          </a:prstGeom>
          <a:noFill/>
        </p:spPr>
        <p:txBody>
          <a:bodyPr spcFirstLastPara="1" wrap="square" lIns="91425" tIns="64000" rIns="91425" bIns="91425" anchor="b" anchorCtr="0">
            <a:noAutofit/>
          </a:bodyPr>
          <a:lstStyle>
            <a:lvl1pPr lvl="0" algn="ctr"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3353" name="Google Shape;13353;p17"/>
          <p:cNvSpPr txBox="1">
            <a:spLocks noGrp="1"/>
          </p:cNvSpPr>
          <p:nvPr>
            <p:ph type="title" idx="2" hasCustomPrompt="1"/>
          </p:nvPr>
        </p:nvSpPr>
        <p:spPr>
          <a:xfrm>
            <a:off x="3748993" y="1365627"/>
            <a:ext cx="1645800" cy="1097400"/>
          </a:xfrm>
          <a:prstGeom prst="rect">
            <a:avLst/>
          </a:prstGeom>
          <a:solidFill>
            <a:schemeClr val="lt1"/>
          </a:solidFill>
        </p:spPr>
        <p:txBody>
          <a:bodyPr spcFirstLastPara="1" wrap="square" lIns="91425" tIns="64000" rIns="91425" bIns="91425" anchor="b" anchorCtr="0">
            <a:noAutofit/>
          </a:bodyPr>
          <a:lstStyle>
            <a:lvl1pPr lvl="0" algn="ctr" rtl="0">
              <a:spcBef>
                <a:spcPts val="0"/>
              </a:spcBef>
              <a:spcAft>
                <a:spcPts val="0"/>
              </a:spcAft>
              <a:buSzPts val="6000"/>
              <a:buNone/>
              <a:defRPr sz="80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3354" name="Google Shape;13354;p17"/>
          <p:cNvSpPr txBox="1">
            <a:spLocks noGrp="1"/>
          </p:cNvSpPr>
          <p:nvPr>
            <p:ph type="subTitle" idx="1"/>
          </p:nvPr>
        </p:nvSpPr>
        <p:spPr>
          <a:xfrm>
            <a:off x="2285900" y="3425225"/>
            <a:ext cx="4572000" cy="246600"/>
          </a:xfrm>
          <a:prstGeom prst="rect">
            <a:avLst/>
          </a:prstGeom>
          <a:solidFill>
            <a:schemeClr val="lt1"/>
          </a:solidFill>
        </p:spPr>
        <p:txBody>
          <a:bodyPr spcFirstLastPara="1" wrap="square" lIns="0" tIns="0" rIns="0" bIns="0"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2">
  <p:cSld name="SECTION_HEADER_2">
    <p:spTree>
      <p:nvGrpSpPr>
        <p:cNvPr id="1" name="Shape 13355"/>
        <p:cNvGrpSpPr/>
        <p:nvPr/>
      </p:nvGrpSpPr>
      <p:grpSpPr>
        <a:xfrm>
          <a:off x="0" y="0"/>
          <a:ext cx="0" cy="0"/>
          <a:chOff x="0" y="0"/>
          <a:chExt cx="0" cy="0"/>
        </a:xfrm>
      </p:grpSpPr>
      <p:sp>
        <p:nvSpPr>
          <p:cNvPr id="13356" name="Google Shape;13356;p18"/>
          <p:cNvSpPr txBox="1">
            <a:spLocks noGrp="1"/>
          </p:cNvSpPr>
          <p:nvPr>
            <p:ph type="title"/>
          </p:nvPr>
        </p:nvSpPr>
        <p:spPr>
          <a:xfrm>
            <a:off x="1055700" y="2487775"/>
            <a:ext cx="3813000" cy="889800"/>
          </a:xfrm>
          <a:prstGeom prst="rect">
            <a:avLst/>
          </a:prstGeom>
          <a:noFill/>
        </p:spPr>
        <p:txBody>
          <a:bodyPr spcFirstLastPara="1" wrap="square" lIns="91425" tIns="64000" rIns="91425" bIns="91425" anchor="b" anchorCtr="0">
            <a:noAutofit/>
          </a:bodyPr>
          <a:lstStyle>
            <a:lvl1pPr lvl="0" algn="r" rtl="0">
              <a:spcBef>
                <a:spcPts val="0"/>
              </a:spcBef>
              <a:spcAft>
                <a:spcPts val="0"/>
              </a:spcAft>
              <a:buSzPts val="3600"/>
              <a:buNone/>
              <a:defRPr sz="40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13357" name="Google Shape;13357;p18"/>
          <p:cNvSpPr txBox="1">
            <a:spLocks noGrp="1"/>
          </p:cNvSpPr>
          <p:nvPr>
            <p:ph type="title" idx="2" hasCustomPrompt="1"/>
          </p:nvPr>
        </p:nvSpPr>
        <p:spPr>
          <a:xfrm>
            <a:off x="3222900" y="1405752"/>
            <a:ext cx="1645800" cy="1097400"/>
          </a:xfrm>
          <a:prstGeom prst="rect">
            <a:avLst/>
          </a:prstGeom>
          <a:solidFill>
            <a:schemeClr val="lt1"/>
          </a:solidFill>
        </p:spPr>
        <p:txBody>
          <a:bodyPr spcFirstLastPara="1" wrap="square" lIns="91425" tIns="64000" rIns="91425" bIns="91425" anchor="b" anchorCtr="0">
            <a:noAutofit/>
          </a:bodyPr>
          <a:lstStyle>
            <a:lvl1pPr lvl="0" algn="r" rtl="0">
              <a:spcBef>
                <a:spcPts val="0"/>
              </a:spcBef>
              <a:spcAft>
                <a:spcPts val="0"/>
              </a:spcAft>
              <a:buSzPts val="6000"/>
              <a:buNone/>
              <a:defRPr sz="8000">
                <a:solidFill>
                  <a:schemeClr val="dk2"/>
                </a:solidFill>
              </a:defRPr>
            </a:lvl1pPr>
            <a:lvl2pPr lvl="1" algn="r" rtl="0">
              <a:spcBef>
                <a:spcPts val="0"/>
              </a:spcBef>
              <a:spcAft>
                <a:spcPts val="0"/>
              </a:spcAft>
              <a:buSzPts val="6000"/>
              <a:buNone/>
              <a:defRPr sz="6000"/>
            </a:lvl2pPr>
            <a:lvl3pPr lvl="2" algn="r" rtl="0">
              <a:spcBef>
                <a:spcPts val="0"/>
              </a:spcBef>
              <a:spcAft>
                <a:spcPts val="0"/>
              </a:spcAft>
              <a:buSzPts val="6000"/>
              <a:buNone/>
              <a:defRPr sz="6000"/>
            </a:lvl3pPr>
            <a:lvl4pPr lvl="3" algn="r" rtl="0">
              <a:spcBef>
                <a:spcPts val="0"/>
              </a:spcBef>
              <a:spcAft>
                <a:spcPts val="0"/>
              </a:spcAft>
              <a:buSzPts val="6000"/>
              <a:buNone/>
              <a:defRPr sz="6000"/>
            </a:lvl4pPr>
            <a:lvl5pPr lvl="4" algn="r" rtl="0">
              <a:spcBef>
                <a:spcPts val="0"/>
              </a:spcBef>
              <a:spcAft>
                <a:spcPts val="0"/>
              </a:spcAft>
              <a:buSzPts val="6000"/>
              <a:buNone/>
              <a:defRPr sz="6000"/>
            </a:lvl5pPr>
            <a:lvl6pPr lvl="5" algn="r" rtl="0">
              <a:spcBef>
                <a:spcPts val="0"/>
              </a:spcBef>
              <a:spcAft>
                <a:spcPts val="0"/>
              </a:spcAft>
              <a:buSzPts val="6000"/>
              <a:buNone/>
              <a:defRPr sz="6000"/>
            </a:lvl6pPr>
            <a:lvl7pPr lvl="6" algn="r" rtl="0">
              <a:spcBef>
                <a:spcPts val="0"/>
              </a:spcBef>
              <a:spcAft>
                <a:spcPts val="0"/>
              </a:spcAft>
              <a:buSzPts val="6000"/>
              <a:buNone/>
              <a:defRPr sz="6000"/>
            </a:lvl7pPr>
            <a:lvl8pPr lvl="7" algn="r" rtl="0">
              <a:spcBef>
                <a:spcPts val="0"/>
              </a:spcBef>
              <a:spcAft>
                <a:spcPts val="0"/>
              </a:spcAft>
              <a:buSzPts val="6000"/>
              <a:buNone/>
              <a:defRPr sz="6000"/>
            </a:lvl8pPr>
            <a:lvl9pPr lvl="8" algn="r" rtl="0">
              <a:spcBef>
                <a:spcPts val="0"/>
              </a:spcBef>
              <a:spcAft>
                <a:spcPts val="0"/>
              </a:spcAft>
              <a:buSzPts val="6000"/>
              <a:buNone/>
              <a:defRPr sz="6000"/>
            </a:lvl9pPr>
          </a:lstStyle>
          <a:p>
            <a:r>
              <a:t>xx%</a:t>
            </a:r>
          </a:p>
        </p:txBody>
      </p:sp>
      <p:sp>
        <p:nvSpPr>
          <p:cNvPr id="13358" name="Google Shape;13358;p18"/>
          <p:cNvSpPr txBox="1">
            <a:spLocks noGrp="1"/>
          </p:cNvSpPr>
          <p:nvPr>
            <p:ph type="subTitle" idx="1"/>
          </p:nvPr>
        </p:nvSpPr>
        <p:spPr>
          <a:xfrm>
            <a:off x="1055700" y="3465350"/>
            <a:ext cx="3813000" cy="272400"/>
          </a:xfrm>
          <a:prstGeom prst="rect">
            <a:avLst/>
          </a:prstGeom>
          <a:solidFill>
            <a:schemeClr val="lt1"/>
          </a:solidFill>
        </p:spPr>
        <p:txBody>
          <a:bodyPr spcFirstLastPara="1" wrap="square" lIns="0" tIns="0" rIns="0" bIns="0" anchor="t" anchorCtr="0">
            <a:noAutofit/>
          </a:bodyPr>
          <a:lstStyle>
            <a:lvl1pPr lvl="0" algn="ctr" rtl="0">
              <a:lnSpc>
                <a:spcPct val="100000"/>
              </a:lnSpc>
              <a:spcBef>
                <a:spcPts val="0"/>
              </a:spcBef>
              <a:spcAft>
                <a:spcPts val="0"/>
              </a:spcAft>
              <a:buSzPts val="1400"/>
              <a:buNone/>
              <a:defRPr sz="16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grpSp>
        <p:nvGrpSpPr>
          <p:cNvPr id="13359" name="Google Shape;13359;p18"/>
          <p:cNvGrpSpPr/>
          <p:nvPr/>
        </p:nvGrpSpPr>
        <p:grpSpPr>
          <a:xfrm>
            <a:off x="5640453" y="540001"/>
            <a:ext cx="3138714" cy="4063568"/>
            <a:chOff x="313503" y="540001"/>
            <a:chExt cx="3138714" cy="4063568"/>
          </a:xfrm>
        </p:grpSpPr>
        <p:sp>
          <p:nvSpPr>
            <p:cNvPr id="13360" name="Google Shape;13360;p18"/>
            <p:cNvSpPr/>
            <p:nvPr/>
          </p:nvSpPr>
          <p:spPr>
            <a:xfrm>
              <a:off x="31350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8"/>
            <p:cNvSpPr/>
            <p:nvPr/>
          </p:nvSpPr>
          <p:spPr>
            <a:xfrm>
              <a:off x="43301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8"/>
            <p:cNvSpPr/>
            <p:nvPr/>
          </p:nvSpPr>
          <p:spPr>
            <a:xfrm>
              <a:off x="55251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8"/>
            <p:cNvSpPr/>
            <p:nvPr/>
          </p:nvSpPr>
          <p:spPr>
            <a:xfrm>
              <a:off x="67202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8"/>
            <p:cNvSpPr/>
            <p:nvPr/>
          </p:nvSpPr>
          <p:spPr>
            <a:xfrm>
              <a:off x="79153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18"/>
            <p:cNvSpPr/>
            <p:nvPr/>
          </p:nvSpPr>
          <p:spPr>
            <a:xfrm>
              <a:off x="91104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18"/>
            <p:cNvSpPr/>
            <p:nvPr/>
          </p:nvSpPr>
          <p:spPr>
            <a:xfrm>
              <a:off x="103055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8"/>
            <p:cNvSpPr/>
            <p:nvPr/>
          </p:nvSpPr>
          <p:spPr>
            <a:xfrm>
              <a:off x="1150060"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8"/>
            <p:cNvSpPr/>
            <p:nvPr/>
          </p:nvSpPr>
          <p:spPr>
            <a:xfrm>
              <a:off x="126956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8"/>
            <p:cNvSpPr/>
            <p:nvPr/>
          </p:nvSpPr>
          <p:spPr>
            <a:xfrm>
              <a:off x="138907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8"/>
            <p:cNvSpPr/>
            <p:nvPr/>
          </p:nvSpPr>
          <p:spPr>
            <a:xfrm>
              <a:off x="1508585"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8"/>
            <p:cNvSpPr/>
            <p:nvPr/>
          </p:nvSpPr>
          <p:spPr>
            <a:xfrm>
              <a:off x="162809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8"/>
            <p:cNvSpPr/>
            <p:nvPr/>
          </p:nvSpPr>
          <p:spPr>
            <a:xfrm>
              <a:off x="174760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8"/>
            <p:cNvSpPr/>
            <p:nvPr/>
          </p:nvSpPr>
          <p:spPr>
            <a:xfrm>
              <a:off x="1867110"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8"/>
            <p:cNvSpPr/>
            <p:nvPr/>
          </p:nvSpPr>
          <p:spPr>
            <a:xfrm>
              <a:off x="198661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8"/>
            <p:cNvSpPr/>
            <p:nvPr/>
          </p:nvSpPr>
          <p:spPr>
            <a:xfrm>
              <a:off x="210612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8"/>
            <p:cNvSpPr/>
            <p:nvPr/>
          </p:nvSpPr>
          <p:spPr>
            <a:xfrm>
              <a:off x="222563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8"/>
            <p:cNvSpPr/>
            <p:nvPr/>
          </p:nvSpPr>
          <p:spPr>
            <a:xfrm>
              <a:off x="234514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8"/>
            <p:cNvSpPr/>
            <p:nvPr/>
          </p:nvSpPr>
          <p:spPr>
            <a:xfrm>
              <a:off x="246465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8"/>
            <p:cNvSpPr/>
            <p:nvPr/>
          </p:nvSpPr>
          <p:spPr>
            <a:xfrm>
              <a:off x="258415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8"/>
            <p:cNvSpPr/>
            <p:nvPr/>
          </p:nvSpPr>
          <p:spPr>
            <a:xfrm>
              <a:off x="270366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8"/>
            <p:cNvSpPr/>
            <p:nvPr/>
          </p:nvSpPr>
          <p:spPr>
            <a:xfrm>
              <a:off x="282317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8"/>
            <p:cNvSpPr/>
            <p:nvPr/>
          </p:nvSpPr>
          <p:spPr>
            <a:xfrm>
              <a:off x="294268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8"/>
            <p:cNvSpPr/>
            <p:nvPr/>
          </p:nvSpPr>
          <p:spPr>
            <a:xfrm>
              <a:off x="306219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8"/>
            <p:cNvSpPr/>
            <p:nvPr/>
          </p:nvSpPr>
          <p:spPr>
            <a:xfrm>
              <a:off x="3181700"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8"/>
            <p:cNvSpPr/>
            <p:nvPr/>
          </p:nvSpPr>
          <p:spPr>
            <a:xfrm>
              <a:off x="330120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8"/>
            <p:cNvSpPr/>
            <p:nvPr/>
          </p:nvSpPr>
          <p:spPr>
            <a:xfrm>
              <a:off x="342071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8"/>
            <p:cNvSpPr/>
            <p:nvPr/>
          </p:nvSpPr>
          <p:spPr>
            <a:xfrm>
              <a:off x="31350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8"/>
            <p:cNvSpPr/>
            <p:nvPr/>
          </p:nvSpPr>
          <p:spPr>
            <a:xfrm>
              <a:off x="43301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8"/>
            <p:cNvSpPr/>
            <p:nvPr/>
          </p:nvSpPr>
          <p:spPr>
            <a:xfrm>
              <a:off x="55251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18"/>
            <p:cNvSpPr/>
            <p:nvPr/>
          </p:nvSpPr>
          <p:spPr>
            <a:xfrm>
              <a:off x="67202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8"/>
            <p:cNvSpPr/>
            <p:nvPr/>
          </p:nvSpPr>
          <p:spPr>
            <a:xfrm>
              <a:off x="79153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8"/>
            <p:cNvSpPr/>
            <p:nvPr/>
          </p:nvSpPr>
          <p:spPr>
            <a:xfrm>
              <a:off x="91104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8"/>
            <p:cNvSpPr/>
            <p:nvPr/>
          </p:nvSpPr>
          <p:spPr>
            <a:xfrm>
              <a:off x="103055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8"/>
            <p:cNvSpPr/>
            <p:nvPr/>
          </p:nvSpPr>
          <p:spPr>
            <a:xfrm>
              <a:off x="1150060"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8"/>
            <p:cNvSpPr/>
            <p:nvPr/>
          </p:nvSpPr>
          <p:spPr>
            <a:xfrm>
              <a:off x="126956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8"/>
            <p:cNvSpPr/>
            <p:nvPr/>
          </p:nvSpPr>
          <p:spPr>
            <a:xfrm>
              <a:off x="138907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8"/>
            <p:cNvSpPr/>
            <p:nvPr/>
          </p:nvSpPr>
          <p:spPr>
            <a:xfrm>
              <a:off x="1508585"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8"/>
            <p:cNvSpPr/>
            <p:nvPr/>
          </p:nvSpPr>
          <p:spPr>
            <a:xfrm>
              <a:off x="162809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8"/>
            <p:cNvSpPr/>
            <p:nvPr/>
          </p:nvSpPr>
          <p:spPr>
            <a:xfrm>
              <a:off x="174760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8"/>
            <p:cNvSpPr/>
            <p:nvPr/>
          </p:nvSpPr>
          <p:spPr>
            <a:xfrm>
              <a:off x="1867110"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8"/>
            <p:cNvSpPr/>
            <p:nvPr/>
          </p:nvSpPr>
          <p:spPr>
            <a:xfrm>
              <a:off x="198661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18"/>
            <p:cNvSpPr/>
            <p:nvPr/>
          </p:nvSpPr>
          <p:spPr>
            <a:xfrm>
              <a:off x="210612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8"/>
            <p:cNvSpPr/>
            <p:nvPr/>
          </p:nvSpPr>
          <p:spPr>
            <a:xfrm>
              <a:off x="222563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8"/>
            <p:cNvSpPr/>
            <p:nvPr/>
          </p:nvSpPr>
          <p:spPr>
            <a:xfrm>
              <a:off x="234514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8"/>
            <p:cNvSpPr/>
            <p:nvPr/>
          </p:nvSpPr>
          <p:spPr>
            <a:xfrm>
              <a:off x="246465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8"/>
            <p:cNvSpPr/>
            <p:nvPr/>
          </p:nvSpPr>
          <p:spPr>
            <a:xfrm>
              <a:off x="258415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8"/>
            <p:cNvSpPr/>
            <p:nvPr/>
          </p:nvSpPr>
          <p:spPr>
            <a:xfrm>
              <a:off x="270366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8"/>
            <p:cNvSpPr/>
            <p:nvPr/>
          </p:nvSpPr>
          <p:spPr>
            <a:xfrm>
              <a:off x="282317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8"/>
            <p:cNvSpPr/>
            <p:nvPr/>
          </p:nvSpPr>
          <p:spPr>
            <a:xfrm>
              <a:off x="294268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8"/>
            <p:cNvSpPr/>
            <p:nvPr/>
          </p:nvSpPr>
          <p:spPr>
            <a:xfrm>
              <a:off x="306219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8"/>
            <p:cNvSpPr/>
            <p:nvPr/>
          </p:nvSpPr>
          <p:spPr>
            <a:xfrm>
              <a:off x="3181700"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8"/>
            <p:cNvSpPr/>
            <p:nvPr/>
          </p:nvSpPr>
          <p:spPr>
            <a:xfrm>
              <a:off x="330120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8"/>
            <p:cNvSpPr/>
            <p:nvPr/>
          </p:nvSpPr>
          <p:spPr>
            <a:xfrm>
              <a:off x="342071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8"/>
            <p:cNvSpPr/>
            <p:nvPr/>
          </p:nvSpPr>
          <p:spPr>
            <a:xfrm>
              <a:off x="31350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8"/>
            <p:cNvSpPr/>
            <p:nvPr/>
          </p:nvSpPr>
          <p:spPr>
            <a:xfrm>
              <a:off x="43301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8"/>
            <p:cNvSpPr/>
            <p:nvPr/>
          </p:nvSpPr>
          <p:spPr>
            <a:xfrm>
              <a:off x="55251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8"/>
            <p:cNvSpPr/>
            <p:nvPr/>
          </p:nvSpPr>
          <p:spPr>
            <a:xfrm>
              <a:off x="67202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8"/>
            <p:cNvSpPr/>
            <p:nvPr/>
          </p:nvSpPr>
          <p:spPr>
            <a:xfrm>
              <a:off x="79153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8"/>
            <p:cNvSpPr/>
            <p:nvPr/>
          </p:nvSpPr>
          <p:spPr>
            <a:xfrm>
              <a:off x="91104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8"/>
            <p:cNvSpPr/>
            <p:nvPr/>
          </p:nvSpPr>
          <p:spPr>
            <a:xfrm>
              <a:off x="103055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18"/>
            <p:cNvSpPr/>
            <p:nvPr/>
          </p:nvSpPr>
          <p:spPr>
            <a:xfrm>
              <a:off x="1150060"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8"/>
            <p:cNvSpPr/>
            <p:nvPr/>
          </p:nvSpPr>
          <p:spPr>
            <a:xfrm>
              <a:off x="126956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8"/>
            <p:cNvSpPr/>
            <p:nvPr/>
          </p:nvSpPr>
          <p:spPr>
            <a:xfrm>
              <a:off x="138907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8"/>
            <p:cNvSpPr/>
            <p:nvPr/>
          </p:nvSpPr>
          <p:spPr>
            <a:xfrm>
              <a:off x="1508585"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8"/>
            <p:cNvSpPr/>
            <p:nvPr/>
          </p:nvSpPr>
          <p:spPr>
            <a:xfrm>
              <a:off x="162809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8"/>
            <p:cNvSpPr/>
            <p:nvPr/>
          </p:nvSpPr>
          <p:spPr>
            <a:xfrm>
              <a:off x="174760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18"/>
            <p:cNvSpPr/>
            <p:nvPr/>
          </p:nvSpPr>
          <p:spPr>
            <a:xfrm>
              <a:off x="1867110"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8"/>
            <p:cNvSpPr/>
            <p:nvPr/>
          </p:nvSpPr>
          <p:spPr>
            <a:xfrm>
              <a:off x="198661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8"/>
            <p:cNvSpPr/>
            <p:nvPr/>
          </p:nvSpPr>
          <p:spPr>
            <a:xfrm>
              <a:off x="210612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8"/>
            <p:cNvSpPr/>
            <p:nvPr/>
          </p:nvSpPr>
          <p:spPr>
            <a:xfrm>
              <a:off x="222563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8"/>
            <p:cNvSpPr/>
            <p:nvPr/>
          </p:nvSpPr>
          <p:spPr>
            <a:xfrm>
              <a:off x="234514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18"/>
            <p:cNvSpPr/>
            <p:nvPr/>
          </p:nvSpPr>
          <p:spPr>
            <a:xfrm>
              <a:off x="246465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18"/>
            <p:cNvSpPr/>
            <p:nvPr/>
          </p:nvSpPr>
          <p:spPr>
            <a:xfrm>
              <a:off x="258415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8"/>
            <p:cNvSpPr/>
            <p:nvPr/>
          </p:nvSpPr>
          <p:spPr>
            <a:xfrm>
              <a:off x="270366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8"/>
            <p:cNvSpPr/>
            <p:nvPr/>
          </p:nvSpPr>
          <p:spPr>
            <a:xfrm>
              <a:off x="282317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8"/>
            <p:cNvSpPr/>
            <p:nvPr/>
          </p:nvSpPr>
          <p:spPr>
            <a:xfrm>
              <a:off x="294268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8"/>
            <p:cNvSpPr/>
            <p:nvPr/>
          </p:nvSpPr>
          <p:spPr>
            <a:xfrm>
              <a:off x="306219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8"/>
            <p:cNvSpPr/>
            <p:nvPr/>
          </p:nvSpPr>
          <p:spPr>
            <a:xfrm>
              <a:off x="3181700"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8"/>
            <p:cNvSpPr/>
            <p:nvPr/>
          </p:nvSpPr>
          <p:spPr>
            <a:xfrm>
              <a:off x="330120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8"/>
            <p:cNvSpPr/>
            <p:nvPr/>
          </p:nvSpPr>
          <p:spPr>
            <a:xfrm>
              <a:off x="342071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8"/>
            <p:cNvSpPr/>
            <p:nvPr/>
          </p:nvSpPr>
          <p:spPr>
            <a:xfrm>
              <a:off x="31350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8"/>
            <p:cNvSpPr/>
            <p:nvPr/>
          </p:nvSpPr>
          <p:spPr>
            <a:xfrm>
              <a:off x="43301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8"/>
            <p:cNvSpPr/>
            <p:nvPr/>
          </p:nvSpPr>
          <p:spPr>
            <a:xfrm>
              <a:off x="55251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18"/>
            <p:cNvSpPr/>
            <p:nvPr/>
          </p:nvSpPr>
          <p:spPr>
            <a:xfrm>
              <a:off x="67202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8"/>
            <p:cNvSpPr/>
            <p:nvPr/>
          </p:nvSpPr>
          <p:spPr>
            <a:xfrm>
              <a:off x="79153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8"/>
            <p:cNvSpPr/>
            <p:nvPr/>
          </p:nvSpPr>
          <p:spPr>
            <a:xfrm>
              <a:off x="91104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8"/>
            <p:cNvSpPr/>
            <p:nvPr/>
          </p:nvSpPr>
          <p:spPr>
            <a:xfrm>
              <a:off x="103055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8"/>
            <p:cNvSpPr/>
            <p:nvPr/>
          </p:nvSpPr>
          <p:spPr>
            <a:xfrm>
              <a:off x="1150060"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8"/>
            <p:cNvSpPr/>
            <p:nvPr/>
          </p:nvSpPr>
          <p:spPr>
            <a:xfrm>
              <a:off x="126956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8"/>
            <p:cNvSpPr/>
            <p:nvPr/>
          </p:nvSpPr>
          <p:spPr>
            <a:xfrm>
              <a:off x="138907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8"/>
            <p:cNvSpPr/>
            <p:nvPr/>
          </p:nvSpPr>
          <p:spPr>
            <a:xfrm>
              <a:off x="1508585"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8"/>
            <p:cNvSpPr/>
            <p:nvPr/>
          </p:nvSpPr>
          <p:spPr>
            <a:xfrm>
              <a:off x="162809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8"/>
            <p:cNvSpPr/>
            <p:nvPr/>
          </p:nvSpPr>
          <p:spPr>
            <a:xfrm>
              <a:off x="174760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8"/>
            <p:cNvSpPr/>
            <p:nvPr/>
          </p:nvSpPr>
          <p:spPr>
            <a:xfrm>
              <a:off x="1867110"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8"/>
            <p:cNvSpPr/>
            <p:nvPr/>
          </p:nvSpPr>
          <p:spPr>
            <a:xfrm>
              <a:off x="198661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8"/>
            <p:cNvSpPr/>
            <p:nvPr/>
          </p:nvSpPr>
          <p:spPr>
            <a:xfrm>
              <a:off x="210612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8"/>
            <p:cNvSpPr/>
            <p:nvPr/>
          </p:nvSpPr>
          <p:spPr>
            <a:xfrm>
              <a:off x="222563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18"/>
            <p:cNvSpPr/>
            <p:nvPr/>
          </p:nvSpPr>
          <p:spPr>
            <a:xfrm>
              <a:off x="234514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8"/>
            <p:cNvSpPr/>
            <p:nvPr/>
          </p:nvSpPr>
          <p:spPr>
            <a:xfrm>
              <a:off x="246465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8"/>
            <p:cNvSpPr/>
            <p:nvPr/>
          </p:nvSpPr>
          <p:spPr>
            <a:xfrm>
              <a:off x="258415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8"/>
            <p:cNvSpPr/>
            <p:nvPr/>
          </p:nvSpPr>
          <p:spPr>
            <a:xfrm>
              <a:off x="270366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8"/>
            <p:cNvSpPr/>
            <p:nvPr/>
          </p:nvSpPr>
          <p:spPr>
            <a:xfrm>
              <a:off x="282317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8"/>
            <p:cNvSpPr/>
            <p:nvPr/>
          </p:nvSpPr>
          <p:spPr>
            <a:xfrm>
              <a:off x="294268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8"/>
            <p:cNvSpPr/>
            <p:nvPr/>
          </p:nvSpPr>
          <p:spPr>
            <a:xfrm>
              <a:off x="306219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8"/>
            <p:cNvSpPr/>
            <p:nvPr/>
          </p:nvSpPr>
          <p:spPr>
            <a:xfrm>
              <a:off x="3181700"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8"/>
            <p:cNvSpPr/>
            <p:nvPr/>
          </p:nvSpPr>
          <p:spPr>
            <a:xfrm>
              <a:off x="330120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8"/>
            <p:cNvSpPr/>
            <p:nvPr/>
          </p:nvSpPr>
          <p:spPr>
            <a:xfrm>
              <a:off x="342071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8"/>
            <p:cNvSpPr/>
            <p:nvPr/>
          </p:nvSpPr>
          <p:spPr>
            <a:xfrm>
              <a:off x="31350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8"/>
            <p:cNvSpPr/>
            <p:nvPr/>
          </p:nvSpPr>
          <p:spPr>
            <a:xfrm>
              <a:off x="43301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8"/>
            <p:cNvSpPr/>
            <p:nvPr/>
          </p:nvSpPr>
          <p:spPr>
            <a:xfrm>
              <a:off x="55251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8"/>
            <p:cNvSpPr/>
            <p:nvPr/>
          </p:nvSpPr>
          <p:spPr>
            <a:xfrm>
              <a:off x="67202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8"/>
            <p:cNvSpPr/>
            <p:nvPr/>
          </p:nvSpPr>
          <p:spPr>
            <a:xfrm>
              <a:off x="79153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8"/>
            <p:cNvSpPr/>
            <p:nvPr/>
          </p:nvSpPr>
          <p:spPr>
            <a:xfrm>
              <a:off x="91104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8"/>
            <p:cNvSpPr/>
            <p:nvPr/>
          </p:nvSpPr>
          <p:spPr>
            <a:xfrm>
              <a:off x="103055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8"/>
            <p:cNvSpPr/>
            <p:nvPr/>
          </p:nvSpPr>
          <p:spPr>
            <a:xfrm>
              <a:off x="1150060"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8"/>
            <p:cNvSpPr/>
            <p:nvPr/>
          </p:nvSpPr>
          <p:spPr>
            <a:xfrm>
              <a:off x="126956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8"/>
            <p:cNvSpPr/>
            <p:nvPr/>
          </p:nvSpPr>
          <p:spPr>
            <a:xfrm>
              <a:off x="138907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8"/>
            <p:cNvSpPr/>
            <p:nvPr/>
          </p:nvSpPr>
          <p:spPr>
            <a:xfrm>
              <a:off x="1508585"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8"/>
            <p:cNvSpPr/>
            <p:nvPr/>
          </p:nvSpPr>
          <p:spPr>
            <a:xfrm>
              <a:off x="162809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8"/>
            <p:cNvSpPr/>
            <p:nvPr/>
          </p:nvSpPr>
          <p:spPr>
            <a:xfrm>
              <a:off x="174760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8"/>
            <p:cNvSpPr/>
            <p:nvPr/>
          </p:nvSpPr>
          <p:spPr>
            <a:xfrm>
              <a:off x="1867110"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8"/>
            <p:cNvSpPr/>
            <p:nvPr/>
          </p:nvSpPr>
          <p:spPr>
            <a:xfrm>
              <a:off x="198661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8"/>
            <p:cNvSpPr/>
            <p:nvPr/>
          </p:nvSpPr>
          <p:spPr>
            <a:xfrm>
              <a:off x="210612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8"/>
            <p:cNvSpPr/>
            <p:nvPr/>
          </p:nvSpPr>
          <p:spPr>
            <a:xfrm>
              <a:off x="222563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8"/>
            <p:cNvSpPr/>
            <p:nvPr/>
          </p:nvSpPr>
          <p:spPr>
            <a:xfrm>
              <a:off x="234514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8"/>
            <p:cNvSpPr/>
            <p:nvPr/>
          </p:nvSpPr>
          <p:spPr>
            <a:xfrm>
              <a:off x="246465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8"/>
            <p:cNvSpPr/>
            <p:nvPr/>
          </p:nvSpPr>
          <p:spPr>
            <a:xfrm>
              <a:off x="258415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8"/>
            <p:cNvSpPr/>
            <p:nvPr/>
          </p:nvSpPr>
          <p:spPr>
            <a:xfrm>
              <a:off x="270366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8"/>
            <p:cNvSpPr/>
            <p:nvPr/>
          </p:nvSpPr>
          <p:spPr>
            <a:xfrm>
              <a:off x="282317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8"/>
            <p:cNvSpPr/>
            <p:nvPr/>
          </p:nvSpPr>
          <p:spPr>
            <a:xfrm>
              <a:off x="294268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8"/>
            <p:cNvSpPr/>
            <p:nvPr/>
          </p:nvSpPr>
          <p:spPr>
            <a:xfrm>
              <a:off x="306219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8"/>
            <p:cNvSpPr/>
            <p:nvPr/>
          </p:nvSpPr>
          <p:spPr>
            <a:xfrm>
              <a:off x="3181700"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8"/>
            <p:cNvSpPr/>
            <p:nvPr/>
          </p:nvSpPr>
          <p:spPr>
            <a:xfrm>
              <a:off x="330120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8"/>
            <p:cNvSpPr/>
            <p:nvPr/>
          </p:nvSpPr>
          <p:spPr>
            <a:xfrm>
              <a:off x="342071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8"/>
            <p:cNvSpPr/>
            <p:nvPr/>
          </p:nvSpPr>
          <p:spPr>
            <a:xfrm>
              <a:off x="31350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8"/>
            <p:cNvSpPr/>
            <p:nvPr/>
          </p:nvSpPr>
          <p:spPr>
            <a:xfrm>
              <a:off x="43301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8"/>
            <p:cNvSpPr/>
            <p:nvPr/>
          </p:nvSpPr>
          <p:spPr>
            <a:xfrm>
              <a:off x="55251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8"/>
            <p:cNvSpPr/>
            <p:nvPr/>
          </p:nvSpPr>
          <p:spPr>
            <a:xfrm>
              <a:off x="67202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8"/>
            <p:cNvSpPr/>
            <p:nvPr/>
          </p:nvSpPr>
          <p:spPr>
            <a:xfrm>
              <a:off x="79153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8"/>
            <p:cNvSpPr/>
            <p:nvPr/>
          </p:nvSpPr>
          <p:spPr>
            <a:xfrm>
              <a:off x="91104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8"/>
            <p:cNvSpPr/>
            <p:nvPr/>
          </p:nvSpPr>
          <p:spPr>
            <a:xfrm>
              <a:off x="103055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8"/>
            <p:cNvSpPr/>
            <p:nvPr/>
          </p:nvSpPr>
          <p:spPr>
            <a:xfrm>
              <a:off x="1150060"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8"/>
            <p:cNvSpPr/>
            <p:nvPr/>
          </p:nvSpPr>
          <p:spPr>
            <a:xfrm>
              <a:off x="126956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8"/>
            <p:cNvSpPr/>
            <p:nvPr/>
          </p:nvSpPr>
          <p:spPr>
            <a:xfrm>
              <a:off x="138907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8"/>
            <p:cNvSpPr/>
            <p:nvPr/>
          </p:nvSpPr>
          <p:spPr>
            <a:xfrm>
              <a:off x="1508585"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8"/>
            <p:cNvSpPr/>
            <p:nvPr/>
          </p:nvSpPr>
          <p:spPr>
            <a:xfrm>
              <a:off x="162809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8"/>
            <p:cNvSpPr/>
            <p:nvPr/>
          </p:nvSpPr>
          <p:spPr>
            <a:xfrm>
              <a:off x="174760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8"/>
            <p:cNvSpPr/>
            <p:nvPr/>
          </p:nvSpPr>
          <p:spPr>
            <a:xfrm>
              <a:off x="1867110"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8"/>
            <p:cNvSpPr/>
            <p:nvPr/>
          </p:nvSpPr>
          <p:spPr>
            <a:xfrm>
              <a:off x="198661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8"/>
            <p:cNvSpPr/>
            <p:nvPr/>
          </p:nvSpPr>
          <p:spPr>
            <a:xfrm>
              <a:off x="210612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8"/>
            <p:cNvSpPr/>
            <p:nvPr/>
          </p:nvSpPr>
          <p:spPr>
            <a:xfrm>
              <a:off x="222563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8"/>
            <p:cNvSpPr/>
            <p:nvPr/>
          </p:nvSpPr>
          <p:spPr>
            <a:xfrm>
              <a:off x="234514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8"/>
            <p:cNvSpPr/>
            <p:nvPr/>
          </p:nvSpPr>
          <p:spPr>
            <a:xfrm>
              <a:off x="246465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18"/>
            <p:cNvSpPr/>
            <p:nvPr/>
          </p:nvSpPr>
          <p:spPr>
            <a:xfrm>
              <a:off x="258415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8"/>
            <p:cNvSpPr/>
            <p:nvPr/>
          </p:nvSpPr>
          <p:spPr>
            <a:xfrm>
              <a:off x="270366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8"/>
            <p:cNvSpPr/>
            <p:nvPr/>
          </p:nvSpPr>
          <p:spPr>
            <a:xfrm>
              <a:off x="282317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8"/>
            <p:cNvSpPr/>
            <p:nvPr/>
          </p:nvSpPr>
          <p:spPr>
            <a:xfrm>
              <a:off x="294268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8"/>
            <p:cNvSpPr/>
            <p:nvPr/>
          </p:nvSpPr>
          <p:spPr>
            <a:xfrm>
              <a:off x="306219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8"/>
            <p:cNvSpPr/>
            <p:nvPr/>
          </p:nvSpPr>
          <p:spPr>
            <a:xfrm>
              <a:off x="3181700"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8"/>
            <p:cNvSpPr/>
            <p:nvPr/>
          </p:nvSpPr>
          <p:spPr>
            <a:xfrm>
              <a:off x="330120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8"/>
            <p:cNvSpPr/>
            <p:nvPr/>
          </p:nvSpPr>
          <p:spPr>
            <a:xfrm>
              <a:off x="342071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8"/>
            <p:cNvSpPr/>
            <p:nvPr/>
          </p:nvSpPr>
          <p:spPr>
            <a:xfrm>
              <a:off x="31350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8"/>
            <p:cNvSpPr/>
            <p:nvPr/>
          </p:nvSpPr>
          <p:spPr>
            <a:xfrm>
              <a:off x="43301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8"/>
            <p:cNvSpPr/>
            <p:nvPr/>
          </p:nvSpPr>
          <p:spPr>
            <a:xfrm>
              <a:off x="55251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18"/>
            <p:cNvSpPr/>
            <p:nvPr/>
          </p:nvSpPr>
          <p:spPr>
            <a:xfrm>
              <a:off x="67202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8"/>
            <p:cNvSpPr/>
            <p:nvPr/>
          </p:nvSpPr>
          <p:spPr>
            <a:xfrm>
              <a:off x="79153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8"/>
            <p:cNvSpPr/>
            <p:nvPr/>
          </p:nvSpPr>
          <p:spPr>
            <a:xfrm>
              <a:off x="91104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8"/>
            <p:cNvSpPr/>
            <p:nvPr/>
          </p:nvSpPr>
          <p:spPr>
            <a:xfrm>
              <a:off x="103055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8"/>
            <p:cNvSpPr/>
            <p:nvPr/>
          </p:nvSpPr>
          <p:spPr>
            <a:xfrm>
              <a:off x="1150060"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8"/>
            <p:cNvSpPr/>
            <p:nvPr/>
          </p:nvSpPr>
          <p:spPr>
            <a:xfrm>
              <a:off x="126956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8"/>
            <p:cNvSpPr/>
            <p:nvPr/>
          </p:nvSpPr>
          <p:spPr>
            <a:xfrm>
              <a:off x="138907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8"/>
            <p:cNvSpPr/>
            <p:nvPr/>
          </p:nvSpPr>
          <p:spPr>
            <a:xfrm>
              <a:off x="1508585"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18"/>
            <p:cNvSpPr/>
            <p:nvPr/>
          </p:nvSpPr>
          <p:spPr>
            <a:xfrm>
              <a:off x="162809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8"/>
            <p:cNvSpPr/>
            <p:nvPr/>
          </p:nvSpPr>
          <p:spPr>
            <a:xfrm>
              <a:off x="174760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8"/>
            <p:cNvSpPr/>
            <p:nvPr/>
          </p:nvSpPr>
          <p:spPr>
            <a:xfrm>
              <a:off x="1867110"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8"/>
            <p:cNvSpPr/>
            <p:nvPr/>
          </p:nvSpPr>
          <p:spPr>
            <a:xfrm>
              <a:off x="198661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8"/>
            <p:cNvSpPr/>
            <p:nvPr/>
          </p:nvSpPr>
          <p:spPr>
            <a:xfrm>
              <a:off x="210612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8"/>
            <p:cNvSpPr/>
            <p:nvPr/>
          </p:nvSpPr>
          <p:spPr>
            <a:xfrm>
              <a:off x="222563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8"/>
            <p:cNvSpPr/>
            <p:nvPr/>
          </p:nvSpPr>
          <p:spPr>
            <a:xfrm>
              <a:off x="234514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8"/>
            <p:cNvSpPr/>
            <p:nvPr/>
          </p:nvSpPr>
          <p:spPr>
            <a:xfrm>
              <a:off x="246465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8"/>
            <p:cNvSpPr/>
            <p:nvPr/>
          </p:nvSpPr>
          <p:spPr>
            <a:xfrm>
              <a:off x="258415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8"/>
            <p:cNvSpPr/>
            <p:nvPr/>
          </p:nvSpPr>
          <p:spPr>
            <a:xfrm>
              <a:off x="270366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8"/>
            <p:cNvSpPr/>
            <p:nvPr/>
          </p:nvSpPr>
          <p:spPr>
            <a:xfrm>
              <a:off x="282317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8"/>
            <p:cNvSpPr/>
            <p:nvPr/>
          </p:nvSpPr>
          <p:spPr>
            <a:xfrm>
              <a:off x="294268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8"/>
            <p:cNvSpPr/>
            <p:nvPr/>
          </p:nvSpPr>
          <p:spPr>
            <a:xfrm>
              <a:off x="306219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8"/>
            <p:cNvSpPr/>
            <p:nvPr/>
          </p:nvSpPr>
          <p:spPr>
            <a:xfrm>
              <a:off x="3181700"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8"/>
            <p:cNvSpPr/>
            <p:nvPr/>
          </p:nvSpPr>
          <p:spPr>
            <a:xfrm>
              <a:off x="330120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8"/>
            <p:cNvSpPr/>
            <p:nvPr/>
          </p:nvSpPr>
          <p:spPr>
            <a:xfrm>
              <a:off x="342071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8"/>
            <p:cNvSpPr/>
            <p:nvPr/>
          </p:nvSpPr>
          <p:spPr>
            <a:xfrm>
              <a:off x="31350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8"/>
            <p:cNvSpPr/>
            <p:nvPr/>
          </p:nvSpPr>
          <p:spPr>
            <a:xfrm>
              <a:off x="43301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8"/>
            <p:cNvSpPr/>
            <p:nvPr/>
          </p:nvSpPr>
          <p:spPr>
            <a:xfrm>
              <a:off x="55251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8"/>
            <p:cNvSpPr/>
            <p:nvPr/>
          </p:nvSpPr>
          <p:spPr>
            <a:xfrm>
              <a:off x="67202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8"/>
            <p:cNvSpPr/>
            <p:nvPr/>
          </p:nvSpPr>
          <p:spPr>
            <a:xfrm>
              <a:off x="79153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8"/>
            <p:cNvSpPr/>
            <p:nvPr/>
          </p:nvSpPr>
          <p:spPr>
            <a:xfrm>
              <a:off x="91104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8"/>
            <p:cNvSpPr/>
            <p:nvPr/>
          </p:nvSpPr>
          <p:spPr>
            <a:xfrm>
              <a:off x="103055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8"/>
            <p:cNvSpPr/>
            <p:nvPr/>
          </p:nvSpPr>
          <p:spPr>
            <a:xfrm>
              <a:off x="1150060"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8"/>
            <p:cNvSpPr/>
            <p:nvPr/>
          </p:nvSpPr>
          <p:spPr>
            <a:xfrm>
              <a:off x="126956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8"/>
            <p:cNvSpPr/>
            <p:nvPr/>
          </p:nvSpPr>
          <p:spPr>
            <a:xfrm>
              <a:off x="138907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8"/>
            <p:cNvSpPr/>
            <p:nvPr/>
          </p:nvSpPr>
          <p:spPr>
            <a:xfrm>
              <a:off x="1508585"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8"/>
            <p:cNvSpPr/>
            <p:nvPr/>
          </p:nvSpPr>
          <p:spPr>
            <a:xfrm>
              <a:off x="162809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8"/>
            <p:cNvSpPr/>
            <p:nvPr/>
          </p:nvSpPr>
          <p:spPr>
            <a:xfrm>
              <a:off x="174760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8"/>
            <p:cNvSpPr/>
            <p:nvPr/>
          </p:nvSpPr>
          <p:spPr>
            <a:xfrm>
              <a:off x="1867110"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8"/>
            <p:cNvSpPr/>
            <p:nvPr/>
          </p:nvSpPr>
          <p:spPr>
            <a:xfrm>
              <a:off x="198661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8"/>
            <p:cNvSpPr/>
            <p:nvPr/>
          </p:nvSpPr>
          <p:spPr>
            <a:xfrm>
              <a:off x="210612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8"/>
            <p:cNvSpPr/>
            <p:nvPr/>
          </p:nvSpPr>
          <p:spPr>
            <a:xfrm>
              <a:off x="222563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8"/>
            <p:cNvSpPr/>
            <p:nvPr/>
          </p:nvSpPr>
          <p:spPr>
            <a:xfrm>
              <a:off x="234514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8"/>
            <p:cNvSpPr/>
            <p:nvPr/>
          </p:nvSpPr>
          <p:spPr>
            <a:xfrm>
              <a:off x="246465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8"/>
            <p:cNvSpPr/>
            <p:nvPr/>
          </p:nvSpPr>
          <p:spPr>
            <a:xfrm>
              <a:off x="258415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8"/>
            <p:cNvSpPr/>
            <p:nvPr/>
          </p:nvSpPr>
          <p:spPr>
            <a:xfrm>
              <a:off x="270366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8"/>
            <p:cNvSpPr/>
            <p:nvPr/>
          </p:nvSpPr>
          <p:spPr>
            <a:xfrm>
              <a:off x="282317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8"/>
            <p:cNvSpPr/>
            <p:nvPr/>
          </p:nvSpPr>
          <p:spPr>
            <a:xfrm>
              <a:off x="294268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8"/>
            <p:cNvSpPr/>
            <p:nvPr/>
          </p:nvSpPr>
          <p:spPr>
            <a:xfrm>
              <a:off x="306219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8"/>
            <p:cNvSpPr/>
            <p:nvPr/>
          </p:nvSpPr>
          <p:spPr>
            <a:xfrm>
              <a:off x="3181700"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8"/>
            <p:cNvSpPr/>
            <p:nvPr/>
          </p:nvSpPr>
          <p:spPr>
            <a:xfrm>
              <a:off x="330120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8"/>
            <p:cNvSpPr/>
            <p:nvPr/>
          </p:nvSpPr>
          <p:spPr>
            <a:xfrm>
              <a:off x="342071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18"/>
            <p:cNvSpPr/>
            <p:nvPr/>
          </p:nvSpPr>
          <p:spPr>
            <a:xfrm>
              <a:off x="31350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18"/>
            <p:cNvSpPr/>
            <p:nvPr/>
          </p:nvSpPr>
          <p:spPr>
            <a:xfrm>
              <a:off x="43301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8"/>
            <p:cNvSpPr/>
            <p:nvPr/>
          </p:nvSpPr>
          <p:spPr>
            <a:xfrm>
              <a:off x="55251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8"/>
            <p:cNvSpPr/>
            <p:nvPr/>
          </p:nvSpPr>
          <p:spPr>
            <a:xfrm>
              <a:off x="67202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8"/>
            <p:cNvSpPr/>
            <p:nvPr/>
          </p:nvSpPr>
          <p:spPr>
            <a:xfrm>
              <a:off x="79153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8"/>
            <p:cNvSpPr/>
            <p:nvPr/>
          </p:nvSpPr>
          <p:spPr>
            <a:xfrm>
              <a:off x="91104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8"/>
            <p:cNvSpPr/>
            <p:nvPr/>
          </p:nvSpPr>
          <p:spPr>
            <a:xfrm>
              <a:off x="103055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8"/>
            <p:cNvSpPr/>
            <p:nvPr/>
          </p:nvSpPr>
          <p:spPr>
            <a:xfrm>
              <a:off x="1150060"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8"/>
            <p:cNvSpPr/>
            <p:nvPr/>
          </p:nvSpPr>
          <p:spPr>
            <a:xfrm>
              <a:off x="126956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8"/>
            <p:cNvSpPr/>
            <p:nvPr/>
          </p:nvSpPr>
          <p:spPr>
            <a:xfrm>
              <a:off x="138907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8"/>
            <p:cNvSpPr/>
            <p:nvPr/>
          </p:nvSpPr>
          <p:spPr>
            <a:xfrm>
              <a:off x="1508585"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8"/>
            <p:cNvSpPr/>
            <p:nvPr/>
          </p:nvSpPr>
          <p:spPr>
            <a:xfrm>
              <a:off x="162809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8"/>
            <p:cNvSpPr/>
            <p:nvPr/>
          </p:nvSpPr>
          <p:spPr>
            <a:xfrm>
              <a:off x="174760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8"/>
            <p:cNvSpPr/>
            <p:nvPr/>
          </p:nvSpPr>
          <p:spPr>
            <a:xfrm>
              <a:off x="1867110"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8"/>
            <p:cNvSpPr/>
            <p:nvPr/>
          </p:nvSpPr>
          <p:spPr>
            <a:xfrm>
              <a:off x="198661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8"/>
            <p:cNvSpPr/>
            <p:nvPr/>
          </p:nvSpPr>
          <p:spPr>
            <a:xfrm>
              <a:off x="210612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8"/>
            <p:cNvSpPr/>
            <p:nvPr/>
          </p:nvSpPr>
          <p:spPr>
            <a:xfrm>
              <a:off x="222563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8"/>
            <p:cNvSpPr/>
            <p:nvPr/>
          </p:nvSpPr>
          <p:spPr>
            <a:xfrm>
              <a:off x="234514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8"/>
            <p:cNvSpPr/>
            <p:nvPr/>
          </p:nvSpPr>
          <p:spPr>
            <a:xfrm>
              <a:off x="246465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8"/>
            <p:cNvSpPr/>
            <p:nvPr/>
          </p:nvSpPr>
          <p:spPr>
            <a:xfrm>
              <a:off x="258415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8"/>
            <p:cNvSpPr/>
            <p:nvPr/>
          </p:nvSpPr>
          <p:spPr>
            <a:xfrm>
              <a:off x="270366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8"/>
            <p:cNvSpPr/>
            <p:nvPr/>
          </p:nvSpPr>
          <p:spPr>
            <a:xfrm>
              <a:off x="282317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8"/>
            <p:cNvSpPr/>
            <p:nvPr/>
          </p:nvSpPr>
          <p:spPr>
            <a:xfrm>
              <a:off x="294268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8"/>
            <p:cNvSpPr/>
            <p:nvPr/>
          </p:nvSpPr>
          <p:spPr>
            <a:xfrm>
              <a:off x="306219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8"/>
            <p:cNvSpPr/>
            <p:nvPr/>
          </p:nvSpPr>
          <p:spPr>
            <a:xfrm>
              <a:off x="3181700"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8"/>
            <p:cNvSpPr/>
            <p:nvPr/>
          </p:nvSpPr>
          <p:spPr>
            <a:xfrm>
              <a:off x="330120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8"/>
            <p:cNvSpPr/>
            <p:nvPr/>
          </p:nvSpPr>
          <p:spPr>
            <a:xfrm>
              <a:off x="342071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8"/>
            <p:cNvSpPr/>
            <p:nvPr/>
          </p:nvSpPr>
          <p:spPr>
            <a:xfrm>
              <a:off x="31350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8"/>
            <p:cNvSpPr/>
            <p:nvPr/>
          </p:nvSpPr>
          <p:spPr>
            <a:xfrm>
              <a:off x="43301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8"/>
            <p:cNvSpPr/>
            <p:nvPr/>
          </p:nvSpPr>
          <p:spPr>
            <a:xfrm>
              <a:off x="55251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8"/>
            <p:cNvSpPr/>
            <p:nvPr/>
          </p:nvSpPr>
          <p:spPr>
            <a:xfrm>
              <a:off x="67202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8"/>
            <p:cNvSpPr/>
            <p:nvPr/>
          </p:nvSpPr>
          <p:spPr>
            <a:xfrm>
              <a:off x="79153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8"/>
            <p:cNvSpPr/>
            <p:nvPr/>
          </p:nvSpPr>
          <p:spPr>
            <a:xfrm>
              <a:off x="91104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8"/>
            <p:cNvSpPr/>
            <p:nvPr/>
          </p:nvSpPr>
          <p:spPr>
            <a:xfrm>
              <a:off x="103055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8"/>
            <p:cNvSpPr/>
            <p:nvPr/>
          </p:nvSpPr>
          <p:spPr>
            <a:xfrm>
              <a:off x="1150060"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8"/>
            <p:cNvSpPr/>
            <p:nvPr/>
          </p:nvSpPr>
          <p:spPr>
            <a:xfrm>
              <a:off x="126956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18"/>
            <p:cNvSpPr/>
            <p:nvPr/>
          </p:nvSpPr>
          <p:spPr>
            <a:xfrm>
              <a:off x="138907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18"/>
            <p:cNvSpPr/>
            <p:nvPr/>
          </p:nvSpPr>
          <p:spPr>
            <a:xfrm>
              <a:off x="1508585"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8"/>
            <p:cNvSpPr/>
            <p:nvPr/>
          </p:nvSpPr>
          <p:spPr>
            <a:xfrm>
              <a:off x="162809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8"/>
            <p:cNvSpPr/>
            <p:nvPr/>
          </p:nvSpPr>
          <p:spPr>
            <a:xfrm>
              <a:off x="174760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8"/>
            <p:cNvSpPr/>
            <p:nvPr/>
          </p:nvSpPr>
          <p:spPr>
            <a:xfrm>
              <a:off x="1867110"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8"/>
            <p:cNvSpPr/>
            <p:nvPr/>
          </p:nvSpPr>
          <p:spPr>
            <a:xfrm>
              <a:off x="198661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8"/>
            <p:cNvSpPr/>
            <p:nvPr/>
          </p:nvSpPr>
          <p:spPr>
            <a:xfrm>
              <a:off x="210612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18"/>
            <p:cNvSpPr/>
            <p:nvPr/>
          </p:nvSpPr>
          <p:spPr>
            <a:xfrm>
              <a:off x="222563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18"/>
            <p:cNvSpPr/>
            <p:nvPr/>
          </p:nvSpPr>
          <p:spPr>
            <a:xfrm>
              <a:off x="234514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8"/>
            <p:cNvSpPr/>
            <p:nvPr/>
          </p:nvSpPr>
          <p:spPr>
            <a:xfrm>
              <a:off x="246465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8"/>
            <p:cNvSpPr/>
            <p:nvPr/>
          </p:nvSpPr>
          <p:spPr>
            <a:xfrm>
              <a:off x="258415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8"/>
            <p:cNvSpPr/>
            <p:nvPr/>
          </p:nvSpPr>
          <p:spPr>
            <a:xfrm>
              <a:off x="270366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8"/>
            <p:cNvSpPr/>
            <p:nvPr/>
          </p:nvSpPr>
          <p:spPr>
            <a:xfrm>
              <a:off x="282317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18"/>
            <p:cNvSpPr/>
            <p:nvPr/>
          </p:nvSpPr>
          <p:spPr>
            <a:xfrm>
              <a:off x="294268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18"/>
            <p:cNvSpPr/>
            <p:nvPr/>
          </p:nvSpPr>
          <p:spPr>
            <a:xfrm>
              <a:off x="306219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8"/>
            <p:cNvSpPr/>
            <p:nvPr/>
          </p:nvSpPr>
          <p:spPr>
            <a:xfrm>
              <a:off x="3181700"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8"/>
            <p:cNvSpPr/>
            <p:nvPr/>
          </p:nvSpPr>
          <p:spPr>
            <a:xfrm>
              <a:off x="330120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8"/>
            <p:cNvSpPr/>
            <p:nvPr/>
          </p:nvSpPr>
          <p:spPr>
            <a:xfrm>
              <a:off x="342071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8"/>
            <p:cNvSpPr/>
            <p:nvPr/>
          </p:nvSpPr>
          <p:spPr>
            <a:xfrm>
              <a:off x="31350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18"/>
            <p:cNvSpPr/>
            <p:nvPr/>
          </p:nvSpPr>
          <p:spPr>
            <a:xfrm>
              <a:off x="43301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8"/>
            <p:cNvSpPr/>
            <p:nvPr/>
          </p:nvSpPr>
          <p:spPr>
            <a:xfrm>
              <a:off x="55251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8"/>
            <p:cNvSpPr/>
            <p:nvPr/>
          </p:nvSpPr>
          <p:spPr>
            <a:xfrm>
              <a:off x="67202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8"/>
            <p:cNvSpPr/>
            <p:nvPr/>
          </p:nvSpPr>
          <p:spPr>
            <a:xfrm>
              <a:off x="79153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8"/>
            <p:cNvSpPr/>
            <p:nvPr/>
          </p:nvSpPr>
          <p:spPr>
            <a:xfrm>
              <a:off x="91104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18"/>
            <p:cNvSpPr/>
            <p:nvPr/>
          </p:nvSpPr>
          <p:spPr>
            <a:xfrm>
              <a:off x="103055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18"/>
            <p:cNvSpPr/>
            <p:nvPr/>
          </p:nvSpPr>
          <p:spPr>
            <a:xfrm>
              <a:off x="1150060"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8"/>
            <p:cNvSpPr/>
            <p:nvPr/>
          </p:nvSpPr>
          <p:spPr>
            <a:xfrm>
              <a:off x="126956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8"/>
            <p:cNvSpPr/>
            <p:nvPr/>
          </p:nvSpPr>
          <p:spPr>
            <a:xfrm>
              <a:off x="138907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8"/>
            <p:cNvSpPr/>
            <p:nvPr/>
          </p:nvSpPr>
          <p:spPr>
            <a:xfrm>
              <a:off x="1508585"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8"/>
            <p:cNvSpPr/>
            <p:nvPr/>
          </p:nvSpPr>
          <p:spPr>
            <a:xfrm>
              <a:off x="162809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8"/>
            <p:cNvSpPr/>
            <p:nvPr/>
          </p:nvSpPr>
          <p:spPr>
            <a:xfrm>
              <a:off x="174760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8"/>
            <p:cNvSpPr/>
            <p:nvPr/>
          </p:nvSpPr>
          <p:spPr>
            <a:xfrm>
              <a:off x="1867110"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8"/>
            <p:cNvSpPr/>
            <p:nvPr/>
          </p:nvSpPr>
          <p:spPr>
            <a:xfrm>
              <a:off x="198661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8"/>
            <p:cNvSpPr/>
            <p:nvPr/>
          </p:nvSpPr>
          <p:spPr>
            <a:xfrm>
              <a:off x="210612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8"/>
            <p:cNvSpPr/>
            <p:nvPr/>
          </p:nvSpPr>
          <p:spPr>
            <a:xfrm>
              <a:off x="222563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8"/>
            <p:cNvSpPr/>
            <p:nvPr/>
          </p:nvSpPr>
          <p:spPr>
            <a:xfrm>
              <a:off x="234514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8"/>
            <p:cNvSpPr/>
            <p:nvPr/>
          </p:nvSpPr>
          <p:spPr>
            <a:xfrm>
              <a:off x="246465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18"/>
            <p:cNvSpPr/>
            <p:nvPr/>
          </p:nvSpPr>
          <p:spPr>
            <a:xfrm>
              <a:off x="258415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8"/>
            <p:cNvSpPr/>
            <p:nvPr/>
          </p:nvSpPr>
          <p:spPr>
            <a:xfrm>
              <a:off x="270366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8"/>
            <p:cNvSpPr/>
            <p:nvPr/>
          </p:nvSpPr>
          <p:spPr>
            <a:xfrm>
              <a:off x="282317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8"/>
            <p:cNvSpPr/>
            <p:nvPr/>
          </p:nvSpPr>
          <p:spPr>
            <a:xfrm>
              <a:off x="294268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8"/>
            <p:cNvSpPr/>
            <p:nvPr/>
          </p:nvSpPr>
          <p:spPr>
            <a:xfrm>
              <a:off x="306219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8"/>
            <p:cNvSpPr/>
            <p:nvPr/>
          </p:nvSpPr>
          <p:spPr>
            <a:xfrm>
              <a:off x="3181700"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8"/>
            <p:cNvSpPr/>
            <p:nvPr/>
          </p:nvSpPr>
          <p:spPr>
            <a:xfrm>
              <a:off x="330120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8"/>
            <p:cNvSpPr/>
            <p:nvPr/>
          </p:nvSpPr>
          <p:spPr>
            <a:xfrm>
              <a:off x="342071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8"/>
            <p:cNvSpPr/>
            <p:nvPr/>
          </p:nvSpPr>
          <p:spPr>
            <a:xfrm>
              <a:off x="31350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8"/>
            <p:cNvSpPr/>
            <p:nvPr/>
          </p:nvSpPr>
          <p:spPr>
            <a:xfrm>
              <a:off x="43301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8"/>
            <p:cNvSpPr/>
            <p:nvPr/>
          </p:nvSpPr>
          <p:spPr>
            <a:xfrm>
              <a:off x="55251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8"/>
            <p:cNvSpPr/>
            <p:nvPr/>
          </p:nvSpPr>
          <p:spPr>
            <a:xfrm>
              <a:off x="67202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18"/>
            <p:cNvSpPr/>
            <p:nvPr/>
          </p:nvSpPr>
          <p:spPr>
            <a:xfrm>
              <a:off x="79153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8"/>
            <p:cNvSpPr/>
            <p:nvPr/>
          </p:nvSpPr>
          <p:spPr>
            <a:xfrm>
              <a:off x="91104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8"/>
            <p:cNvSpPr/>
            <p:nvPr/>
          </p:nvSpPr>
          <p:spPr>
            <a:xfrm>
              <a:off x="103055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8"/>
            <p:cNvSpPr/>
            <p:nvPr/>
          </p:nvSpPr>
          <p:spPr>
            <a:xfrm>
              <a:off x="1150060"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8"/>
            <p:cNvSpPr/>
            <p:nvPr/>
          </p:nvSpPr>
          <p:spPr>
            <a:xfrm>
              <a:off x="126956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8"/>
            <p:cNvSpPr/>
            <p:nvPr/>
          </p:nvSpPr>
          <p:spPr>
            <a:xfrm>
              <a:off x="138907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8"/>
            <p:cNvSpPr/>
            <p:nvPr/>
          </p:nvSpPr>
          <p:spPr>
            <a:xfrm>
              <a:off x="1508585"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8"/>
            <p:cNvSpPr/>
            <p:nvPr/>
          </p:nvSpPr>
          <p:spPr>
            <a:xfrm>
              <a:off x="162809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8"/>
            <p:cNvSpPr/>
            <p:nvPr/>
          </p:nvSpPr>
          <p:spPr>
            <a:xfrm>
              <a:off x="174760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18"/>
            <p:cNvSpPr/>
            <p:nvPr/>
          </p:nvSpPr>
          <p:spPr>
            <a:xfrm>
              <a:off x="1867110"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18"/>
            <p:cNvSpPr/>
            <p:nvPr/>
          </p:nvSpPr>
          <p:spPr>
            <a:xfrm>
              <a:off x="198661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8"/>
            <p:cNvSpPr/>
            <p:nvPr/>
          </p:nvSpPr>
          <p:spPr>
            <a:xfrm>
              <a:off x="210612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8"/>
            <p:cNvSpPr/>
            <p:nvPr/>
          </p:nvSpPr>
          <p:spPr>
            <a:xfrm>
              <a:off x="222563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8"/>
            <p:cNvSpPr/>
            <p:nvPr/>
          </p:nvSpPr>
          <p:spPr>
            <a:xfrm>
              <a:off x="234514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8"/>
            <p:cNvSpPr/>
            <p:nvPr/>
          </p:nvSpPr>
          <p:spPr>
            <a:xfrm>
              <a:off x="246465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8"/>
            <p:cNvSpPr/>
            <p:nvPr/>
          </p:nvSpPr>
          <p:spPr>
            <a:xfrm>
              <a:off x="258415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8"/>
            <p:cNvSpPr/>
            <p:nvPr/>
          </p:nvSpPr>
          <p:spPr>
            <a:xfrm>
              <a:off x="270366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8"/>
            <p:cNvSpPr/>
            <p:nvPr/>
          </p:nvSpPr>
          <p:spPr>
            <a:xfrm>
              <a:off x="282317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8"/>
            <p:cNvSpPr/>
            <p:nvPr/>
          </p:nvSpPr>
          <p:spPr>
            <a:xfrm>
              <a:off x="294268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18"/>
            <p:cNvSpPr/>
            <p:nvPr/>
          </p:nvSpPr>
          <p:spPr>
            <a:xfrm>
              <a:off x="306219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18"/>
            <p:cNvSpPr/>
            <p:nvPr/>
          </p:nvSpPr>
          <p:spPr>
            <a:xfrm>
              <a:off x="3181700"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8"/>
            <p:cNvSpPr/>
            <p:nvPr/>
          </p:nvSpPr>
          <p:spPr>
            <a:xfrm>
              <a:off x="330120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8"/>
            <p:cNvSpPr/>
            <p:nvPr/>
          </p:nvSpPr>
          <p:spPr>
            <a:xfrm>
              <a:off x="342071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8"/>
            <p:cNvSpPr/>
            <p:nvPr/>
          </p:nvSpPr>
          <p:spPr>
            <a:xfrm>
              <a:off x="31350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8"/>
            <p:cNvSpPr/>
            <p:nvPr/>
          </p:nvSpPr>
          <p:spPr>
            <a:xfrm>
              <a:off x="43301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18"/>
            <p:cNvSpPr/>
            <p:nvPr/>
          </p:nvSpPr>
          <p:spPr>
            <a:xfrm>
              <a:off x="55251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18"/>
            <p:cNvSpPr/>
            <p:nvPr/>
          </p:nvSpPr>
          <p:spPr>
            <a:xfrm>
              <a:off x="67202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18"/>
            <p:cNvSpPr/>
            <p:nvPr/>
          </p:nvSpPr>
          <p:spPr>
            <a:xfrm>
              <a:off x="79153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8"/>
            <p:cNvSpPr/>
            <p:nvPr/>
          </p:nvSpPr>
          <p:spPr>
            <a:xfrm>
              <a:off x="91104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8"/>
            <p:cNvSpPr/>
            <p:nvPr/>
          </p:nvSpPr>
          <p:spPr>
            <a:xfrm>
              <a:off x="103055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8"/>
            <p:cNvSpPr/>
            <p:nvPr/>
          </p:nvSpPr>
          <p:spPr>
            <a:xfrm>
              <a:off x="1150060"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8"/>
            <p:cNvSpPr/>
            <p:nvPr/>
          </p:nvSpPr>
          <p:spPr>
            <a:xfrm>
              <a:off x="126956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8"/>
            <p:cNvSpPr/>
            <p:nvPr/>
          </p:nvSpPr>
          <p:spPr>
            <a:xfrm>
              <a:off x="138907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8"/>
            <p:cNvSpPr/>
            <p:nvPr/>
          </p:nvSpPr>
          <p:spPr>
            <a:xfrm>
              <a:off x="1508585"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8"/>
            <p:cNvSpPr/>
            <p:nvPr/>
          </p:nvSpPr>
          <p:spPr>
            <a:xfrm>
              <a:off x="162809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18"/>
            <p:cNvSpPr/>
            <p:nvPr/>
          </p:nvSpPr>
          <p:spPr>
            <a:xfrm>
              <a:off x="174760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8"/>
            <p:cNvSpPr/>
            <p:nvPr/>
          </p:nvSpPr>
          <p:spPr>
            <a:xfrm>
              <a:off x="1867110"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8"/>
            <p:cNvSpPr/>
            <p:nvPr/>
          </p:nvSpPr>
          <p:spPr>
            <a:xfrm>
              <a:off x="198661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8"/>
            <p:cNvSpPr/>
            <p:nvPr/>
          </p:nvSpPr>
          <p:spPr>
            <a:xfrm>
              <a:off x="210612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8"/>
            <p:cNvSpPr/>
            <p:nvPr/>
          </p:nvSpPr>
          <p:spPr>
            <a:xfrm>
              <a:off x="222563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8"/>
            <p:cNvSpPr/>
            <p:nvPr/>
          </p:nvSpPr>
          <p:spPr>
            <a:xfrm>
              <a:off x="234514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18"/>
            <p:cNvSpPr/>
            <p:nvPr/>
          </p:nvSpPr>
          <p:spPr>
            <a:xfrm>
              <a:off x="246465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18"/>
            <p:cNvSpPr/>
            <p:nvPr/>
          </p:nvSpPr>
          <p:spPr>
            <a:xfrm>
              <a:off x="258415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8"/>
            <p:cNvSpPr/>
            <p:nvPr/>
          </p:nvSpPr>
          <p:spPr>
            <a:xfrm>
              <a:off x="270366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8"/>
            <p:cNvSpPr/>
            <p:nvPr/>
          </p:nvSpPr>
          <p:spPr>
            <a:xfrm>
              <a:off x="282317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8"/>
            <p:cNvSpPr/>
            <p:nvPr/>
          </p:nvSpPr>
          <p:spPr>
            <a:xfrm>
              <a:off x="294268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8"/>
            <p:cNvSpPr/>
            <p:nvPr/>
          </p:nvSpPr>
          <p:spPr>
            <a:xfrm>
              <a:off x="306219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8"/>
            <p:cNvSpPr/>
            <p:nvPr/>
          </p:nvSpPr>
          <p:spPr>
            <a:xfrm>
              <a:off x="3181700"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18"/>
            <p:cNvSpPr/>
            <p:nvPr/>
          </p:nvSpPr>
          <p:spPr>
            <a:xfrm>
              <a:off x="330120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18"/>
            <p:cNvSpPr/>
            <p:nvPr/>
          </p:nvSpPr>
          <p:spPr>
            <a:xfrm>
              <a:off x="342071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8"/>
            <p:cNvSpPr/>
            <p:nvPr/>
          </p:nvSpPr>
          <p:spPr>
            <a:xfrm>
              <a:off x="31350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8"/>
            <p:cNvSpPr/>
            <p:nvPr/>
          </p:nvSpPr>
          <p:spPr>
            <a:xfrm>
              <a:off x="43301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8"/>
            <p:cNvSpPr/>
            <p:nvPr/>
          </p:nvSpPr>
          <p:spPr>
            <a:xfrm>
              <a:off x="55251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8"/>
            <p:cNvSpPr/>
            <p:nvPr/>
          </p:nvSpPr>
          <p:spPr>
            <a:xfrm>
              <a:off x="67202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8"/>
            <p:cNvSpPr/>
            <p:nvPr/>
          </p:nvSpPr>
          <p:spPr>
            <a:xfrm>
              <a:off x="79153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8"/>
            <p:cNvSpPr/>
            <p:nvPr/>
          </p:nvSpPr>
          <p:spPr>
            <a:xfrm>
              <a:off x="91104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8"/>
            <p:cNvSpPr/>
            <p:nvPr/>
          </p:nvSpPr>
          <p:spPr>
            <a:xfrm>
              <a:off x="103055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8"/>
            <p:cNvSpPr/>
            <p:nvPr/>
          </p:nvSpPr>
          <p:spPr>
            <a:xfrm>
              <a:off x="1150060"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8"/>
            <p:cNvSpPr/>
            <p:nvPr/>
          </p:nvSpPr>
          <p:spPr>
            <a:xfrm>
              <a:off x="126956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8"/>
            <p:cNvSpPr/>
            <p:nvPr/>
          </p:nvSpPr>
          <p:spPr>
            <a:xfrm>
              <a:off x="138907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18"/>
            <p:cNvSpPr/>
            <p:nvPr/>
          </p:nvSpPr>
          <p:spPr>
            <a:xfrm>
              <a:off x="1508585"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8"/>
            <p:cNvSpPr/>
            <p:nvPr/>
          </p:nvSpPr>
          <p:spPr>
            <a:xfrm>
              <a:off x="162809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8"/>
            <p:cNvSpPr/>
            <p:nvPr/>
          </p:nvSpPr>
          <p:spPr>
            <a:xfrm>
              <a:off x="174760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8"/>
            <p:cNvSpPr/>
            <p:nvPr/>
          </p:nvSpPr>
          <p:spPr>
            <a:xfrm>
              <a:off x="1867110"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8"/>
            <p:cNvSpPr/>
            <p:nvPr/>
          </p:nvSpPr>
          <p:spPr>
            <a:xfrm>
              <a:off x="198661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8"/>
            <p:cNvSpPr/>
            <p:nvPr/>
          </p:nvSpPr>
          <p:spPr>
            <a:xfrm>
              <a:off x="210612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18"/>
            <p:cNvSpPr/>
            <p:nvPr/>
          </p:nvSpPr>
          <p:spPr>
            <a:xfrm>
              <a:off x="222563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18"/>
            <p:cNvSpPr/>
            <p:nvPr/>
          </p:nvSpPr>
          <p:spPr>
            <a:xfrm>
              <a:off x="234514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8"/>
            <p:cNvSpPr/>
            <p:nvPr/>
          </p:nvSpPr>
          <p:spPr>
            <a:xfrm>
              <a:off x="246465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8"/>
            <p:cNvSpPr/>
            <p:nvPr/>
          </p:nvSpPr>
          <p:spPr>
            <a:xfrm>
              <a:off x="258415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8"/>
            <p:cNvSpPr/>
            <p:nvPr/>
          </p:nvSpPr>
          <p:spPr>
            <a:xfrm>
              <a:off x="270366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8"/>
            <p:cNvSpPr/>
            <p:nvPr/>
          </p:nvSpPr>
          <p:spPr>
            <a:xfrm>
              <a:off x="282317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8"/>
            <p:cNvSpPr/>
            <p:nvPr/>
          </p:nvSpPr>
          <p:spPr>
            <a:xfrm>
              <a:off x="294268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8"/>
            <p:cNvSpPr/>
            <p:nvPr/>
          </p:nvSpPr>
          <p:spPr>
            <a:xfrm>
              <a:off x="306219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8"/>
            <p:cNvSpPr/>
            <p:nvPr/>
          </p:nvSpPr>
          <p:spPr>
            <a:xfrm>
              <a:off x="3181700"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18"/>
            <p:cNvSpPr/>
            <p:nvPr/>
          </p:nvSpPr>
          <p:spPr>
            <a:xfrm>
              <a:off x="330120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18"/>
            <p:cNvSpPr/>
            <p:nvPr/>
          </p:nvSpPr>
          <p:spPr>
            <a:xfrm>
              <a:off x="342071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8"/>
            <p:cNvSpPr/>
            <p:nvPr/>
          </p:nvSpPr>
          <p:spPr>
            <a:xfrm>
              <a:off x="31350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8"/>
            <p:cNvSpPr/>
            <p:nvPr/>
          </p:nvSpPr>
          <p:spPr>
            <a:xfrm>
              <a:off x="43301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8"/>
            <p:cNvSpPr/>
            <p:nvPr/>
          </p:nvSpPr>
          <p:spPr>
            <a:xfrm>
              <a:off x="55251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8"/>
            <p:cNvSpPr/>
            <p:nvPr/>
          </p:nvSpPr>
          <p:spPr>
            <a:xfrm>
              <a:off x="67202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8"/>
            <p:cNvSpPr/>
            <p:nvPr/>
          </p:nvSpPr>
          <p:spPr>
            <a:xfrm>
              <a:off x="79153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8"/>
            <p:cNvSpPr/>
            <p:nvPr/>
          </p:nvSpPr>
          <p:spPr>
            <a:xfrm>
              <a:off x="91104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18"/>
            <p:cNvSpPr/>
            <p:nvPr/>
          </p:nvSpPr>
          <p:spPr>
            <a:xfrm>
              <a:off x="103055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18"/>
            <p:cNvSpPr/>
            <p:nvPr/>
          </p:nvSpPr>
          <p:spPr>
            <a:xfrm>
              <a:off x="1150060"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8"/>
            <p:cNvSpPr/>
            <p:nvPr/>
          </p:nvSpPr>
          <p:spPr>
            <a:xfrm>
              <a:off x="126956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8"/>
            <p:cNvSpPr/>
            <p:nvPr/>
          </p:nvSpPr>
          <p:spPr>
            <a:xfrm>
              <a:off x="138907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8"/>
            <p:cNvSpPr/>
            <p:nvPr/>
          </p:nvSpPr>
          <p:spPr>
            <a:xfrm>
              <a:off x="1508585"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8"/>
            <p:cNvSpPr/>
            <p:nvPr/>
          </p:nvSpPr>
          <p:spPr>
            <a:xfrm>
              <a:off x="162809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8"/>
            <p:cNvSpPr/>
            <p:nvPr/>
          </p:nvSpPr>
          <p:spPr>
            <a:xfrm>
              <a:off x="174760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18"/>
            <p:cNvSpPr/>
            <p:nvPr/>
          </p:nvSpPr>
          <p:spPr>
            <a:xfrm>
              <a:off x="1867110"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18"/>
            <p:cNvSpPr/>
            <p:nvPr/>
          </p:nvSpPr>
          <p:spPr>
            <a:xfrm>
              <a:off x="198661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8"/>
            <p:cNvSpPr/>
            <p:nvPr/>
          </p:nvSpPr>
          <p:spPr>
            <a:xfrm>
              <a:off x="210612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8"/>
            <p:cNvSpPr/>
            <p:nvPr/>
          </p:nvSpPr>
          <p:spPr>
            <a:xfrm>
              <a:off x="222563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8"/>
            <p:cNvSpPr/>
            <p:nvPr/>
          </p:nvSpPr>
          <p:spPr>
            <a:xfrm>
              <a:off x="234514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8"/>
            <p:cNvSpPr/>
            <p:nvPr/>
          </p:nvSpPr>
          <p:spPr>
            <a:xfrm>
              <a:off x="246465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18"/>
            <p:cNvSpPr/>
            <p:nvPr/>
          </p:nvSpPr>
          <p:spPr>
            <a:xfrm>
              <a:off x="258415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18"/>
            <p:cNvSpPr/>
            <p:nvPr/>
          </p:nvSpPr>
          <p:spPr>
            <a:xfrm>
              <a:off x="270366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8"/>
            <p:cNvSpPr/>
            <p:nvPr/>
          </p:nvSpPr>
          <p:spPr>
            <a:xfrm>
              <a:off x="282317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8"/>
            <p:cNvSpPr/>
            <p:nvPr/>
          </p:nvSpPr>
          <p:spPr>
            <a:xfrm>
              <a:off x="294268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8"/>
            <p:cNvSpPr/>
            <p:nvPr/>
          </p:nvSpPr>
          <p:spPr>
            <a:xfrm>
              <a:off x="306219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8"/>
            <p:cNvSpPr/>
            <p:nvPr/>
          </p:nvSpPr>
          <p:spPr>
            <a:xfrm>
              <a:off x="3181700"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8"/>
            <p:cNvSpPr/>
            <p:nvPr/>
          </p:nvSpPr>
          <p:spPr>
            <a:xfrm>
              <a:off x="330120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8"/>
            <p:cNvSpPr/>
            <p:nvPr/>
          </p:nvSpPr>
          <p:spPr>
            <a:xfrm>
              <a:off x="342071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18"/>
            <p:cNvSpPr/>
            <p:nvPr/>
          </p:nvSpPr>
          <p:spPr>
            <a:xfrm>
              <a:off x="31350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8"/>
            <p:cNvSpPr/>
            <p:nvPr/>
          </p:nvSpPr>
          <p:spPr>
            <a:xfrm>
              <a:off x="43301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8"/>
            <p:cNvSpPr/>
            <p:nvPr/>
          </p:nvSpPr>
          <p:spPr>
            <a:xfrm>
              <a:off x="55251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8"/>
            <p:cNvSpPr/>
            <p:nvPr/>
          </p:nvSpPr>
          <p:spPr>
            <a:xfrm>
              <a:off x="67202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8"/>
            <p:cNvSpPr/>
            <p:nvPr/>
          </p:nvSpPr>
          <p:spPr>
            <a:xfrm>
              <a:off x="79153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8"/>
            <p:cNvSpPr/>
            <p:nvPr/>
          </p:nvSpPr>
          <p:spPr>
            <a:xfrm>
              <a:off x="91104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8"/>
            <p:cNvSpPr/>
            <p:nvPr/>
          </p:nvSpPr>
          <p:spPr>
            <a:xfrm>
              <a:off x="103055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8"/>
            <p:cNvSpPr/>
            <p:nvPr/>
          </p:nvSpPr>
          <p:spPr>
            <a:xfrm>
              <a:off x="1150060"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18"/>
            <p:cNvSpPr/>
            <p:nvPr/>
          </p:nvSpPr>
          <p:spPr>
            <a:xfrm>
              <a:off x="126956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18"/>
            <p:cNvSpPr/>
            <p:nvPr/>
          </p:nvSpPr>
          <p:spPr>
            <a:xfrm>
              <a:off x="138907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8"/>
            <p:cNvSpPr/>
            <p:nvPr/>
          </p:nvSpPr>
          <p:spPr>
            <a:xfrm>
              <a:off x="1508585"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8"/>
            <p:cNvSpPr/>
            <p:nvPr/>
          </p:nvSpPr>
          <p:spPr>
            <a:xfrm>
              <a:off x="162809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8"/>
            <p:cNvSpPr/>
            <p:nvPr/>
          </p:nvSpPr>
          <p:spPr>
            <a:xfrm>
              <a:off x="174760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18"/>
            <p:cNvSpPr/>
            <p:nvPr/>
          </p:nvSpPr>
          <p:spPr>
            <a:xfrm>
              <a:off x="1867110"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18"/>
            <p:cNvSpPr/>
            <p:nvPr/>
          </p:nvSpPr>
          <p:spPr>
            <a:xfrm>
              <a:off x="198661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8"/>
            <p:cNvSpPr/>
            <p:nvPr/>
          </p:nvSpPr>
          <p:spPr>
            <a:xfrm>
              <a:off x="210612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8"/>
            <p:cNvSpPr/>
            <p:nvPr/>
          </p:nvSpPr>
          <p:spPr>
            <a:xfrm>
              <a:off x="222563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8"/>
            <p:cNvSpPr/>
            <p:nvPr/>
          </p:nvSpPr>
          <p:spPr>
            <a:xfrm>
              <a:off x="234514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8"/>
            <p:cNvSpPr/>
            <p:nvPr/>
          </p:nvSpPr>
          <p:spPr>
            <a:xfrm>
              <a:off x="246465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18"/>
            <p:cNvSpPr/>
            <p:nvPr/>
          </p:nvSpPr>
          <p:spPr>
            <a:xfrm>
              <a:off x="258415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18"/>
            <p:cNvSpPr/>
            <p:nvPr/>
          </p:nvSpPr>
          <p:spPr>
            <a:xfrm>
              <a:off x="270366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8"/>
            <p:cNvSpPr/>
            <p:nvPr/>
          </p:nvSpPr>
          <p:spPr>
            <a:xfrm>
              <a:off x="282317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8"/>
            <p:cNvSpPr/>
            <p:nvPr/>
          </p:nvSpPr>
          <p:spPr>
            <a:xfrm>
              <a:off x="294268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8"/>
            <p:cNvSpPr/>
            <p:nvPr/>
          </p:nvSpPr>
          <p:spPr>
            <a:xfrm>
              <a:off x="306219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8"/>
            <p:cNvSpPr/>
            <p:nvPr/>
          </p:nvSpPr>
          <p:spPr>
            <a:xfrm>
              <a:off x="3181700"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18"/>
            <p:cNvSpPr/>
            <p:nvPr/>
          </p:nvSpPr>
          <p:spPr>
            <a:xfrm>
              <a:off x="330120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18"/>
            <p:cNvSpPr/>
            <p:nvPr/>
          </p:nvSpPr>
          <p:spPr>
            <a:xfrm>
              <a:off x="342071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8"/>
            <p:cNvSpPr/>
            <p:nvPr/>
          </p:nvSpPr>
          <p:spPr>
            <a:xfrm>
              <a:off x="31350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8"/>
            <p:cNvSpPr/>
            <p:nvPr/>
          </p:nvSpPr>
          <p:spPr>
            <a:xfrm>
              <a:off x="43301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8"/>
            <p:cNvSpPr/>
            <p:nvPr/>
          </p:nvSpPr>
          <p:spPr>
            <a:xfrm>
              <a:off x="55251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8"/>
            <p:cNvSpPr/>
            <p:nvPr/>
          </p:nvSpPr>
          <p:spPr>
            <a:xfrm>
              <a:off x="67202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8"/>
            <p:cNvSpPr/>
            <p:nvPr/>
          </p:nvSpPr>
          <p:spPr>
            <a:xfrm>
              <a:off x="79153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8"/>
            <p:cNvSpPr/>
            <p:nvPr/>
          </p:nvSpPr>
          <p:spPr>
            <a:xfrm>
              <a:off x="91104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18"/>
            <p:cNvSpPr/>
            <p:nvPr/>
          </p:nvSpPr>
          <p:spPr>
            <a:xfrm>
              <a:off x="103055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18"/>
            <p:cNvSpPr/>
            <p:nvPr/>
          </p:nvSpPr>
          <p:spPr>
            <a:xfrm>
              <a:off x="1150060"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8"/>
            <p:cNvSpPr/>
            <p:nvPr/>
          </p:nvSpPr>
          <p:spPr>
            <a:xfrm>
              <a:off x="126956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8"/>
            <p:cNvSpPr/>
            <p:nvPr/>
          </p:nvSpPr>
          <p:spPr>
            <a:xfrm>
              <a:off x="138907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8"/>
            <p:cNvSpPr/>
            <p:nvPr/>
          </p:nvSpPr>
          <p:spPr>
            <a:xfrm>
              <a:off x="1508585"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8"/>
            <p:cNvSpPr/>
            <p:nvPr/>
          </p:nvSpPr>
          <p:spPr>
            <a:xfrm>
              <a:off x="162809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8"/>
            <p:cNvSpPr/>
            <p:nvPr/>
          </p:nvSpPr>
          <p:spPr>
            <a:xfrm>
              <a:off x="174760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8"/>
            <p:cNvSpPr/>
            <p:nvPr/>
          </p:nvSpPr>
          <p:spPr>
            <a:xfrm>
              <a:off x="1867110"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8"/>
            <p:cNvSpPr/>
            <p:nvPr/>
          </p:nvSpPr>
          <p:spPr>
            <a:xfrm>
              <a:off x="198661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18"/>
            <p:cNvSpPr/>
            <p:nvPr/>
          </p:nvSpPr>
          <p:spPr>
            <a:xfrm>
              <a:off x="210612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18"/>
            <p:cNvSpPr/>
            <p:nvPr/>
          </p:nvSpPr>
          <p:spPr>
            <a:xfrm>
              <a:off x="222563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8"/>
            <p:cNvSpPr/>
            <p:nvPr/>
          </p:nvSpPr>
          <p:spPr>
            <a:xfrm>
              <a:off x="234514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8"/>
            <p:cNvSpPr/>
            <p:nvPr/>
          </p:nvSpPr>
          <p:spPr>
            <a:xfrm>
              <a:off x="246465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8"/>
            <p:cNvSpPr/>
            <p:nvPr/>
          </p:nvSpPr>
          <p:spPr>
            <a:xfrm>
              <a:off x="258415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8"/>
            <p:cNvSpPr/>
            <p:nvPr/>
          </p:nvSpPr>
          <p:spPr>
            <a:xfrm>
              <a:off x="270366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8"/>
            <p:cNvSpPr/>
            <p:nvPr/>
          </p:nvSpPr>
          <p:spPr>
            <a:xfrm>
              <a:off x="282317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8"/>
            <p:cNvSpPr/>
            <p:nvPr/>
          </p:nvSpPr>
          <p:spPr>
            <a:xfrm>
              <a:off x="294268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8"/>
            <p:cNvSpPr/>
            <p:nvPr/>
          </p:nvSpPr>
          <p:spPr>
            <a:xfrm>
              <a:off x="306219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18"/>
            <p:cNvSpPr/>
            <p:nvPr/>
          </p:nvSpPr>
          <p:spPr>
            <a:xfrm>
              <a:off x="3181700"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18"/>
            <p:cNvSpPr/>
            <p:nvPr/>
          </p:nvSpPr>
          <p:spPr>
            <a:xfrm>
              <a:off x="330120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8"/>
            <p:cNvSpPr/>
            <p:nvPr/>
          </p:nvSpPr>
          <p:spPr>
            <a:xfrm>
              <a:off x="342071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8"/>
            <p:cNvSpPr/>
            <p:nvPr/>
          </p:nvSpPr>
          <p:spPr>
            <a:xfrm>
              <a:off x="31350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18"/>
            <p:cNvSpPr/>
            <p:nvPr/>
          </p:nvSpPr>
          <p:spPr>
            <a:xfrm>
              <a:off x="43301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18"/>
            <p:cNvSpPr/>
            <p:nvPr/>
          </p:nvSpPr>
          <p:spPr>
            <a:xfrm>
              <a:off x="55251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8"/>
            <p:cNvSpPr/>
            <p:nvPr/>
          </p:nvSpPr>
          <p:spPr>
            <a:xfrm>
              <a:off x="67202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8"/>
            <p:cNvSpPr/>
            <p:nvPr/>
          </p:nvSpPr>
          <p:spPr>
            <a:xfrm>
              <a:off x="79153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8"/>
            <p:cNvSpPr/>
            <p:nvPr/>
          </p:nvSpPr>
          <p:spPr>
            <a:xfrm>
              <a:off x="91104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18"/>
            <p:cNvSpPr/>
            <p:nvPr/>
          </p:nvSpPr>
          <p:spPr>
            <a:xfrm>
              <a:off x="103055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18"/>
            <p:cNvSpPr/>
            <p:nvPr/>
          </p:nvSpPr>
          <p:spPr>
            <a:xfrm>
              <a:off x="1150060"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8"/>
            <p:cNvSpPr/>
            <p:nvPr/>
          </p:nvSpPr>
          <p:spPr>
            <a:xfrm>
              <a:off x="126956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8"/>
            <p:cNvSpPr/>
            <p:nvPr/>
          </p:nvSpPr>
          <p:spPr>
            <a:xfrm>
              <a:off x="138907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8"/>
            <p:cNvSpPr/>
            <p:nvPr/>
          </p:nvSpPr>
          <p:spPr>
            <a:xfrm>
              <a:off x="1508585"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8"/>
            <p:cNvSpPr/>
            <p:nvPr/>
          </p:nvSpPr>
          <p:spPr>
            <a:xfrm>
              <a:off x="162809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8"/>
            <p:cNvSpPr/>
            <p:nvPr/>
          </p:nvSpPr>
          <p:spPr>
            <a:xfrm>
              <a:off x="174760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18"/>
            <p:cNvSpPr/>
            <p:nvPr/>
          </p:nvSpPr>
          <p:spPr>
            <a:xfrm>
              <a:off x="1867110"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18"/>
            <p:cNvSpPr/>
            <p:nvPr/>
          </p:nvSpPr>
          <p:spPr>
            <a:xfrm>
              <a:off x="198661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8"/>
            <p:cNvSpPr/>
            <p:nvPr/>
          </p:nvSpPr>
          <p:spPr>
            <a:xfrm>
              <a:off x="210612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8"/>
            <p:cNvSpPr/>
            <p:nvPr/>
          </p:nvSpPr>
          <p:spPr>
            <a:xfrm>
              <a:off x="222563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8"/>
            <p:cNvSpPr/>
            <p:nvPr/>
          </p:nvSpPr>
          <p:spPr>
            <a:xfrm>
              <a:off x="234514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8"/>
            <p:cNvSpPr/>
            <p:nvPr/>
          </p:nvSpPr>
          <p:spPr>
            <a:xfrm>
              <a:off x="246465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8"/>
            <p:cNvSpPr/>
            <p:nvPr/>
          </p:nvSpPr>
          <p:spPr>
            <a:xfrm>
              <a:off x="258415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8"/>
            <p:cNvSpPr/>
            <p:nvPr/>
          </p:nvSpPr>
          <p:spPr>
            <a:xfrm>
              <a:off x="270366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18"/>
            <p:cNvSpPr/>
            <p:nvPr/>
          </p:nvSpPr>
          <p:spPr>
            <a:xfrm>
              <a:off x="282317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8"/>
            <p:cNvSpPr/>
            <p:nvPr/>
          </p:nvSpPr>
          <p:spPr>
            <a:xfrm>
              <a:off x="294268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8"/>
            <p:cNvSpPr/>
            <p:nvPr/>
          </p:nvSpPr>
          <p:spPr>
            <a:xfrm>
              <a:off x="306219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8"/>
            <p:cNvSpPr/>
            <p:nvPr/>
          </p:nvSpPr>
          <p:spPr>
            <a:xfrm>
              <a:off x="3181700"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8"/>
            <p:cNvSpPr/>
            <p:nvPr/>
          </p:nvSpPr>
          <p:spPr>
            <a:xfrm>
              <a:off x="330120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8"/>
            <p:cNvSpPr/>
            <p:nvPr/>
          </p:nvSpPr>
          <p:spPr>
            <a:xfrm>
              <a:off x="342071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8"/>
            <p:cNvSpPr/>
            <p:nvPr/>
          </p:nvSpPr>
          <p:spPr>
            <a:xfrm>
              <a:off x="31350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8"/>
            <p:cNvSpPr/>
            <p:nvPr/>
          </p:nvSpPr>
          <p:spPr>
            <a:xfrm>
              <a:off x="43301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8"/>
            <p:cNvSpPr/>
            <p:nvPr/>
          </p:nvSpPr>
          <p:spPr>
            <a:xfrm>
              <a:off x="55251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8"/>
            <p:cNvSpPr/>
            <p:nvPr/>
          </p:nvSpPr>
          <p:spPr>
            <a:xfrm>
              <a:off x="67202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8"/>
            <p:cNvSpPr/>
            <p:nvPr/>
          </p:nvSpPr>
          <p:spPr>
            <a:xfrm>
              <a:off x="79153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8"/>
            <p:cNvSpPr/>
            <p:nvPr/>
          </p:nvSpPr>
          <p:spPr>
            <a:xfrm>
              <a:off x="91104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8"/>
            <p:cNvSpPr/>
            <p:nvPr/>
          </p:nvSpPr>
          <p:spPr>
            <a:xfrm>
              <a:off x="103055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8"/>
            <p:cNvSpPr/>
            <p:nvPr/>
          </p:nvSpPr>
          <p:spPr>
            <a:xfrm>
              <a:off x="1150060"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8"/>
            <p:cNvSpPr/>
            <p:nvPr/>
          </p:nvSpPr>
          <p:spPr>
            <a:xfrm>
              <a:off x="126956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18"/>
            <p:cNvSpPr/>
            <p:nvPr/>
          </p:nvSpPr>
          <p:spPr>
            <a:xfrm>
              <a:off x="138907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8"/>
            <p:cNvSpPr/>
            <p:nvPr/>
          </p:nvSpPr>
          <p:spPr>
            <a:xfrm>
              <a:off x="1508585"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8"/>
            <p:cNvSpPr/>
            <p:nvPr/>
          </p:nvSpPr>
          <p:spPr>
            <a:xfrm>
              <a:off x="162809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8"/>
            <p:cNvSpPr/>
            <p:nvPr/>
          </p:nvSpPr>
          <p:spPr>
            <a:xfrm>
              <a:off x="174760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8"/>
            <p:cNvSpPr/>
            <p:nvPr/>
          </p:nvSpPr>
          <p:spPr>
            <a:xfrm>
              <a:off x="1867110"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8"/>
            <p:cNvSpPr/>
            <p:nvPr/>
          </p:nvSpPr>
          <p:spPr>
            <a:xfrm>
              <a:off x="198661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8"/>
            <p:cNvSpPr/>
            <p:nvPr/>
          </p:nvSpPr>
          <p:spPr>
            <a:xfrm>
              <a:off x="210612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8"/>
            <p:cNvSpPr/>
            <p:nvPr/>
          </p:nvSpPr>
          <p:spPr>
            <a:xfrm>
              <a:off x="222563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8"/>
            <p:cNvSpPr/>
            <p:nvPr/>
          </p:nvSpPr>
          <p:spPr>
            <a:xfrm>
              <a:off x="234514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8"/>
            <p:cNvSpPr/>
            <p:nvPr/>
          </p:nvSpPr>
          <p:spPr>
            <a:xfrm>
              <a:off x="246465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8"/>
            <p:cNvSpPr/>
            <p:nvPr/>
          </p:nvSpPr>
          <p:spPr>
            <a:xfrm>
              <a:off x="258415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8"/>
            <p:cNvSpPr/>
            <p:nvPr/>
          </p:nvSpPr>
          <p:spPr>
            <a:xfrm>
              <a:off x="270366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8"/>
            <p:cNvSpPr/>
            <p:nvPr/>
          </p:nvSpPr>
          <p:spPr>
            <a:xfrm>
              <a:off x="282317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8"/>
            <p:cNvSpPr/>
            <p:nvPr/>
          </p:nvSpPr>
          <p:spPr>
            <a:xfrm>
              <a:off x="294268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18"/>
            <p:cNvSpPr/>
            <p:nvPr/>
          </p:nvSpPr>
          <p:spPr>
            <a:xfrm>
              <a:off x="306219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18"/>
            <p:cNvSpPr/>
            <p:nvPr/>
          </p:nvSpPr>
          <p:spPr>
            <a:xfrm>
              <a:off x="3181700"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8"/>
            <p:cNvSpPr/>
            <p:nvPr/>
          </p:nvSpPr>
          <p:spPr>
            <a:xfrm>
              <a:off x="330120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8"/>
            <p:cNvSpPr/>
            <p:nvPr/>
          </p:nvSpPr>
          <p:spPr>
            <a:xfrm>
              <a:off x="342071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8"/>
            <p:cNvSpPr/>
            <p:nvPr/>
          </p:nvSpPr>
          <p:spPr>
            <a:xfrm>
              <a:off x="31350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18"/>
            <p:cNvSpPr/>
            <p:nvPr/>
          </p:nvSpPr>
          <p:spPr>
            <a:xfrm>
              <a:off x="43301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18"/>
            <p:cNvSpPr/>
            <p:nvPr/>
          </p:nvSpPr>
          <p:spPr>
            <a:xfrm>
              <a:off x="55251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8"/>
            <p:cNvSpPr/>
            <p:nvPr/>
          </p:nvSpPr>
          <p:spPr>
            <a:xfrm>
              <a:off x="67202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8"/>
            <p:cNvSpPr/>
            <p:nvPr/>
          </p:nvSpPr>
          <p:spPr>
            <a:xfrm>
              <a:off x="79153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8"/>
            <p:cNvSpPr/>
            <p:nvPr/>
          </p:nvSpPr>
          <p:spPr>
            <a:xfrm>
              <a:off x="91104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8"/>
            <p:cNvSpPr/>
            <p:nvPr/>
          </p:nvSpPr>
          <p:spPr>
            <a:xfrm>
              <a:off x="103055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8"/>
            <p:cNvSpPr/>
            <p:nvPr/>
          </p:nvSpPr>
          <p:spPr>
            <a:xfrm>
              <a:off x="1150060"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8"/>
            <p:cNvSpPr/>
            <p:nvPr/>
          </p:nvSpPr>
          <p:spPr>
            <a:xfrm>
              <a:off x="126956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8"/>
            <p:cNvSpPr/>
            <p:nvPr/>
          </p:nvSpPr>
          <p:spPr>
            <a:xfrm>
              <a:off x="138907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8"/>
            <p:cNvSpPr/>
            <p:nvPr/>
          </p:nvSpPr>
          <p:spPr>
            <a:xfrm>
              <a:off x="1508585"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8"/>
            <p:cNvSpPr/>
            <p:nvPr/>
          </p:nvSpPr>
          <p:spPr>
            <a:xfrm>
              <a:off x="162809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8"/>
            <p:cNvSpPr/>
            <p:nvPr/>
          </p:nvSpPr>
          <p:spPr>
            <a:xfrm>
              <a:off x="174760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8"/>
            <p:cNvSpPr/>
            <p:nvPr/>
          </p:nvSpPr>
          <p:spPr>
            <a:xfrm>
              <a:off x="1867110"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8"/>
            <p:cNvSpPr/>
            <p:nvPr/>
          </p:nvSpPr>
          <p:spPr>
            <a:xfrm>
              <a:off x="198661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18"/>
            <p:cNvSpPr/>
            <p:nvPr/>
          </p:nvSpPr>
          <p:spPr>
            <a:xfrm>
              <a:off x="210612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8"/>
            <p:cNvSpPr/>
            <p:nvPr/>
          </p:nvSpPr>
          <p:spPr>
            <a:xfrm>
              <a:off x="222563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8"/>
            <p:cNvSpPr/>
            <p:nvPr/>
          </p:nvSpPr>
          <p:spPr>
            <a:xfrm>
              <a:off x="234514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8"/>
            <p:cNvSpPr/>
            <p:nvPr/>
          </p:nvSpPr>
          <p:spPr>
            <a:xfrm>
              <a:off x="246465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8"/>
            <p:cNvSpPr/>
            <p:nvPr/>
          </p:nvSpPr>
          <p:spPr>
            <a:xfrm>
              <a:off x="258415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8"/>
            <p:cNvSpPr/>
            <p:nvPr/>
          </p:nvSpPr>
          <p:spPr>
            <a:xfrm>
              <a:off x="270366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8"/>
            <p:cNvSpPr/>
            <p:nvPr/>
          </p:nvSpPr>
          <p:spPr>
            <a:xfrm>
              <a:off x="282317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8"/>
            <p:cNvSpPr/>
            <p:nvPr/>
          </p:nvSpPr>
          <p:spPr>
            <a:xfrm>
              <a:off x="294268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8"/>
            <p:cNvSpPr/>
            <p:nvPr/>
          </p:nvSpPr>
          <p:spPr>
            <a:xfrm>
              <a:off x="306219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8"/>
            <p:cNvSpPr/>
            <p:nvPr/>
          </p:nvSpPr>
          <p:spPr>
            <a:xfrm>
              <a:off x="3181700"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8"/>
            <p:cNvSpPr/>
            <p:nvPr/>
          </p:nvSpPr>
          <p:spPr>
            <a:xfrm>
              <a:off x="330120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18"/>
            <p:cNvSpPr/>
            <p:nvPr/>
          </p:nvSpPr>
          <p:spPr>
            <a:xfrm>
              <a:off x="342071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8"/>
            <p:cNvSpPr/>
            <p:nvPr/>
          </p:nvSpPr>
          <p:spPr>
            <a:xfrm>
              <a:off x="31350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8"/>
            <p:cNvSpPr/>
            <p:nvPr/>
          </p:nvSpPr>
          <p:spPr>
            <a:xfrm>
              <a:off x="43301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8"/>
            <p:cNvSpPr/>
            <p:nvPr/>
          </p:nvSpPr>
          <p:spPr>
            <a:xfrm>
              <a:off x="55251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8"/>
            <p:cNvSpPr/>
            <p:nvPr/>
          </p:nvSpPr>
          <p:spPr>
            <a:xfrm>
              <a:off x="67202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8"/>
            <p:cNvSpPr/>
            <p:nvPr/>
          </p:nvSpPr>
          <p:spPr>
            <a:xfrm>
              <a:off x="79153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18"/>
            <p:cNvSpPr/>
            <p:nvPr/>
          </p:nvSpPr>
          <p:spPr>
            <a:xfrm>
              <a:off x="91104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18"/>
            <p:cNvSpPr/>
            <p:nvPr/>
          </p:nvSpPr>
          <p:spPr>
            <a:xfrm>
              <a:off x="103055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8"/>
            <p:cNvSpPr/>
            <p:nvPr/>
          </p:nvSpPr>
          <p:spPr>
            <a:xfrm>
              <a:off x="1150060"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8"/>
            <p:cNvSpPr/>
            <p:nvPr/>
          </p:nvSpPr>
          <p:spPr>
            <a:xfrm>
              <a:off x="126956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8"/>
            <p:cNvSpPr/>
            <p:nvPr/>
          </p:nvSpPr>
          <p:spPr>
            <a:xfrm>
              <a:off x="138907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8"/>
            <p:cNvSpPr/>
            <p:nvPr/>
          </p:nvSpPr>
          <p:spPr>
            <a:xfrm>
              <a:off x="1508585"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8"/>
            <p:cNvSpPr/>
            <p:nvPr/>
          </p:nvSpPr>
          <p:spPr>
            <a:xfrm>
              <a:off x="162809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8"/>
            <p:cNvSpPr/>
            <p:nvPr/>
          </p:nvSpPr>
          <p:spPr>
            <a:xfrm>
              <a:off x="174760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8"/>
            <p:cNvSpPr/>
            <p:nvPr/>
          </p:nvSpPr>
          <p:spPr>
            <a:xfrm>
              <a:off x="1867110"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8"/>
            <p:cNvSpPr/>
            <p:nvPr/>
          </p:nvSpPr>
          <p:spPr>
            <a:xfrm>
              <a:off x="198661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8"/>
            <p:cNvSpPr/>
            <p:nvPr/>
          </p:nvSpPr>
          <p:spPr>
            <a:xfrm>
              <a:off x="210612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18"/>
            <p:cNvSpPr/>
            <p:nvPr/>
          </p:nvSpPr>
          <p:spPr>
            <a:xfrm>
              <a:off x="222563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18"/>
            <p:cNvSpPr/>
            <p:nvPr/>
          </p:nvSpPr>
          <p:spPr>
            <a:xfrm>
              <a:off x="234514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8"/>
            <p:cNvSpPr/>
            <p:nvPr/>
          </p:nvSpPr>
          <p:spPr>
            <a:xfrm>
              <a:off x="246465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8"/>
            <p:cNvSpPr/>
            <p:nvPr/>
          </p:nvSpPr>
          <p:spPr>
            <a:xfrm>
              <a:off x="258415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8"/>
            <p:cNvSpPr/>
            <p:nvPr/>
          </p:nvSpPr>
          <p:spPr>
            <a:xfrm>
              <a:off x="270366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8"/>
            <p:cNvSpPr/>
            <p:nvPr/>
          </p:nvSpPr>
          <p:spPr>
            <a:xfrm>
              <a:off x="282317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8"/>
            <p:cNvSpPr/>
            <p:nvPr/>
          </p:nvSpPr>
          <p:spPr>
            <a:xfrm>
              <a:off x="294268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8"/>
            <p:cNvSpPr/>
            <p:nvPr/>
          </p:nvSpPr>
          <p:spPr>
            <a:xfrm>
              <a:off x="306219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8"/>
            <p:cNvSpPr/>
            <p:nvPr/>
          </p:nvSpPr>
          <p:spPr>
            <a:xfrm>
              <a:off x="3181700"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8"/>
            <p:cNvSpPr/>
            <p:nvPr/>
          </p:nvSpPr>
          <p:spPr>
            <a:xfrm>
              <a:off x="330120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8"/>
            <p:cNvSpPr/>
            <p:nvPr/>
          </p:nvSpPr>
          <p:spPr>
            <a:xfrm>
              <a:off x="342071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18"/>
            <p:cNvSpPr/>
            <p:nvPr/>
          </p:nvSpPr>
          <p:spPr>
            <a:xfrm>
              <a:off x="31350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8"/>
            <p:cNvSpPr/>
            <p:nvPr/>
          </p:nvSpPr>
          <p:spPr>
            <a:xfrm>
              <a:off x="43301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8"/>
            <p:cNvSpPr/>
            <p:nvPr/>
          </p:nvSpPr>
          <p:spPr>
            <a:xfrm>
              <a:off x="55251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8"/>
            <p:cNvSpPr/>
            <p:nvPr/>
          </p:nvSpPr>
          <p:spPr>
            <a:xfrm>
              <a:off x="67202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8"/>
            <p:cNvSpPr/>
            <p:nvPr/>
          </p:nvSpPr>
          <p:spPr>
            <a:xfrm>
              <a:off x="79153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8"/>
            <p:cNvSpPr/>
            <p:nvPr/>
          </p:nvSpPr>
          <p:spPr>
            <a:xfrm>
              <a:off x="91104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8"/>
            <p:cNvSpPr/>
            <p:nvPr/>
          </p:nvSpPr>
          <p:spPr>
            <a:xfrm>
              <a:off x="103055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8"/>
            <p:cNvSpPr/>
            <p:nvPr/>
          </p:nvSpPr>
          <p:spPr>
            <a:xfrm>
              <a:off x="1150060"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8"/>
            <p:cNvSpPr/>
            <p:nvPr/>
          </p:nvSpPr>
          <p:spPr>
            <a:xfrm>
              <a:off x="126956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8"/>
            <p:cNvSpPr/>
            <p:nvPr/>
          </p:nvSpPr>
          <p:spPr>
            <a:xfrm>
              <a:off x="138907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8"/>
            <p:cNvSpPr/>
            <p:nvPr/>
          </p:nvSpPr>
          <p:spPr>
            <a:xfrm>
              <a:off x="1508585"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8"/>
            <p:cNvSpPr/>
            <p:nvPr/>
          </p:nvSpPr>
          <p:spPr>
            <a:xfrm>
              <a:off x="162809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18"/>
            <p:cNvSpPr/>
            <p:nvPr/>
          </p:nvSpPr>
          <p:spPr>
            <a:xfrm>
              <a:off x="174760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18"/>
            <p:cNvSpPr/>
            <p:nvPr/>
          </p:nvSpPr>
          <p:spPr>
            <a:xfrm>
              <a:off x="1867110"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8"/>
            <p:cNvSpPr/>
            <p:nvPr/>
          </p:nvSpPr>
          <p:spPr>
            <a:xfrm>
              <a:off x="198661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8"/>
            <p:cNvSpPr/>
            <p:nvPr/>
          </p:nvSpPr>
          <p:spPr>
            <a:xfrm>
              <a:off x="210612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8"/>
            <p:cNvSpPr/>
            <p:nvPr/>
          </p:nvSpPr>
          <p:spPr>
            <a:xfrm>
              <a:off x="222563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18"/>
            <p:cNvSpPr/>
            <p:nvPr/>
          </p:nvSpPr>
          <p:spPr>
            <a:xfrm>
              <a:off x="234514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18"/>
            <p:cNvSpPr/>
            <p:nvPr/>
          </p:nvSpPr>
          <p:spPr>
            <a:xfrm>
              <a:off x="246465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8"/>
            <p:cNvSpPr/>
            <p:nvPr/>
          </p:nvSpPr>
          <p:spPr>
            <a:xfrm>
              <a:off x="258415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8"/>
            <p:cNvSpPr/>
            <p:nvPr/>
          </p:nvSpPr>
          <p:spPr>
            <a:xfrm>
              <a:off x="270366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8"/>
            <p:cNvSpPr/>
            <p:nvPr/>
          </p:nvSpPr>
          <p:spPr>
            <a:xfrm>
              <a:off x="282317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8"/>
            <p:cNvSpPr/>
            <p:nvPr/>
          </p:nvSpPr>
          <p:spPr>
            <a:xfrm>
              <a:off x="294268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8"/>
            <p:cNvSpPr/>
            <p:nvPr/>
          </p:nvSpPr>
          <p:spPr>
            <a:xfrm>
              <a:off x="306219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18"/>
            <p:cNvSpPr/>
            <p:nvPr/>
          </p:nvSpPr>
          <p:spPr>
            <a:xfrm>
              <a:off x="3181700"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18"/>
            <p:cNvSpPr/>
            <p:nvPr/>
          </p:nvSpPr>
          <p:spPr>
            <a:xfrm>
              <a:off x="330120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8"/>
            <p:cNvSpPr/>
            <p:nvPr/>
          </p:nvSpPr>
          <p:spPr>
            <a:xfrm>
              <a:off x="342071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8"/>
            <p:cNvSpPr/>
            <p:nvPr/>
          </p:nvSpPr>
          <p:spPr>
            <a:xfrm>
              <a:off x="31350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8"/>
            <p:cNvSpPr/>
            <p:nvPr/>
          </p:nvSpPr>
          <p:spPr>
            <a:xfrm>
              <a:off x="43301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18"/>
            <p:cNvSpPr/>
            <p:nvPr/>
          </p:nvSpPr>
          <p:spPr>
            <a:xfrm>
              <a:off x="55251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18"/>
            <p:cNvSpPr/>
            <p:nvPr/>
          </p:nvSpPr>
          <p:spPr>
            <a:xfrm>
              <a:off x="67202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8"/>
            <p:cNvSpPr/>
            <p:nvPr/>
          </p:nvSpPr>
          <p:spPr>
            <a:xfrm>
              <a:off x="79153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8"/>
            <p:cNvSpPr/>
            <p:nvPr/>
          </p:nvSpPr>
          <p:spPr>
            <a:xfrm>
              <a:off x="91104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8"/>
            <p:cNvSpPr/>
            <p:nvPr/>
          </p:nvSpPr>
          <p:spPr>
            <a:xfrm>
              <a:off x="103055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8"/>
            <p:cNvSpPr/>
            <p:nvPr/>
          </p:nvSpPr>
          <p:spPr>
            <a:xfrm>
              <a:off x="1150060"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18"/>
            <p:cNvSpPr/>
            <p:nvPr/>
          </p:nvSpPr>
          <p:spPr>
            <a:xfrm>
              <a:off x="126956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18"/>
            <p:cNvSpPr/>
            <p:nvPr/>
          </p:nvSpPr>
          <p:spPr>
            <a:xfrm>
              <a:off x="138907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8"/>
            <p:cNvSpPr/>
            <p:nvPr/>
          </p:nvSpPr>
          <p:spPr>
            <a:xfrm>
              <a:off x="1508585"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8"/>
            <p:cNvSpPr/>
            <p:nvPr/>
          </p:nvSpPr>
          <p:spPr>
            <a:xfrm>
              <a:off x="162809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8"/>
            <p:cNvSpPr/>
            <p:nvPr/>
          </p:nvSpPr>
          <p:spPr>
            <a:xfrm>
              <a:off x="174760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8"/>
            <p:cNvSpPr/>
            <p:nvPr/>
          </p:nvSpPr>
          <p:spPr>
            <a:xfrm>
              <a:off x="1867110"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8"/>
            <p:cNvSpPr/>
            <p:nvPr/>
          </p:nvSpPr>
          <p:spPr>
            <a:xfrm>
              <a:off x="198661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18"/>
            <p:cNvSpPr/>
            <p:nvPr/>
          </p:nvSpPr>
          <p:spPr>
            <a:xfrm>
              <a:off x="210612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18"/>
            <p:cNvSpPr/>
            <p:nvPr/>
          </p:nvSpPr>
          <p:spPr>
            <a:xfrm>
              <a:off x="222563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8"/>
            <p:cNvSpPr/>
            <p:nvPr/>
          </p:nvSpPr>
          <p:spPr>
            <a:xfrm>
              <a:off x="234514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8"/>
            <p:cNvSpPr/>
            <p:nvPr/>
          </p:nvSpPr>
          <p:spPr>
            <a:xfrm>
              <a:off x="246465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8"/>
            <p:cNvSpPr/>
            <p:nvPr/>
          </p:nvSpPr>
          <p:spPr>
            <a:xfrm>
              <a:off x="258415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8"/>
            <p:cNvSpPr/>
            <p:nvPr/>
          </p:nvSpPr>
          <p:spPr>
            <a:xfrm>
              <a:off x="270366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8"/>
            <p:cNvSpPr/>
            <p:nvPr/>
          </p:nvSpPr>
          <p:spPr>
            <a:xfrm>
              <a:off x="282317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8"/>
            <p:cNvSpPr/>
            <p:nvPr/>
          </p:nvSpPr>
          <p:spPr>
            <a:xfrm>
              <a:off x="294268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18"/>
            <p:cNvSpPr/>
            <p:nvPr/>
          </p:nvSpPr>
          <p:spPr>
            <a:xfrm>
              <a:off x="306219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18"/>
            <p:cNvSpPr/>
            <p:nvPr/>
          </p:nvSpPr>
          <p:spPr>
            <a:xfrm>
              <a:off x="3181700"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8"/>
            <p:cNvSpPr/>
            <p:nvPr/>
          </p:nvSpPr>
          <p:spPr>
            <a:xfrm>
              <a:off x="330120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8"/>
            <p:cNvSpPr/>
            <p:nvPr/>
          </p:nvSpPr>
          <p:spPr>
            <a:xfrm>
              <a:off x="342071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8"/>
            <p:cNvSpPr/>
            <p:nvPr/>
          </p:nvSpPr>
          <p:spPr>
            <a:xfrm>
              <a:off x="31350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18"/>
            <p:cNvSpPr/>
            <p:nvPr/>
          </p:nvSpPr>
          <p:spPr>
            <a:xfrm>
              <a:off x="43301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18"/>
            <p:cNvSpPr/>
            <p:nvPr/>
          </p:nvSpPr>
          <p:spPr>
            <a:xfrm>
              <a:off x="55251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8"/>
            <p:cNvSpPr/>
            <p:nvPr/>
          </p:nvSpPr>
          <p:spPr>
            <a:xfrm>
              <a:off x="67202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8"/>
            <p:cNvSpPr/>
            <p:nvPr/>
          </p:nvSpPr>
          <p:spPr>
            <a:xfrm>
              <a:off x="79153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8"/>
            <p:cNvSpPr/>
            <p:nvPr/>
          </p:nvSpPr>
          <p:spPr>
            <a:xfrm>
              <a:off x="91104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8"/>
            <p:cNvSpPr/>
            <p:nvPr/>
          </p:nvSpPr>
          <p:spPr>
            <a:xfrm>
              <a:off x="103055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18"/>
            <p:cNvSpPr/>
            <p:nvPr/>
          </p:nvSpPr>
          <p:spPr>
            <a:xfrm>
              <a:off x="1150060"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18"/>
            <p:cNvSpPr/>
            <p:nvPr/>
          </p:nvSpPr>
          <p:spPr>
            <a:xfrm>
              <a:off x="126956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8"/>
            <p:cNvSpPr/>
            <p:nvPr/>
          </p:nvSpPr>
          <p:spPr>
            <a:xfrm>
              <a:off x="138907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8"/>
            <p:cNvSpPr/>
            <p:nvPr/>
          </p:nvSpPr>
          <p:spPr>
            <a:xfrm>
              <a:off x="1508585"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8"/>
            <p:cNvSpPr/>
            <p:nvPr/>
          </p:nvSpPr>
          <p:spPr>
            <a:xfrm>
              <a:off x="162809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8"/>
            <p:cNvSpPr/>
            <p:nvPr/>
          </p:nvSpPr>
          <p:spPr>
            <a:xfrm>
              <a:off x="174760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8"/>
            <p:cNvSpPr/>
            <p:nvPr/>
          </p:nvSpPr>
          <p:spPr>
            <a:xfrm>
              <a:off x="1867110"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8"/>
            <p:cNvSpPr/>
            <p:nvPr/>
          </p:nvSpPr>
          <p:spPr>
            <a:xfrm>
              <a:off x="198661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8"/>
            <p:cNvSpPr/>
            <p:nvPr/>
          </p:nvSpPr>
          <p:spPr>
            <a:xfrm>
              <a:off x="210612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18"/>
            <p:cNvSpPr/>
            <p:nvPr/>
          </p:nvSpPr>
          <p:spPr>
            <a:xfrm>
              <a:off x="222563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18"/>
            <p:cNvSpPr/>
            <p:nvPr/>
          </p:nvSpPr>
          <p:spPr>
            <a:xfrm>
              <a:off x="234514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18"/>
            <p:cNvSpPr/>
            <p:nvPr/>
          </p:nvSpPr>
          <p:spPr>
            <a:xfrm>
              <a:off x="246465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18"/>
            <p:cNvSpPr/>
            <p:nvPr/>
          </p:nvSpPr>
          <p:spPr>
            <a:xfrm>
              <a:off x="258415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18"/>
            <p:cNvSpPr/>
            <p:nvPr/>
          </p:nvSpPr>
          <p:spPr>
            <a:xfrm>
              <a:off x="270366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18"/>
            <p:cNvSpPr/>
            <p:nvPr/>
          </p:nvSpPr>
          <p:spPr>
            <a:xfrm>
              <a:off x="282317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8"/>
            <p:cNvSpPr/>
            <p:nvPr/>
          </p:nvSpPr>
          <p:spPr>
            <a:xfrm>
              <a:off x="294268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8"/>
            <p:cNvSpPr/>
            <p:nvPr/>
          </p:nvSpPr>
          <p:spPr>
            <a:xfrm>
              <a:off x="306219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8"/>
            <p:cNvSpPr/>
            <p:nvPr/>
          </p:nvSpPr>
          <p:spPr>
            <a:xfrm>
              <a:off x="3181700"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8"/>
            <p:cNvSpPr/>
            <p:nvPr/>
          </p:nvSpPr>
          <p:spPr>
            <a:xfrm>
              <a:off x="330120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8"/>
            <p:cNvSpPr/>
            <p:nvPr/>
          </p:nvSpPr>
          <p:spPr>
            <a:xfrm>
              <a:off x="342071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8"/>
            <p:cNvSpPr/>
            <p:nvPr/>
          </p:nvSpPr>
          <p:spPr>
            <a:xfrm>
              <a:off x="31350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8"/>
            <p:cNvSpPr/>
            <p:nvPr/>
          </p:nvSpPr>
          <p:spPr>
            <a:xfrm>
              <a:off x="43301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8"/>
            <p:cNvSpPr/>
            <p:nvPr/>
          </p:nvSpPr>
          <p:spPr>
            <a:xfrm>
              <a:off x="55251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8"/>
            <p:cNvSpPr/>
            <p:nvPr/>
          </p:nvSpPr>
          <p:spPr>
            <a:xfrm>
              <a:off x="67202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8"/>
            <p:cNvSpPr/>
            <p:nvPr/>
          </p:nvSpPr>
          <p:spPr>
            <a:xfrm>
              <a:off x="79153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8"/>
            <p:cNvSpPr/>
            <p:nvPr/>
          </p:nvSpPr>
          <p:spPr>
            <a:xfrm>
              <a:off x="91104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8"/>
            <p:cNvSpPr/>
            <p:nvPr/>
          </p:nvSpPr>
          <p:spPr>
            <a:xfrm>
              <a:off x="103055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8"/>
            <p:cNvSpPr/>
            <p:nvPr/>
          </p:nvSpPr>
          <p:spPr>
            <a:xfrm>
              <a:off x="1150060"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8"/>
            <p:cNvSpPr/>
            <p:nvPr/>
          </p:nvSpPr>
          <p:spPr>
            <a:xfrm>
              <a:off x="126956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8"/>
            <p:cNvSpPr/>
            <p:nvPr/>
          </p:nvSpPr>
          <p:spPr>
            <a:xfrm>
              <a:off x="138907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8"/>
            <p:cNvSpPr/>
            <p:nvPr/>
          </p:nvSpPr>
          <p:spPr>
            <a:xfrm>
              <a:off x="1508585"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8"/>
            <p:cNvSpPr/>
            <p:nvPr/>
          </p:nvSpPr>
          <p:spPr>
            <a:xfrm>
              <a:off x="162809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8"/>
            <p:cNvSpPr/>
            <p:nvPr/>
          </p:nvSpPr>
          <p:spPr>
            <a:xfrm>
              <a:off x="174760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8"/>
            <p:cNvSpPr/>
            <p:nvPr/>
          </p:nvSpPr>
          <p:spPr>
            <a:xfrm>
              <a:off x="1867110"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8"/>
            <p:cNvSpPr/>
            <p:nvPr/>
          </p:nvSpPr>
          <p:spPr>
            <a:xfrm>
              <a:off x="198661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8"/>
            <p:cNvSpPr/>
            <p:nvPr/>
          </p:nvSpPr>
          <p:spPr>
            <a:xfrm>
              <a:off x="210612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8"/>
            <p:cNvSpPr/>
            <p:nvPr/>
          </p:nvSpPr>
          <p:spPr>
            <a:xfrm>
              <a:off x="222563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8"/>
            <p:cNvSpPr/>
            <p:nvPr/>
          </p:nvSpPr>
          <p:spPr>
            <a:xfrm>
              <a:off x="234514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8"/>
            <p:cNvSpPr/>
            <p:nvPr/>
          </p:nvSpPr>
          <p:spPr>
            <a:xfrm>
              <a:off x="246465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8"/>
            <p:cNvSpPr/>
            <p:nvPr/>
          </p:nvSpPr>
          <p:spPr>
            <a:xfrm>
              <a:off x="258415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8"/>
            <p:cNvSpPr/>
            <p:nvPr/>
          </p:nvSpPr>
          <p:spPr>
            <a:xfrm>
              <a:off x="270366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8"/>
            <p:cNvSpPr/>
            <p:nvPr/>
          </p:nvSpPr>
          <p:spPr>
            <a:xfrm>
              <a:off x="282317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8"/>
            <p:cNvSpPr/>
            <p:nvPr/>
          </p:nvSpPr>
          <p:spPr>
            <a:xfrm>
              <a:off x="294268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8"/>
            <p:cNvSpPr/>
            <p:nvPr/>
          </p:nvSpPr>
          <p:spPr>
            <a:xfrm>
              <a:off x="306219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18"/>
            <p:cNvSpPr/>
            <p:nvPr/>
          </p:nvSpPr>
          <p:spPr>
            <a:xfrm>
              <a:off x="3181700"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8"/>
            <p:cNvSpPr/>
            <p:nvPr/>
          </p:nvSpPr>
          <p:spPr>
            <a:xfrm>
              <a:off x="330120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18"/>
            <p:cNvSpPr/>
            <p:nvPr/>
          </p:nvSpPr>
          <p:spPr>
            <a:xfrm>
              <a:off x="342071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18"/>
            <p:cNvSpPr/>
            <p:nvPr/>
          </p:nvSpPr>
          <p:spPr>
            <a:xfrm>
              <a:off x="31350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8"/>
            <p:cNvSpPr/>
            <p:nvPr/>
          </p:nvSpPr>
          <p:spPr>
            <a:xfrm>
              <a:off x="43301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18"/>
            <p:cNvSpPr/>
            <p:nvPr/>
          </p:nvSpPr>
          <p:spPr>
            <a:xfrm>
              <a:off x="55251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18"/>
            <p:cNvSpPr/>
            <p:nvPr/>
          </p:nvSpPr>
          <p:spPr>
            <a:xfrm>
              <a:off x="67202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8"/>
            <p:cNvSpPr/>
            <p:nvPr/>
          </p:nvSpPr>
          <p:spPr>
            <a:xfrm>
              <a:off x="79153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8"/>
            <p:cNvSpPr/>
            <p:nvPr/>
          </p:nvSpPr>
          <p:spPr>
            <a:xfrm>
              <a:off x="91104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8"/>
            <p:cNvSpPr/>
            <p:nvPr/>
          </p:nvSpPr>
          <p:spPr>
            <a:xfrm>
              <a:off x="103055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8"/>
            <p:cNvSpPr/>
            <p:nvPr/>
          </p:nvSpPr>
          <p:spPr>
            <a:xfrm>
              <a:off x="1150060"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8"/>
            <p:cNvSpPr/>
            <p:nvPr/>
          </p:nvSpPr>
          <p:spPr>
            <a:xfrm>
              <a:off x="126956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8"/>
            <p:cNvSpPr/>
            <p:nvPr/>
          </p:nvSpPr>
          <p:spPr>
            <a:xfrm>
              <a:off x="138907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8"/>
            <p:cNvSpPr/>
            <p:nvPr/>
          </p:nvSpPr>
          <p:spPr>
            <a:xfrm>
              <a:off x="1508585"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8"/>
            <p:cNvSpPr/>
            <p:nvPr/>
          </p:nvSpPr>
          <p:spPr>
            <a:xfrm>
              <a:off x="162809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18"/>
            <p:cNvSpPr/>
            <p:nvPr/>
          </p:nvSpPr>
          <p:spPr>
            <a:xfrm>
              <a:off x="174760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8"/>
            <p:cNvSpPr/>
            <p:nvPr/>
          </p:nvSpPr>
          <p:spPr>
            <a:xfrm>
              <a:off x="1867110"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8"/>
            <p:cNvSpPr/>
            <p:nvPr/>
          </p:nvSpPr>
          <p:spPr>
            <a:xfrm>
              <a:off x="198661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8"/>
            <p:cNvSpPr/>
            <p:nvPr/>
          </p:nvSpPr>
          <p:spPr>
            <a:xfrm>
              <a:off x="210612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8"/>
            <p:cNvSpPr/>
            <p:nvPr/>
          </p:nvSpPr>
          <p:spPr>
            <a:xfrm>
              <a:off x="222563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8"/>
            <p:cNvSpPr/>
            <p:nvPr/>
          </p:nvSpPr>
          <p:spPr>
            <a:xfrm>
              <a:off x="234514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8"/>
            <p:cNvSpPr/>
            <p:nvPr/>
          </p:nvSpPr>
          <p:spPr>
            <a:xfrm>
              <a:off x="246465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8"/>
            <p:cNvSpPr/>
            <p:nvPr/>
          </p:nvSpPr>
          <p:spPr>
            <a:xfrm>
              <a:off x="258415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8"/>
            <p:cNvSpPr/>
            <p:nvPr/>
          </p:nvSpPr>
          <p:spPr>
            <a:xfrm>
              <a:off x="270366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8"/>
            <p:cNvSpPr/>
            <p:nvPr/>
          </p:nvSpPr>
          <p:spPr>
            <a:xfrm>
              <a:off x="282317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8"/>
            <p:cNvSpPr/>
            <p:nvPr/>
          </p:nvSpPr>
          <p:spPr>
            <a:xfrm>
              <a:off x="294268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8"/>
            <p:cNvSpPr/>
            <p:nvPr/>
          </p:nvSpPr>
          <p:spPr>
            <a:xfrm>
              <a:off x="306219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8"/>
            <p:cNvSpPr/>
            <p:nvPr/>
          </p:nvSpPr>
          <p:spPr>
            <a:xfrm>
              <a:off x="3181700"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8"/>
            <p:cNvSpPr/>
            <p:nvPr/>
          </p:nvSpPr>
          <p:spPr>
            <a:xfrm>
              <a:off x="330120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18"/>
            <p:cNvSpPr/>
            <p:nvPr/>
          </p:nvSpPr>
          <p:spPr>
            <a:xfrm>
              <a:off x="342071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8"/>
            <p:cNvSpPr/>
            <p:nvPr/>
          </p:nvSpPr>
          <p:spPr>
            <a:xfrm>
              <a:off x="31350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18"/>
            <p:cNvSpPr/>
            <p:nvPr/>
          </p:nvSpPr>
          <p:spPr>
            <a:xfrm>
              <a:off x="43301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8"/>
            <p:cNvSpPr/>
            <p:nvPr/>
          </p:nvSpPr>
          <p:spPr>
            <a:xfrm>
              <a:off x="55251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8"/>
            <p:cNvSpPr/>
            <p:nvPr/>
          </p:nvSpPr>
          <p:spPr>
            <a:xfrm>
              <a:off x="67202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8"/>
            <p:cNvSpPr/>
            <p:nvPr/>
          </p:nvSpPr>
          <p:spPr>
            <a:xfrm>
              <a:off x="79153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8"/>
            <p:cNvSpPr/>
            <p:nvPr/>
          </p:nvSpPr>
          <p:spPr>
            <a:xfrm>
              <a:off x="91104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8"/>
            <p:cNvSpPr/>
            <p:nvPr/>
          </p:nvSpPr>
          <p:spPr>
            <a:xfrm>
              <a:off x="103055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8"/>
            <p:cNvSpPr/>
            <p:nvPr/>
          </p:nvSpPr>
          <p:spPr>
            <a:xfrm>
              <a:off x="1150060"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8"/>
            <p:cNvSpPr/>
            <p:nvPr/>
          </p:nvSpPr>
          <p:spPr>
            <a:xfrm>
              <a:off x="126956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8"/>
            <p:cNvSpPr/>
            <p:nvPr/>
          </p:nvSpPr>
          <p:spPr>
            <a:xfrm>
              <a:off x="138907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8"/>
            <p:cNvSpPr/>
            <p:nvPr/>
          </p:nvSpPr>
          <p:spPr>
            <a:xfrm>
              <a:off x="1508585"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8"/>
            <p:cNvSpPr/>
            <p:nvPr/>
          </p:nvSpPr>
          <p:spPr>
            <a:xfrm>
              <a:off x="162809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18"/>
            <p:cNvSpPr/>
            <p:nvPr/>
          </p:nvSpPr>
          <p:spPr>
            <a:xfrm>
              <a:off x="174760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8"/>
            <p:cNvSpPr/>
            <p:nvPr/>
          </p:nvSpPr>
          <p:spPr>
            <a:xfrm>
              <a:off x="1867110"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8"/>
            <p:cNvSpPr/>
            <p:nvPr/>
          </p:nvSpPr>
          <p:spPr>
            <a:xfrm>
              <a:off x="198661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8"/>
            <p:cNvSpPr/>
            <p:nvPr/>
          </p:nvSpPr>
          <p:spPr>
            <a:xfrm>
              <a:off x="210612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18"/>
            <p:cNvSpPr/>
            <p:nvPr/>
          </p:nvSpPr>
          <p:spPr>
            <a:xfrm>
              <a:off x="222563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18"/>
            <p:cNvSpPr/>
            <p:nvPr/>
          </p:nvSpPr>
          <p:spPr>
            <a:xfrm>
              <a:off x="234514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8"/>
            <p:cNvSpPr/>
            <p:nvPr/>
          </p:nvSpPr>
          <p:spPr>
            <a:xfrm>
              <a:off x="246465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8"/>
            <p:cNvSpPr/>
            <p:nvPr/>
          </p:nvSpPr>
          <p:spPr>
            <a:xfrm>
              <a:off x="258415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8"/>
            <p:cNvSpPr/>
            <p:nvPr/>
          </p:nvSpPr>
          <p:spPr>
            <a:xfrm>
              <a:off x="270366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8"/>
            <p:cNvSpPr/>
            <p:nvPr/>
          </p:nvSpPr>
          <p:spPr>
            <a:xfrm>
              <a:off x="282317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8"/>
            <p:cNvSpPr/>
            <p:nvPr/>
          </p:nvSpPr>
          <p:spPr>
            <a:xfrm>
              <a:off x="294268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8"/>
            <p:cNvSpPr/>
            <p:nvPr/>
          </p:nvSpPr>
          <p:spPr>
            <a:xfrm>
              <a:off x="306219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8"/>
            <p:cNvSpPr/>
            <p:nvPr/>
          </p:nvSpPr>
          <p:spPr>
            <a:xfrm>
              <a:off x="3181700"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8"/>
            <p:cNvSpPr/>
            <p:nvPr/>
          </p:nvSpPr>
          <p:spPr>
            <a:xfrm>
              <a:off x="330120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8"/>
            <p:cNvSpPr/>
            <p:nvPr/>
          </p:nvSpPr>
          <p:spPr>
            <a:xfrm>
              <a:off x="342071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8"/>
            <p:cNvSpPr/>
            <p:nvPr/>
          </p:nvSpPr>
          <p:spPr>
            <a:xfrm>
              <a:off x="31350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8"/>
            <p:cNvSpPr/>
            <p:nvPr/>
          </p:nvSpPr>
          <p:spPr>
            <a:xfrm>
              <a:off x="43301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8"/>
            <p:cNvSpPr/>
            <p:nvPr/>
          </p:nvSpPr>
          <p:spPr>
            <a:xfrm>
              <a:off x="55251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8"/>
            <p:cNvSpPr/>
            <p:nvPr/>
          </p:nvSpPr>
          <p:spPr>
            <a:xfrm>
              <a:off x="67202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8"/>
            <p:cNvSpPr/>
            <p:nvPr/>
          </p:nvSpPr>
          <p:spPr>
            <a:xfrm>
              <a:off x="79153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8"/>
            <p:cNvSpPr/>
            <p:nvPr/>
          </p:nvSpPr>
          <p:spPr>
            <a:xfrm>
              <a:off x="91104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8"/>
            <p:cNvSpPr/>
            <p:nvPr/>
          </p:nvSpPr>
          <p:spPr>
            <a:xfrm>
              <a:off x="103055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8"/>
            <p:cNvSpPr/>
            <p:nvPr/>
          </p:nvSpPr>
          <p:spPr>
            <a:xfrm>
              <a:off x="1150060"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18"/>
            <p:cNvSpPr/>
            <p:nvPr/>
          </p:nvSpPr>
          <p:spPr>
            <a:xfrm>
              <a:off x="126956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18"/>
            <p:cNvSpPr/>
            <p:nvPr/>
          </p:nvSpPr>
          <p:spPr>
            <a:xfrm>
              <a:off x="138907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8"/>
            <p:cNvSpPr/>
            <p:nvPr/>
          </p:nvSpPr>
          <p:spPr>
            <a:xfrm>
              <a:off x="1508585"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8"/>
            <p:cNvSpPr/>
            <p:nvPr/>
          </p:nvSpPr>
          <p:spPr>
            <a:xfrm>
              <a:off x="162809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8"/>
            <p:cNvSpPr/>
            <p:nvPr/>
          </p:nvSpPr>
          <p:spPr>
            <a:xfrm>
              <a:off x="174760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8"/>
            <p:cNvSpPr/>
            <p:nvPr/>
          </p:nvSpPr>
          <p:spPr>
            <a:xfrm>
              <a:off x="1867110"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8"/>
            <p:cNvSpPr/>
            <p:nvPr/>
          </p:nvSpPr>
          <p:spPr>
            <a:xfrm>
              <a:off x="198661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18"/>
            <p:cNvSpPr/>
            <p:nvPr/>
          </p:nvSpPr>
          <p:spPr>
            <a:xfrm>
              <a:off x="210612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18"/>
            <p:cNvSpPr/>
            <p:nvPr/>
          </p:nvSpPr>
          <p:spPr>
            <a:xfrm>
              <a:off x="222563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8"/>
            <p:cNvSpPr/>
            <p:nvPr/>
          </p:nvSpPr>
          <p:spPr>
            <a:xfrm>
              <a:off x="234514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8"/>
            <p:cNvSpPr/>
            <p:nvPr/>
          </p:nvSpPr>
          <p:spPr>
            <a:xfrm>
              <a:off x="246465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8"/>
            <p:cNvSpPr/>
            <p:nvPr/>
          </p:nvSpPr>
          <p:spPr>
            <a:xfrm>
              <a:off x="258415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8"/>
            <p:cNvSpPr/>
            <p:nvPr/>
          </p:nvSpPr>
          <p:spPr>
            <a:xfrm>
              <a:off x="270366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8"/>
            <p:cNvSpPr/>
            <p:nvPr/>
          </p:nvSpPr>
          <p:spPr>
            <a:xfrm>
              <a:off x="282317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8"/>
            <p:cNvSpPr/>
            <p:nvPr/>
          </p:nvSpPr>
          <p:spPr>
            <a:xfrm>
              <a:off x="294268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8"/>
            <p:cNvSpPr/>
            <p:nvPr/>
          </p:nvSpPr>
          <p:spPr>
            <a:xfrm>
              <a:off x="306219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8"/>
            <p:cNvSpPr/>
            <p:nvPr/>
          </p:nvSpPr>
          <p:spPr>
            <a:xfrm>
              <a:off x="3181700"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8"/>
            <p:cNvSpPr/>
            <p:nvPr/>
          </p:nvSpPr>
          <p:spPr>
            <a:xfrm>
              <a:off x="330120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8"/>
            <p:cNvSpPr/>
            <p:nvPr/>
          </p:nvSpPr>
          <p:spPr>
            <a:xfrm>
              <a:off x="342071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8"/>
            <p:cNvSpPr/>
            <p:nvPr/>
          </p:nvSpPr>
          <p:spPr>
            <a:xfrm>
              <a:off x="31350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8"/>
            <p:cNvSpPr/>
            <p:nvPr/>
          </p:nvSpPr>
          <p:spPr>
            <a:xfrm>
              <a:off x="43301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8"/>
            <p:cNvSpPr/>
            <p:nvPr/>
          </p:nvSpPr>
          <p:spPr>
            <a:xfrm>
              <a:off x="55251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8"/>
            <p:cNvSpPr/>
            <p:nvPr/>
          </p:nvSpPr>
          <p:spPr>
            <a:xfrm>
              <a:off x="67202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8"/>
            <p:cNvSpPr/>
            <p:nvPr/>
          </p:nvSpPr>
          <p:spPr>
            <a:xfrm>
              <a:off x="79153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18"/>
            <p:cNvSpPr/>
            <p:nvPr/>
          </p:nvSpPr>
          <p:spPr>
            <a:xfrm>
              <a:off x="91104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18"/>
            <p:cNvSpPr/>
            <p:nvPr/>
          </p:nvSpPr>
          <p:spPr>
            <a:xfrm>
              <a:off x="103055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8"/>
            <p:cNvSpPr/>
            <p:nvPr/>
          </p:nvSpPr>
          <p:spPr>
            <a:xfrm>
              <a:off x="1150060"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8"/>
            <p:cNvSpPr/>
            <p:nvPr/>
          </p:nvSpPr>
          <p:spPr>
            <a:xfrm>
              <a:off x="126956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8"/>
            <p:cNvSpPr/>
            <p:nvPr/>
          </p:nvSpPr>
          <p:spPr>
            <a:xfrm>
              <a:off x="138907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8"/>
            <p:cNvSpPr/>
            <p:nvPr/>
          </p:nvSpPr>
          <p:spPr>
            <a:xfrm>
              <a:off x="1508585"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8"/>
            <p:cNvSpPr/>
            <p:nvPr/>
          </p:nvSpPr>
          <p:spPr>
            <a:xfrm>
              <a:off x="162809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8"/>
            <p:cNvSpPr/>
            <p:nvPr/>
          </p:nvSpPr>
          <p:spPr>
            <a:xfrm>
              <a:off x="174760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8"/>
            <p:cNvSpPr/>
            <p:nvPr/>
          </p:nvSpPr>
          <p:spPr>
            <a:xfrm>
              <a:off x="1867110"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18"/>
            <p:cNvSpPr/>
            <p:nvPr/>
          </p:nvSpPr>
          <p:spPr>
            <a:xfrm>
              <a:off x="198661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18"/>
            <p:cNvSpPr/>
            <p:nvPr/>
          </p:nvSpPr>
          <p:spPr>
            <a:xfrm>
              <a:off x="210612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8"/>
            <p:cNvSpPr/>
            <p:nvPr/>
          </p:nvSpPr>
          <p:spPr>
            <a:xfrm>
              <a:off x="222563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8"/>
            <p:cNvSpPr/>
            <p:nvPr/>
          </p:nvSpPr>
          <p:spPr>
            <a:xfrm>
              <a:off x="234514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18"/>
            <p:cNvSpPr/>
            <p:nvPr/>
          </p:nvSpPr>
          <p:spPr>
            <a:xfrm>
              <a:off x="246465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8"/>
            <p:cNvSpPr/>
            <p:nvPr/>
          </p:nvSpPr>
          <p:spPr>
            <a:xfrm>
              <a:off x="258415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8"/>
            <p:cNvSpPr/>
            <p:nvPr/>
          </p:nvSpPr>
          <p:spPr>
            <a:xfrm>
              <a:off x="270366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8"/>
            <p:cNvSpPr/>
            <p:nvPr/>
          </p:nvSpPr>
          <p:spPr>
            <a:xfrm>
              <a:off x="282317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8"/>
            <p:cNvSpPr/>
            <p:nvPr/>
          </p:nvSpPr>
          <p:spPr>
            <a:xfrm>
              <a:off x="294268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8"/>
            <p:cNvSpPr/>
            <p:nvPr/>
          </p:nvSpPr>
          <p:spPr>
            <a:xfrm>
              <a:off x="306219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8"/>
            <p:cNvSpPr/>
            <p:nvPr/>
          </p:nvSpPr>
          <p:spPr>
            <a:xfrm>
              <a:off x="3181700"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8"/>
            <p:cNvSpPr/>
            <p:nvPr/>
          </p:nvSpPr>
          <p:spPr>
            <a:xfrm>
              <a:off x="330120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8"/>
            <p:cNvSpPr/>
            <p:nvPr/>
          </p:nvSpPr>
          <p:spPr>
            <a:xfrm>
              <a:off x="342071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8"/>
            <p:cNvSpPr/>
            <p:nvPr/>
          </p:nvSpPr>
          <p:spPr>
            <a:xfrm>
              <a:off x="31350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8"/>
            <p:cNvSpPr/>
            <p:nvPr/>
          </p:nvSpPr>
          <p:spPr>
            <a:xfrm>
              <a:off x="43301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8"/>
            <p:cNvSpPr/>
            <p:nvPr/>
          </p:nvSpPr>
          <p:spPr>
            <a:xfrm>
              <a:off x="55251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8"/>
            <p:cNvSpPr/>
            <p:nvPr/>
          </p:nvSpPr>
          <p:spPr>
            <a:xfrm>
              <a:off x="67202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8"/>
            <p:cNvSpPr/>
            <p:nvPr/>
          </p:nvSpPr>
          <p:spPr>
            <a:xfrm>
              <a:off x="79153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8"/>
            <p:cNvSpPr/>
            <p:nvPr/>
          </p:nvSpPr>
          <p:spPr>
            <a:xfrm>
              <a:off x="91104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8"/>
            <p:cNvSpPr/>
            <p:nvPr/>
          </p:nvSpPr>
          <p:spPr>
            <a:xfrm>
              <a:off x="103055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8"/>
            <p:cNvSpPr/>
            <p:nvPr/>
          </p:nvSpPr>
          <p:spPr>
            <a:xfrm>
              <a:off x="1150060"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8"/>
            <p:cNvSpPr/>
            <p:nvPr/>
          </p:nvSpPr>
          <p:spPr>
            <a:xfrm>
              <a:off x="126956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8"/>
            <p:cNvSpPr/>
            <p:nvPr/>
          </p:nvSpPr>
          <p:spPr>
            <a:xfrm>
              <a:off x="138907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8"/>
            <p:cNvSpPr/>
            <p:nvPr/>
          </p:nvSpPr>
          <p:spPr>
            <a:xfrm>
              <a:off x="1508585"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8"/>
            <p:cNvSpPr/>
            <p:nvPr/>
          </p:nvSpPr>
          <p:spPr>
            <a:xfrm>
              <a:off x="162809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8"/>
            <p:cNvSpPr/>
            <p:nvPr/>
          </p:nvSpPr>
          <p:spPr>
            <a:xfrm>
              <a:off x="174760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8"/>
            <p:cNvSpPr/>
            <p:nvPr/>
          </p:nvSpPr>
          <p:spPr>
            <a:xfrm>
              <a:off x="1867110"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18"/>
            <p:cNvSpPr/>
            <p:nvPr/>
          </p:nvSpPr>
          <p:spPr>
            <a:xfrm>
              <a:off x="198661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18"/>
            <p:cNvSpPr/>
            <p:nvPr/>
          </p:nvSpPr>
          <p:spPr>
            <a:xfrm>
              <a:off x="210612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8"/>
            <p:cNvSpPr/>
            <p:nvPr/>
          </p:nvSpPr>
          <p:spPr>
            <a:xfrm>
              <a:off x="222563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8"/>
            <p:cNvSpPr/>
            <p:nvPr/>
          </p:nvSpPr>
          <p:spPr>
            <a:xfrm>
              <a:off x="234514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8"/>
            <p:cNvSpPr/>
            <p:nvPr/>
          </p:nvSpPr>
          <p:spPr>
            <a:xfrm>
              <a:off x="246465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8"/>
            <p:cNvSpPr/>
            <p:nvPr/>
          </p:nvSpPr>
          <p:spPr>
            <a:xfrm>
              <a:off x="258415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8"/>
            <p:cNvSpPr/>
            <p:nvPr/>
          </p:nvSpPr>
          <p:spPr>
            <a:xfrm>
              <a:off x="270366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8"/>
            <p:cNvSpPr/>
            <p:nvPr/>
          </p:nvSpPr>
          <p:spPr>
            <a:xfrm>
              <a:off x="282317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8"/>
            <p:cNvSpPr/>
            <p:nvPr/>
          </p:nvSpPr>
          <p:spPr>
            <a:xfrm>
              <a:off x="294268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8"/>
            <p:cNvSpPr/>
            <p:nvPr/>
          </p:nvSpPr>
          <p:spPr>
            <a:xfrm>
              <a:off x="306219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8"/>
            <p:cNvSpPr/>
            <p:nvPr/>
          </p:nvSpPr>
          <p:spPr>
            <a:xfrm>
              <a:off x="3181700"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8"/>
            <p:cNvSpPr/>
            <p:nvPr/>
          </p:nvSpPr>
          <p:spPr>
            <a:xfrm>
              <a:off x="330120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8"/>
            <p:cNvSpPr/>
            <p:nvPr/>
          </p:nvSpPr>
          <p:spPr>
            <a:xfrm>
              <a:off x="342071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18"/>
            <p:cNvSpPr/>
            <p:nvPr/>
          </p:nvSpPr>
          <p:spPr>
            <a:xfrm>
              <a:off x="31350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8"/>
            <p:cNvSpPr/>
            <p:nvPr/>
          </p:nvSpPr>
          <p:spPr>
            <a:xfrm>
              <a:off x="43301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8"/>
            <p:cNvSpPr/>
            <p:nvPr/>
          </p:nvSpPr>
          <p:spPr>
            <a:xfrm>
              <a:off x="55251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8"/>
            <p:cNvSpPr/>
            <p:nvPr/>
          </p:nvSpPr>
          <p:spPr>
            <a:xfrm>
              <a:off x="67202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8"/>
            <p:cNvSpPr/>
            <p:nvPr/>
          </p:nvSpPr>
          <p:spPr>
            <a:xfrm>
              <a:off x="79153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8"/>
            <p:cNvSpPr/>
            <p:nvPr/>
          </p:nvSpPr>
          <p:spPr>
            <a:xfrm>
              <a:off x="91104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8"/>
            <p:cNvSpPr/>
            <p:nvPr/>
          </p:nvSpPr>
          <p:spPr>
            <a:xfrm>
              <a:off x="103055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8"/>
            <p:cNvSpPr/>
            <p:nvPr/>
          </p:nvSpPr>
          <p:spPr>
            <a:xfrm>
              <a:off x="1150060"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18"/>
            <p:cNvSpPr/>
            <p:nvPr/>
          </p:nvSpPr>
          <p:spPr>
            <a:xfrm>
              <a:off x="126956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18"/>
            <p:cNvSpPr/>
            <p:nvPr/>
          </p:nvSpPr>
          <p:spPr>
            <a:xfrm>
              <a:off x="138907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8"/>
            <p:cNvSpPr/>
            <p:nvPr/>
          </p:nvSpPr>
          <p:spPr>
            <a:xfrm>
              <a:off x="1508585"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18"/>
            <p:cNvSpPr/>
            <p:nvPr/>
          </p:nvSpPr>
          <p:spPr>
            <a:xfrm>
              <a:off x="162809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18"/>
            <p:cNvSpPr/>
            <p:nvPr/>
          </p:nvSpPr>
          <p:spPr>
            <a:xfrm>
              <a:off x="174760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8"/>
            <p:cNvSpPr/>
            <p:nvPr/>
          </p:nvSpPr>
          <p:spPr>
            <a:xfrm>
              <a:off x="1867110"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8"/>
            <p:cNvSpPr/>
            <p:nvPr/>
          </p:nvSpPr>
          <p:spPr>
            <a:xfrm>
              <a:off x="198661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8"/>
            <p:cNvSpPr/>
            <p:nvPr/>
          </p:nvSpPr>
          <p:spPr>
            <a:xfrm>
              <a:off x="210612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8"/>
            <p:cNvSpPr/>
            <p:nvPr/>
          </p:nvSpPr>
          <p:spPr>
            <a:xfrm>
              <a:off x="222563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8"/>
            <p:cNvSpPr/>
            <p:nvPr/>
          </p:nvSpPr>
          <p:spPr>
            <a:xfrm>
              <a:off x="234514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8"/>
            <p:cNvSpPr/>
            <p:nvPr/>
          </p:nvSpPr>
          <p:spPr>
            <a:xfrm>
              <a:off x="246465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18"/>
            <p:cNvSpPr/>
            <p:nvPr/>
          </p:nvSpPr>
          <p:spPr>
            <a:xfrm>
              <a:off x="258415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8"/>
            <p:cNvSpPr/>
            <p:nvPr/>
          </p:nvSpPr>
          <p:spPr>
            <a:xfrm>
              <a:off x="270366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18"/>
            <p:cNvSpPr/>
            <p:nvPr/>
          </p:nvSpPr>
          <p:spPr>
            <a:xfrm>
              <a:off x="282317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18"/>
            <p:cNvSpPr/>
            <p:nvPr/>
          </p:nvSpPr>
          <p:spPr>
            <a:xfrm>
              <a:off x="294268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8"/>
            <p:cNvSpPr/>
            <p:nvPr/>
          </p:nvSpPr>
          <p:spPr>
            <a:xfrm>
              <a:off x="306219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18"/>
            <p:cNvSpPr/>
            <p:nvPr/>
          </p:nvSpPr>
          <p:spPr>
            <a:xfrm>
              <a:off x="3181700"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18"/>
            <p:cNvSpPr/>
            <p:nvPr/>
          </p:nvSpPr>
          <p:spPr>
            <a:xfrm>
              <a:off x="330120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8"/>
            <p:cNvSpPr/>
            <p:nvPr/>
          </p:nvSpPr>
          <p:spPr>
            <a:xfrm>
              <a:off x="342071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8"/>
            <p:cNvSpPr/>
            <p:nvPr/>
          </p:nvSpPr>
          <p:spPr>
            <a:xfrm>
              <a:off x="31350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8"/>
            <p:cNvSpPr/>
            <p:nvPr/>
          </p:nvSpPr>
          <p:spPr>
            <a:xfrm>
              <a:off x="43301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18"/>
            <p:cNvSpPr/>
            <p:nvPr/>
          </p:nvSpPr>
          <p:spPr>
            <a:xfrm>
              <a:off x="55251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8"/>
            <p:cNvSpPr/>
            <p:nvPr/>
          </p:nvSpPr>
          <p:spPr>
            <a:xfrm>
              <a:off x="67202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8"/>
            <p:cNvSpPr/>
            <p:nvPr/>
          </p:nvSpPr>
          <p:spPr>
            <a:xfrm>
              <a:off x="79153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8"/>
            <p:cNvSpPr/>
            <p:nvPr/>
          </p:nvSpPr>
          <p:spPr>
            <a:xfrm>
              <a:off x="91104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8"/>
            <p:cNvSpPr/>
            <p:nvPr/>
          </p:nvSpPr>
          <p:spPr>
            <a:xfrm>
              <a:off x="103055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18"/>
            <p:cNvSpPr/>
            <p:nvPr/>
          </p:nvSpPr>
          <p:spPr>
            <a:xfrm>
              <a:off x="1150060"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8"/>
            <p:cNvSpPr/>
            <p:nvPr/>
          </p:nvSpPr>
          <p:spPr>
            <a:xfrm>
              <a:off x="126956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18"/>
            <p:cNvSpPr/>
            <p:nvPr/>
          </p:nvSpPr>
          <p:spPr>
            <a:xfrm>
              <a:off x="138907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8"/>
            <p:cNvSpPr/>
            <p:nvPr/>
          </p:nvSpPr>
          <p:spPr>
            <a:xfrm>
              <a:off x="1508585"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8"/>
            <p:cNvSpPr/>
            <p:nvPr/>
          </p:nvSpPr>
          <p:spPr>
            <a:xfrm>
              <a:off x="162809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8"/>
            <p:cNvSpPr/>
            <p:nvPr/>
          </p:nvSpPr>
          <p:spPr>
            <a:xfrm>
              <a:off x="174760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8"/>
            <p:cNvSpPr/>
            <p:nvPr/>
          </p:nvSpPr>
          <p:spPr>
            <a:xfrm>
              <a:off x="1867110"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8"/>
            <p:cNvSpPr/>
            <p:nvPr/>
          </p:nvSpPr>
          <p:spPr>
            <a:xfrm>
              <a:off x="198661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8"/>
            <p:cNvSpPr/>
            <p:nvPr/>
          </p:nvSpPr>
          <p:spPr>
            <a:xfrm>
              <a:off x="210612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8"/>
            <p:cNvSpPr/>
            <p:nvPr/>
          </p:nvSpPr>
          <p:spPr>
            <a:xfrm>
              <a:off x="222563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18"/>
            <p:cNvSpPr/>
            <p:nvPr/>
          </p:nvSpPr>
          <p:spPr>
            <a:xfrm>
              <a:off x="234514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18"/>
            <p:cNvSpPr/>
            <p:nvPr/>
          </p:nvSpPr>
          <p:spPr>
            <a:xfrm>
              <a:off x="246465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8"/>
            <p:cNvSpPr/>
            <p:nvPr/>
          </p:nvSpPr>
          <p:spPr>
            <a:xfrm>
              <a:off x="258415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18"/>
            <p:cNvSpPr/>
            <p:nvPr/>
          </p:nvSpPr>
          <p:spPr>
            <a:xfrm>
              <a:off x="270366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18"/>
            <p:cNvSpPr/>
            <p:nvPr/>
          </p:nvSpPr>
          <p:spPr>
            <a:xfrm>
              <a:off x="282317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8"/>
            <p:cNvSpPr/>
            <p:nvPr/>
          </p:nvSpPr>
          <p:spPr>
            <a:xfrm>
              <a:off x="294268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8"/>
            <p:cNvSpPr/>
            <p:nvPr/>
          </p:nvSpPr>
          <p:spPr>
            <a:xfrm>
              <a:off x="306219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8"/>
            <p:cNvSpPr/>
            <p:nvPr/>
          </p:nvSpPr>
          <p:spPr>
            <a:xfrm>
              <a:off x="3181700"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8"/>
            <p:cNvSpPr/>
            <p:nvPr/>
          </p:nvSpPr>
          <p:spPr>
            <a:xfrm>
              <a:off x="330120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8"/>
            <p:cNvSpPr/>
            <p:nvPr/>
          </p:nvSpPr>
          <p:spPr>
            <a:xfrm>
              <a:off x="342071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8"/>
            <p:cNvSpPr/>
            <p:nvPr/>
          </p:nvSpPr>
          <p:spPr>
            <a:xfrm>
              <a:off x="31350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8"/>
            <p:cNvSpPr/>
            <p:nvPr/>
          </p:nvSpPr>
          <p:spPr>
            <a:xfrm>
              <a:off x="43301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8"/>
            <p:cNvSpPr/>
            <p:nvPr/>
          </p:nvSpPr>
          <p:spPr>
            <a:xfrm>
              <a:off x="55251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8"/>
            <p:cNvSpPr/>
            <p:nvPr/>
          </p:nvSpPr>
          <p:spPr>
            <a:xfrm>
              <a:off x="67202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8"/>
            <p:cNvSpPr/>
            <p:nvPr/>
          </p:nvSpPr>
          <p:spPr>
            <a:xfrm>
              <a:off x="79153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8"/>
            <p:cNvSpPr/>
            <p:nvPr/>
          </p:nvSpPr>
          <p:spPr>
            <a:xfrm>
              <a:off x="91104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8"/>
            <p:cNvSpPr/>
            <p:nvPr/>
          </p:nvSpPr>
          <p:spPr>
            <a:xfrm>
              <a:off x="103055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8"/>
            <p:cNvSpPr/>
            <p:nvPr/>
          </p:nvSpPr>
          <p:spPr>
            <a:xfrm>
              <a:off x="1150060"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18"/>
            <p:cNvSpPr/>
            <p:nvPr/>
          </p:nvSpPr>
          <p:spPr>
            <a:xfrm>
              <a:off x="126956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18"/>
            <p:cNvSpPr/>
            <p:nvPr/>
          </p:nvSpPr>
          <p:spPr>
            <a:xfrm>
              <a:off x="138907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18"/>
            <p:cNvSpPr/>
            <p:nvPr/>
          </p:nvSpPr>
          <p:spPr>
            <a:xfrm>
              <a:off x="1508585"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8"/>
            <p:cNvSpPr/>
            <p:nvPr/>
          </p:nvSpPr>
          <p:spPr>
            <a:xfrm>
              <a:off x="162809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18"/>
            <p:cNvSpPr/>
            <p:nvPr/>
          </p:nvSpPr>
          <p:spPr>
            <a:xfrm>
              <a:off x="174760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18"/>
            <p:cNvSpPr/>
            <p:nvPr/>
          </p:nvSpPr>
          <p:spPr>
            <a:xfrm>
              <a:off x="1867110"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8"/>
            <p:cNvSpPr/>
            <p:nvPr/>
          </p:nvSpPr>
          <p:spPr>
            <a:xfrm>
              <a:off x="198661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8"/>
            <p:cNvSpPr/>
            <p:nvPr/>
          </p:nvSpPr>
          <p:spPr>
            <a:xfrm>
              <a:off x="210612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18"/>
            <p:cNvSpPr/>
            <p:nvPr/>
          </p:nvSpPr>
          <p:spPr>
            <a:xfrm>
              <a:off x="222563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18"/>
            <p:cNvSpPr/>
            <p:nvPr/>
          </p:nvSpPr>
          <p:spPr>
            <a:xfrm>
              <a:off x="234514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8"/>
            <p:cNvSpPr/>
            <p:nvPr/>
          </p:nvSpPr>
          <p:spPr>
            <a:xfrm>
              <a:off x="246465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8"/>
            <p:cNvSpPr/>
            <p:nvPr/>
          </p:nvSpPr>
          <p:spPr>
            <a:xfrm>
              <a:off x="258415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8"/>
            <p:cNvSpPr/>
            <p:nvPr/>
          </p:nvSpPr>
          <p:spPr>
            <a:xfrm>
              <a:off x="270366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8"/>
            <p:cNvSpPr/>
            <p:nvPr/>
          </p:nvSpPr>
          <p:spPr>
            <a:xfrm>
              <a:off x="282317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8"/>
            <p:cNvSpPr/>
            <p:nvPr/>
          </p:nvSpPr>
          <p:spPr>
            <a:xfrm>
              <a:off x="294268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8"/>
            <p:cNvSpPr/>
            <p:nvPr/>
          </p:nvSpPr>
          <p:spPr>
            <a:xfrm>
              <a:off x="306219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18"/>
            <p:cNvSpPr/>
            <p:nvPr/>
          </p:nvSpPr>
          <p:spPr>
            <a:xfrm>
              <a:off x="3181700"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18"/>
            <p:cNvSpPr/>
            <p:nvPr/>
          </p:nvSpPr>
          <p:spPr>
            <a:xfrm>
              <a:off x="330120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8"/>
            <p:cNvSpPr/>
            <p:nvPr/>
          </p:nvSpPr>
          <p:spPr>
            <a:xfrm>
              <a:off x="342071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8"/>
            <p:cNvSpPr/>
            <p:nvPr/>
          </p:nvSpPr>
          <p:spPr>
            <a:xfrm>
              <a:off x="31350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8"/>
            <p:cNvSpPr/>
            <p:nvPr/>
          </p:nvSpPr>
          <p:spPr>
            <a:xfrm>
              <a:off x="43301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8"/>
            <p:cNvSpPr/>
            <p:nvPr/>
          </p:nvSpPr>
          <p:spPr>
            <a:xfrm>
              <a:off x="55251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8"/>
            <p:cNvSpPr/>
            <p:nvPr/>
          </p:nvSpPr>
          <p:spPr>
            <a:xfrm>
              <a:off x="67202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18"/>
            <p:cNvSpPr/>
            <p:nvPr/>
          </p:nvSpPr>
          <p:spPr>
            <a:xfrm>
              <a:off x="79153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18"/>
            <p:cNvSpPr/>
            <p:nvPr/>
          </p:nvSpPr>
          <p:spPr>
            <a:xfrm>
              <a:off x="91104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8"/>
            <p:cNvSpPr/>
            <p:nvPr/>
          </p:nvSpPr>
          <p:spPr>
            <a:xfrm>
              <a:off x="103055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8"/>
            <p:cNvSpPr/>
            <p:nvPr/>
          </p:nvSpPr>
          <p:spPr>
            <a:xfrm>
              <a:off x="1150060"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8"/>
            <p:cNvSpPr/>
            <p:nvPr/>
          </p:nvSpPr>
          <p:spPr>
            <a:xfrm>
              <a:off x="126956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8"/>
            <p:cNvSpPr/>
            <p:nvPr/>
          </p:nvSpPr>
          <p:spPr>
            <a:xfrm>
              <a:off x="138907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8"/>
            <p:cNvSpPr/>
            <p:nvPr/>
          </p:nvSpPr>
          <p:spPr>
            <a:xfrm>
              <a:off x="1508585"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8"/>
            <p:cNvSpPr/>
            <p:nvPr/>
          </p:nvSpPr>
          <p:spPr>
            <a:xfrm>
              <a:off x="162809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8"/>
            <p:cNvSpPr/>
            <p:nvPr/>
          </p:nvSpPr>
          <p:spPr>
            <a:xfrm>
              <a:off x="174760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8"/>
            <p:cNvSpPr/>
            <p:nvPr/>
          </p:nvSpPr>
          <p:spPr>
            <a:xfrm>
              <a:off x="1867110"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8"/>
            <p:cNvSpPr/>
            <p:nvPr/>
          </p:nvSpPr>
          <p:spPr>
            <a:xfrm>
              <a:off x="198661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8"/>
            <p:cNvSpPr/>
            <p:nvPr/>
          </p:nvSpPr>
          <p:spPr>
            <a:xfrm>
              <a:off x="210612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8"/>
            <p:cNvSpPr/>
            <p:nvPr/>
          </p:nvSpPr>
          <p:spPr>
            <a:xfrm>
              <a:off x="222563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8"/>
            <p:cNvSpPr/>
            <p:nvPr/>
          </p:nvSpPr>
          <p:spPr>
            <a:xfrm>
              <a:off x="234514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8"/>
            <p:cNvSpPr/>
            <p:nvPr/>
          </p:nvSpPr>
          <p:spPr>
            <a:xfrm>
              <a:off x="246465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8"/>
            <p:cNvSpPr/>
            <p:nvPr/>
          </p:nvSpPr>
          <p:spPr>
            <a:xfrm>
              <a:off x="258415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8"/>
            <p:cNvSpPr/>
            <p:nvPr/>
          </p:nvSpPr>
          <p:spPr>
            <a:xfrm>
              <a:off x="270366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8"/>
            <p:cNvSpPr/>
            <p:nvPr/>
          </p:nvSpPr>
          <p:spPr>
            <a:xfrm>
              <a:off x="282317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18"/>
            <p:cNvSpPr/>
            <p:nvPr/>
          </p:nvSpPr>
          <p:spPr>
            <a:xfrm>
              <a:off x="294268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18"/>
            <p:cNvSpPr/>
            <p:nvPr/>
          </p:nvSpPr>
          <p:spPr>
            <a:xfrm>
              <a:off x="306219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8"/>
            <p:cNvSpPr/>
            <p:nvPr/>
          </p:nvSpPr>
          <p:spPr>
            <a:xfrm>
              <a:off x="3181700"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8"/>
            <p:cNvSpPr/>
            <p:nvPr/>
          </p:nvSpPr>
          <p:spPr>
            <a:xfrm>
              <a:off x="330120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8"/>
            <p:cNvSpPr/>
            <p:nvPr/>
          </p:nvSpPr>
          <p:spPr>
            <a:xfrm>
              <a:off x="342071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8"/>
            <p:cNvSpPr/>
            <p:nvPr/>
          </p:nvSpPr>
          <p:spPr>
            <a:xfrm>
              <a:off x="31350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8"/>
            <p:cNvSpPr/>
            <p:nvPr/>
          </p:nvSpPr>
          <p:spPr>
            <a:xfrm>
              <a:off x="43301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8"/>
            <p:cNvSpPr/>
            <p:nvPr/>
          </p:nvSpPr>
          <p:spPr>
            <a:xfrm>
              <a:off x="55251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8"/>
            <p:cNvSpPr/>
            <p:nvPr/>
          </p:nvSpPr>
          <p:spPr>
            <a:xfrm>
              <a:off x="67202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8"/>
            <p:cNvSpPr/>
            <p:nvPr/>
          </p:nvSpPr>
          <p:spPr>
            <a:xfrm>
              <a:off x="79153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8"/>
            <p:cNvSpPr/>
            <p:nvPr/>
          </p:nvSpPr>
          <p:spPr>
            <a:xfrm>
              <a:off x="91104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8"/>
            <p:cNvSpPr/>
            <p:nvPr/>
          </p:nvSpPr>
          <p:spPr>
            <a:xfrm>
              <a:off x="103055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8"/>
            <p:cNvSpPr/>
            <p:nvPr/>
          </p:nvSpPr>
          <p:spPr>
            <a:xfrm>
              <a:off x="1150060"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8"/>
            <p:cNvSpPr/>
            <p:nvPr/>
          </p:nvSpPr>
          <p:spPr>
            <a:xfrm>
              <a:off x="126956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8"/>
            <p:cNvSpPr/>
            <p:nvPr/>
          </p:nvSpPr>
          <p:spPr>
            <a:xfrm>
              <a:off x="138907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8"/>
            <p:cNvSpPr/>
            <p:nvPr/>
          </p:nvSpPr>
          <p:spPr>
            <a:xfrm>
              <a:off x="1508585"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18"/>
            <p:cNvSpPr/>
            <p:nvPr/>
          </p:nvSpPr>
          <p:spPr>
            <a:xfrm>
              <a:off x="162809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18"/>
            <p:cNvSpPr/>
            <p:nvPr/>
          </p:nvSpPr>
          <p:spPr>
            <a:xfrm>
              <a:off x="174760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8"/>
            <p:cNvSpPr/>
            <p:nvPr/>
          </p:nvSpPr>
          <p:spPr>
            <a:xfrm>
              <a:off x="1867110"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8"/>
            <p:cNvSpPr/>
            <p:nvPr/>
          </p:nvSpPr>
          <p:spPr>
            <a:xfrm>
              <a:off x="198661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8"/>
            <p:cNvSpPr/>
            <p:nvPr/>
          </p:nvSpPr>
          <p:spPr>
            <a:xfrm>
              <a:off x="210612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8"/>
            <p:cNvSpPr/>
            <p:nvPr/>
          </p:nvSpPr>
          <p:spPr>
            <a:xfrm>
              <a:off x="222563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18"/>
            <p:cNvSpPr/>
            <p:nvPr/>
          </p:nvSpPr>
          <p:spPr>
            <a:xfrm>
              <a:off x="234514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18"/>
            <p:cNvSpPr/>
            <p:nvPr/>
          </p:nvSpPr>
          <p:spPr>
            <a:xfrm>
              <a:off x="246465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8"/>
            <p:cNvSpPr/>
            <p:nvPr/>
          </p:nvSpPr>
          <p:spPr>
            <a:xfrm>
              <a:off x="258415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8"/>
            <p:cNvSpPr/>
            <p:nvPr/>
          </p:nvSpPr>
          <p:spPr>
            <a:xfrm>
              <a:off x="270366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8"/>
            <p:cNvSpPr/>
            <p:nvPr/>
          </p:nvSpPr>
          <p:spPr>
            <a:xfrm>
              <a:off x="282317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8"/>
            <p:cNvSpPr/>
            <p:nvPr/>
          </p:nvSpPr>
          <p:spPr>
            <a:xfrm>
              <a:off x="294268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8"/>
            <p:cNvSpPr/>
            <p:nvPr/>
          </p:nvSpPr>
          <p:spPr>
            <a:xfrm>
              <a:off x="306219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8"/>
            <p:cNvSpPr/>
            <p:nvPr/>
          </p:nvSpPr>
          <p:spPr>
            <a:xfrm>
              <a:off x="3181700"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8"/>
            <p:cNvSpPr/>
            <p:nvPr/>
          </p:nvSpPr>
          <p:spPr>
            <a:xfrm>
              <a:off x="330120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8"/>
            <p:cNvSpPr/>
            <p:nvPr/>
          </p:nvSpPr>
          <p:spPr>
            <a:xfrm>
              <a:off x="342071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8"/>
            <p:cNvSpPr/>
            <p:nvPr/>
          </p:nvSpPr>
          <p:spPr>
            <a:xfrm>
              <a:off x="31350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18"/>
            <p:cNvSpPr/>
            <p:nvPr/>
          </p:nvSpPr>
          <p:spPr>
            <a:xfrm>
              <a:off x="43301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18"/>
            <p:cNvSpPr/>
            <p:nvPr/>
          </p:nvSpPr>
          <p:spPr>
            <a:xfrm>
              <a:off x="55251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8"/>
            <p:cNvSpPr/>
            <p:nvPr/>
          </p:nvSpPr>
          <p:spPr>
            <a:xfrm>
              <a:off x="67202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8"/>
            <p:cNvSpPr/>
            <p:nvPr/>
          </p:nvSpPr>
          <p:spPr>
            <a:xfrm>
              <a:off x="79153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8"/>
            <p:cNvSpPr/>
            <p:nvPr/>
          </p:nvSpPr>
          <p:spPr>
            <a:xfrm>
              <a:off x="91104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8"/>
            <p:cNvSpPr/>
            <p:nvPr/>
          </p:nvSpPr>
          <p:spPr>
            <a:xfrm>
              <a:off x="103055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18"/>
            <p:cNvSpPr/>
            <p:nvPr/>
          </p:nvSpPr>
          <p:spPr>
            <a:xfrm>
              <a:off x="1150060"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18"/>
            <p:cNvSpPr/>
            <p:nvPr/>
          </p:nvSpPr>
          <p:spPr>
            <a:xfrm>
              <a:off x="126956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8"/>
            <p:cNvSpPr/>
            <p:nvPr/>
          </p:nvSpPr>
          <p:spPr>
            <a:xfrm>
              <a:off x="138907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8"/>
            <p:cNvSpPr/>
            <p:nvPr/>
          </p:nvSpPr>
          <p:spPr>
            <a:xfrm>
              <a:off x="1508585"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8"/>
            <p:cNvSpPr/>
            <p:nvPr/>
          </p:nvSpPr>
          <p:spPr>
            <a:xfrm>
              <a:off x="162809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8"/>
            <p:cNvSpPr/>
            <p:nvPr/>
          </p:nvSpPr>
          <p:spPr>
            <a:xfrm>
              <a:off x="174760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8"/>
            <p:cNvSpPr/>
            <p:nvPr/>
          </p:nvSpPr>
          <p:spPr>
            <a:xfrm>
              <a:off x="1867110"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8"/>
            <p:cNvSpPr/>
            <p:nvPr/>
          </p:nvSpPr>
          <p:spPr>
            <a:xfrm>
              <a:off x="198661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8"/>
            <p:cNvSpPr/>
            <p:nvPr/>
          </p:nvSpPr>
          <p:spPr>
            <a:xfrm>
              <a:off x="210612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8"/>
            <p:cNvSpPr/>
            <p:nvPr/>
          </p:nvSpPr>
          <p:spPr>
            <a:xfrm>
              <a:off x="222563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8"/>
            <p:cNvSpPr/>
            <p:nvPr/>
          </p:nvSpPr>
          <p:spPr>
            <a:xfrm>
              <a:off x="234514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8"/>
            <p:cNvSpPr/>
            <p:nvPr/>
          </p:nvSpPr>
          <p:spPr>
            <a:xfrm>
              <a:off x="246465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8"/>
            <p:cNvSpPr/>
            <p:nvPr/>
          </p:nvSpPr>
          <p:spPr>
            <a:xfrm>
              <a:off x="258415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8"/>
            <p:cNvSpPr/>
            <p:nvPr/>
          </p:nvSpPr>
          <p:spPr>
            <a:xfrm>
              <a:off x="270366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8"/>
            <p:cNvSpPr/>
            <p:nvPr/>
          </p:nvSpPr>
          <p:spPr>
            <a:xfrm>
              <a:off x="282317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8"/>
            <p:cNvSpPr/>
            <p:nvPr/>
          </p:nvSpPr>
          <p:spPr>
            <a:xfrm>
              <a:off x="294268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8"/>
            <p:cNvSpPr/>
            <p:nvPr/>
          </p:nvSpPr>
          <p:spPr>
            <a:xfrm>
              <a:off x="306219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8"/>
            <p:cNvSpPr/>
            <p:nvPr/>
          </p:nvSpPr>
          <p:spPr>
            <a:xfrm>
              <a:off x="3181700"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8"/>
            <p:cNvSpPr/>
            <p:nvPr/>
          </p:nvSpPr>
          <p:spPr>
            <a:xfrm>
              <a:off x="330120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8"/>
            <p:cNvSpPr/>
            <p:nvPr/>
          </p:nvSpPr>
          <p:spPr>
            <a:xfrm>
              <a:off x="342071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8"/>
            <p:cNvSpPr/>
            <p:nvPr/>
          </p:nvSpPr>
          <p:spPr>
            <a:xfrm>
              <a:off x="31350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18"/>
            <p:cNvSpPr/>
            <p:nvPr/>
          </p:nvSpPr>
          <p:spPr>
            <a:xfrm>
              <a:off x="43301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18"/>
            <p:cNvSpPr/>
            <p:nvPr/>
          </p:nvSpPr>
          <p:spPr>
            <a:xfrm>
              <a:off x="55251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8"/>
            <p:cNvSpPr/>
            <p:nvPr/>
          </p:nvSpPr>
          <p:spPr>
            <a:xfrm>
              <a:off x="67202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8"/>
            <p:cNvSpPr/>
            <p:nvPr/>
          </p:nvSpPr>
          <p:spPr>
            <a:xfrm>
              <a:off x="79153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8"/>
            <p:cNvSpPr/>
            <p:nvPr/>
          </p:nvSpPr>
          <p:spPr>
            <a:xfrm>
              <a:off x="91104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8"/>
            <p:cNvSpPr/>
            <p:nvPr/>
          </p:nvSpPr>
          <p:spPr>
            <a:xfrm>
              <a:off x="103055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8"/>
            <p:cNvSpPr/>
            <p:nvPr/>
          </p:nvSpPr>
          <p:spPr>
            <a:xfrm>
              <a:off x="1150060"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8"/>
            <p:cNvSpPr/>
            <p:nvPr/>
          </p:nvSpPr>
          <p:spPr>
            <a:xfrm>
              <a:off x="126956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8"/>
            <p:cNvSpPr/>
            <p:nvPr/>
          </p:nvSpPr>
          <p:spPr>
            <a:xfrm>
              <a:off x="138907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8"/>
            <p:cNvSpPr/>
            <p:nvPr/>
          </p:nvSpPr>
          <p:spPr>
            <a:xfrm>
              <a:off x="1508585"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8"/>
            <p:cNvSpPr/>
            <p:nvPr/>
          </p:nvSpPr>
          <p:spPr>
            <a:xfrm>
              <a:off x="162809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8"/>
            <p:cNvSpPr/>
            <p:nvPr/>
          </p:nvSpPr>
          <p:spPr>
            <a:xfrm>
              <a:off x="174760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18"/>
            <p:cNvSpPr/>
            <p:nvPr/>
          </p:nvSpPr>
          <p:spPr>
            <a:xfrm>
              <a:off x="1867110"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18"/>
            <p:cNvSpPr/>
            <p:nvPr/>
          </p:nvSpPr>
          <p:spPr>
            <a:xfrm>
              <a:off x="198661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8"/>
            <p:cNvSpPr/>
            <p:nvPr/>
          </p:nvSpPr>
          <p:spPr>
            <a:xfrm>
              <a:off x="210612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8"/>
            <p:cNvSpPr/>
            <p:nvPr/>
          </p:nvSpPr>
          <p:spPr>
            <a:xfrm>
              <a:off x="222563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8"/>
            <p:cNvSpPr/>
            <p:nvPr/>
          </p:nvSpPr>
          <p:spPr>
            <a:xfrm>
              <a:off x="234514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8"/>
            <p:cNvSpPr/>
            <p:nvPr/>
          </p:nvSpPr>
          <p:spPr>
            <a:xfrm>
              <a:off x="246465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18"/>
            <p:cNvSpPr/>
            <p:nvPr/>
          </p:nvSpPr>
          <p:spPr>
            <a:xfrm>
              <a:off x="258415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18"/>
            <p:cNvSpPr/>
            <p:nvPr/>
          </p:nvSpPr>
          <p:spPr>
            <a:xfrm>
              <a:off x="270366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8"/>
            <p:cNvSpPr/>
            <p:nvPr/>
          </p:nvSpPr>
          <p:spPr>
            <a:xfrm>
              <a:off x="282317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8"/>
            <p:cNvSpPr/>
            <p:nvPr/>
          </p:nvSpPr>
          <p:spPr>
            <a:xfrm>
              <a:off x="294268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8"/>
            <p:cNvSpPr/>
            <p:nvPr/>
          </p:nvSpPr>
          <p:spPr>
            <a:xfrm>
              <a:off x="306219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8"/>
            <p:cNvSpPr/>
            <p:nvPr/>
          </p:nvSpPr>
          <p:spPr>
            <a:xfrm>
              <a:off x="3181700"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8"/>
            <p:cNvSpPr/>
            <p:nvPr/>
          </p:nvSpPr>
          <p:spPr>
            <a:xfrm>
              <a:off x="330120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8"/>
            <p:cNvSpPr/>
            <p:nvPr/>
          </p:nvSpPr>
          <p:spPr>
            <a:xfrm>
              <a:off x="342071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18"/>
            <p:cNvSpPr/>
            <p:nvPr/>
          </p:nvSpPr>
          <p:spPr>
            <a:xfrm>
              <a:off x="31350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18"/>
            <p:cNvSpPr/>
            <p:nvPr/>
          </p:nvSpPr>
          <p:spPr>
            <a:xfrm>
              <a:off x="43301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8"/>
            <p:cNvSpPr/>
            <p:nvPr/>
          </p:nvSpPr>
          <p:spPr>
            <a:xfrm>
              <a:off x="55251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8"/>
            <p:cNvSpPr/>
            <p:nvPr/>
          </p:nvSpPr>
          <p:spPr>
            <a:xfrm>
              <a:off x="67202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8"/>
            <p:cNvSpPr/>
            <p:nvPr/>
          </p:nvSpPr>
          <p:spPr>
            <a:xfrm>
              <a:off x="79153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8"/>
            <p:cNvSpPr/>
            <p:nvPr/>
          </p:nvSpPr>
          <p:spPr>
            <a:xfrm>
              <a:off x="91104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8"/>
            <p:cNvSpPr/>
            <p:nvPr/>
          </p:nvSpPr>
          <p:spPr>
            <a:xfrm>
              <a:off x="103055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8"/>
            <p:cNvSpPr/>
            <p:nvPr/>
          </p:nvSpPr>
          <p:spPr>
            <a:xfrm>
              <a:off x="1150060"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8"/>
            <p:cNvSpPr/>
            <p:nvPr/>
          </p:nvSpPr>
          <p:spPr>
            <a:xfrm>
              <a:off x="126956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8"/>
            <p:cNvSpPr/>
            <p:nvPr/>
          </p:nvSpPr>
          <p:spPr>
            <a:xfrm>
              <a:off x="138907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8"/>
            <p:cNvSpPr/>
            <p:nvPr/>
          </p:nvSpPr>
          <p:spPr>
            <a:xfrm>
              <a:off x="1508585"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8"/>
            <p:cNvSpPr/>
            <p:nvPr/>
          </p:nvSpPr>
          <p:spPr>
            <a:xfrm>
              <a:off x="162809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18"/>
            <p:cNvSpPr/>
            <p:nvPr/>
          </p:nvSpPr>
          <p:spPr>
            <a:xfrm>
              <a:off x="174760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18"/>
            <p:cNvSpPr/>
            <p:nvPr/>
          </p:nvSpPr>
          <p:spPr>
            <a:xfrm>
              <a:off x="1867110"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8"/>
            <p:cNvSpPr/>
            <p:nvPr/>
          </p:nvSpPr>
          <p:spPr>
            <a:xfrm>
              <a:off x="198661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8"/>
            <p:cNvSpPr/>
            <p:nvPr/>
          </p:nvSpPr>
          <p:spPr>
            <a:xfrm>
              <a:off x="210612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8"/>
            <p:cNvSpPr/>
            <p:nvPr/>
          </p:nvSpPr>
          <p:spPr>
            <a:xfrm>
              <a:off x="222563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8"/>
            <p:cNvSpPr/>
            <p:nvPr/>
          </p:nvSpPr>
          <p:spPr>
            <a:xfrm>
              <a:off x="234514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8"/>
            <p:cNvSpPr/>
            <p:nvPr/>
          </p:nvSpPr>
          <p:spPr>
            <a:xfrm>
              <a:off x="246465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18"/>
            <p:cNvSpPr/>
            <p:nvPr/>
          </p:nvSpPr>
          <p:spPr>
            <a:xfrm>
              <a:off x="258415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18"/>
            <p:cNvSpPr/>
            <p:nvPr/>
          </p:nvSpPr>
          <p:spPr>
            <a:xfrm>
              <a:off x="270366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8"/>
            <p:cNvSpPr/>
            <p:nvPr/>
          </p:nvSpPr>
          <p:spPr>
            <a:xfrm>
              <a:off x="282317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8"/>
            <p:cNvSpPr/>
            <p:nvPr/>
          </p:nvSpPr>
          <p:spPr>
            <a:xfrm>
              <a:off x="294268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8"/>
            <p:cNvSpPr/>
            <p:nvPr/>
          </p:nvSpPr>
          <p:spPr>
            <a:xfrm>
              <a:off x="306219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8"/>
            <p:cNvSpPr/>
            <p:nvPr/>
          </p:nvSpPr>
          <p:spPr>
            <a:xfrm>
              <a:off x="3181700"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8"/>
            <p:cNvSpPr/>
            <p:nvPr/>
          </p:nvSpPr>
          <p:spPr>
            <a:xfrm>
              <a:off x="330120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8"/>
            <p:cNvSpPr/>
            <p:nvPr/>
          </p:nvSpPr>
          <p:spPr>
            <a:xfrm>
              <a:off x="342071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8"/>
            <p:cNvSpPr/>
            <p:nvPr/>
          </p:nvSpPr>
          <p:spPr>
            <a:xfrm>
              <a:off x="31350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8"/>
            <p:cNvSpPr/>
            <p:nvPr/>
          </p:nvSpPr>
          <p:spPr>
            <a:xfrm>
              <a:off x="43301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8"/>
            <p:cNvSpPr/>
            <p:nvPr/>
          </p:nvSpPr>
          <p:spPr>
            <a:xfrm>
              <a:off x="55251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8"/>
            <p:cNvSpPr/>
            <p:nvPr/>
          </p:nvSpPr>
          <p:spPr>
            <a:xfrm>
              <a:off x="67202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18"/>
            <p:cNvSpPr/>
            <p:nvPr/>
          </p:nvSpPr>
          <p:spPr>
            <a:xfrm>
              <a:off x="79153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8"/>
            <p:cNvSpPr/>
            <p:nvPr/>
          </p:nvSpPr>
          <p:spPr>
            <a:xfrm>
              <a:off x="91104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8"/>
            <p:cNvSpPr/>
            <p:nvPr/>
          </p:nvSpPr>
          <p:spPr>
            <a:xfrm>
              <a:off x="103055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8"/>
            <p:cNvSpPr/>
            <p:nvPr/>
          </p:nvSpPr>
          <p:spPr>
            <a:xfrm>
              <a:off x="1150060"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8"/>
            <p:cNvSpPr/>
            <p:nvPr/>
          </p:nvSpPr>
          <p:spPr>
            <a:xfrm>
              <a:off x="126956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8"/>
            <p:cNvSpPr/>
            <p:nvPr/>
          </p:nvSpPr>
          <p:spPr>
            <a:xfrm>
              <a:off x="138907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8"/>
            <p:cNvSpPr/>
            <p:nvPr/>
          </p:nvSpPr>
          <p:spPr>
            <a:xfrm>
              <a:off x="1508585"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18"/>
            <p:cNvSpPr/>
            <p:nvPr/>
          </p:nvSpPr>
          <p:spPr>
            <a:xfrm>
              <a:off x="162809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18"/>
            <p:cNvSpPr/>
            <p:nvPr/>
          </p:nvSpPr>
          <p:spPr>
            <a:xfrm>
              <a:off x="174760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8"/>
            <p:cNvSpPr/>
            <p:nvPr/>
          </p:nvSpPr>
          <p:spPr>
            <a:xfrm>
              <a:off x="1867110"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8"/>
            <p:cNvSpPr/>
            <p:nvPr/>
          </p:nvSpPr>
          <p:spPr>
            <a:xfrm>
              <a:off x="198661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8"/>
            <p:cNvSpPr/>
            <p:nvPr/>
          </p:nvSpPr>
          <p:spPr>
            <a:xfrm>
              <a:off x="210612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8"/>
            <p:cNvSpPr/>
            <p:nvPr/>
          </p:nvSpPr>
          <p:spPr>
            <a:xfrm>
              <a:off x="222563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8"/>
            <p:cNvSpPr/>
            <p:nvPr/>
          </p:nvSpPr>
          <p:spPr>
            <a:xfrm>
              <a:off x="234514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8"/>
            <p:cNvSpPr/>
            <p:nvPr/>
          </p:nvSpPr>
          <p:spPr>
            <a:xfrm>
              <a:off x="246465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8"/>
            <p:cNvSpPr/>
            <p:nvPr/>
          </p:nvSpPr>
          <p:spPr>
            <a:xfrm>
              <a:off x="258415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8"/>
            <p:cNvSpPr/>
            <p:nvPr/>
          </p:nvSpPr>
          <p:spPr>
            <a:xfrm>
              <a:off x="270366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18"/>
            <p:cNvSpPr/>
            <p:nvPr/>
          </p:nvSpPr>
          <p:spPr>
            <a:xfrm>
              <a:off x="282317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8"/>
            <p:cNvSpPr/>
            <p:nvPr/>
          </p:nvSpPr>
          <p:spPr>
            <a:xfrm>
              <a:off x="294268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8"/>
            <p:cNvSpPr/>
            <p:nvPr/>
          </p:nvSpPr>
          <p:spPr>
            <a:xfrm>
              <a:off x="306219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8"/>
            <p:cNvSpPr/>
            <p:nvPr/>
          </p:nvSpPr>
          <p:spPr>
            <a:xfrm>
              <a:off x="3181700"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8"/>
            <p:cNvSpPr/>
            <p:nvPr/>
          </p:nvSpPr>
          <p:spPr>
            <a:xfrm>
              <a:off x="330120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8"/>
            <p:cNvSpPr/>
            <p:nvPr/>
          </p:nvSpPr>
          <p:spPr>
            <a:xfrm>
              <a:off x="342071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4413"/>
        <p:cNvGrpSpPr/>
        <p:nvPr/>
      </p:nvGrpSpPr>
      <p:grpSpPr>
        <a:xfrm>
          <a:off x="0" y="0"/>
          <a:ext cx="0" cy="0"/>
          <a:chOff x="0" y="0"/>
          <a:chExt cx="0" cy="0"/>
        </a:xfrm>
      </p:grpSpPr>
      <p:sp>
        <p:nvSpPr>
          <p:cNvPr id="14414" name="Google Shape;14414;p19"/>
          <p:cNvSpPr txBox="1">
            <a:spLocks noGrp="1"/>
          </p:cNvSpPr>
          <p:nvPr>
            <p:ph type="subTitle" idx="1"/>
          </p:nvPr>
        </p:nvSpPr>
        <p:spPr>
          <a:xfrm>
            <a:off x="720000" y="1569663"/>
            <a:ext cx="2560200" cy="27432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15" name="Google Shape;14415;p19"/>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4416" name="Google Shape;14416;p19"/>
          <p:cNvGrpSpPr/>
          <p:nvPr/>
        </p:nvGrpSpPr>
        <p:grpSpPr>
          <a:xfrm>
            <a:off x="313503" y="376409"/>
            <a:ext cx="8516819" cy="562035"/>
            <a:chOff x="313503" y="376409"/>
            <a:chExt cx="8516819" cy="562035"/>
          </a:xfrm>
        </p:grpSpPr>
        <p:sp>
          <p:nvSpPr>
            <p:cNvPr id="14417" name="Google Shape;14417;p19"/>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19"/>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19"/>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9"/>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9"/>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9"/>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9"/>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9"/>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9"/>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9"/>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9"/>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9"/>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9"/>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9"/>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9"/>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9"/>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9"/>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19"/>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19"/>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9"/>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9"/>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9"/>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9"/>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9"/>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19"/>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19"/>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9"/>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9"/>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9"/>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9"/>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9"/>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9"/>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19"/>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19"/>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9"/>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9"/>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9"/>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9"/>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9"/>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9"/>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9"/>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9"/>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9"/>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9"/>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9"/>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9"/>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9"/>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9"/>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14465"/>
        <p:cNvGrpSpPr/>
        <p:nvPr/>
      </p:nvGrpSpPr>
      <p:grpSpPr>
        <a:xfrm>
          <a:off x="0" y="0"/>
          <a:ext cx="0" cy="0"/>
          <a:chOff x="0" y="0"/>
          <a:chExt cx="0" cy="0"/>
        </a:xfrm>
      </p:grpSpPr>
      <p:sp>
        <p:nvSpPr>
          <p:cNvPr id="14466" name="Google Shape;14466;p20"/>
          <p:cNvSpPr txBox="1">
            <a:spLocks noGrp="1"/>
          </p:cNvSpPr>
          <p:nvPr>
            <p:ph type="subTitle" idx="1"/>
          </p:nvPr>
        </p:nvSpPr>
        <p:spPr>
          <a:xfrm>
            <a:off x="2240350" y="4238976"/>
            <a:ext cx="4663500" cy="4572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67" name="Google Shape;14467;p20"/>
          <p:cNvSpPr txBox="1">
            <a:spLocks noGrp="1"/>
          </p:cNvSpPr>
          <p:nvPr>
            <p:ph type="title"/>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4468" name="Google Shape;14468;p20"/>
          <p:cNvGrpSpPr/>
          <p:nvPr/>
        </p:nvGrpSpPr>
        <p:grpSpPr>
          <a:xfrm>
            <a:off x="313503" y="376409"/>
            <a:ext cx="8516819" cy="562035"/>
            <a:chOff x="313503" y="376409"/>
            <a:chExt cx="8516819" cy="562035"/>
          </a:xfrm>
        </p:grpSpPr>
        <p:sp>
          <p:nvSpPr>
            <p:cNvPr id="14469" name="Google Shape;14469;p20"/>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20"/>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20"/>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20"/>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20"/>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20"/>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20"/>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20"/>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20"/>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20"/>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20"/>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20"/>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20"/>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20"/>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20"/>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20"/>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20"/>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20"/>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20"/>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20"/>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20"/>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20"/>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20"/>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20"/>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20"/>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20"/>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20"/>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20"/>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20"/>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20"/>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20"/>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20"/>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20"/>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20"/>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20"/>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20"/>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20"/>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20"/>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20"/>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20"/>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20"/>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20"/>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20"/>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20"/>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20"/>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20"/>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20"/>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20"/>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2">
  <p:cSld name="CUSTOM_1_1">
    <p:spTree>
      <p:nvGrpSpPr>
        <p:cNvPr id="1" name="Shape 14517"/>
        <p:cNvGrpSpPr/>
        <p:nvPr/>
      </p:nvGrpSpPr>
      <p:grpSpPr>
        <a:xfrm>
          <a:off x="0" y="0"/>
          <a:ext cx="0" cy="0"/>
          <a:chOff x="0" y="0"/>
          <a:chExt cx="0" cy="0"/>
        </a:xfrm>
      </p:grpSpPr>
      <p:sp>
        <p:nvSpPr>
          <p:cNvPr id="14518" name="Google Shape;14518;p21"/>
          <p:cNvSpPr txBox="1">
            <a:spLocks noGrp="1"/>
          </p:cNvSpPr>
          <p:nvPr>
            <p:ph type="subTitle" idx="1"/>
          </p:nvPr>
        </p:nvSpPr>
        <p:spPr>
          <a:xfrm>
            <a:off x="2240250" y="3535375"/>
            <a:ext cx="4663500" cy="9966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519" name="Google Shape;14519;p21"/>
          <p:cNvSpPr txBox="1">
            <a:spLocks noGrp="1"/>
          </p:cNvSpPr>
          <p:nvPr>
            <p:ph type="title"/>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4520" name="Google Shape;14520;p21"/>
          <p:cNvGrpSpPr/>
          <p:nvPr/>
        </p:nvGrpSpPr>
        <p:grpSpPr>
          <a:xfrm>
            <a:off x="313503" y="376409"/>
            <a:ext cx="8516819" cy="562035"/>
            <a:chOff x="313503" y="376409"/>
            <a:chExt cx="8516819" cy="562035"/>
          </a:xfrm>
        </p:grpSpPr>
        <p:sp>
          <p:nvSpPr>
            <p:cNvPr id="14521" name="Google Shape;14521;p21"/>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21"/>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21"/>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21"/>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21"/>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21"/>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21"/>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21"/>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21"/>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21"/>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21"/>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21"/>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21"/>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21"/>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21"/>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21"/>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21"/>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21"/>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21"/>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21"/>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21"/>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21"/>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21"/>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21"/>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21"/>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21"/>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21"/>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21"/>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21"/>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21"/>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21"/>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21"/>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21"/>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21"/>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21"/>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21"/>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21"/>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21"/>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21"/>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21"/>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21"/>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21"/>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21"/>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21"/>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21"/>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21"/>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21"/>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21"/>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9" name="Google Shape;14569;p21"/>
          <p:cNvSpPr>
            <a:spLocks noGrp="1"/>
          </p:cNvSpPr>
          <p:nvPr>
            <p:ph type="pic" idx="2"/>
          </p:nvPr>
        </p:nvSpPr>
        <p:spPr>
          <a:xfrm>
            <a:off x="2360400" y="1312000"/>
            <a:ext cx="4423200" cy="1899300"/>
          </a:xfrm>
          <a:prstGeom prst="rect">
            <a:avLst/>
          </a:prstGeom>
          <a:noFill/>
          <a:ln w="9525" cap="flat" cmpd="sng">
            <a:solidFill>
              <a:schemeClr val="dk1"/>
            </a:solidFill>
            <a:prstDash val="solid"/>
            <a:round/>
            <a:headEnd type="none" w="sm" len="sm"/>
            <a:tailEnd type="none" w="sm" len="sm"/>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3">
  <p:cSld name="SECTION_TITLE_AND_DESCRIPTION_1">
    <p:spTree>
      <p:nvGrpSpPr>
        <p:cNvPr id="1" name="Shape 14570"/>
        <p:cNvGrpSpPr/>
        <p:nvPr/>
      </p:nvGrpSpPr>
      <p:grpSpPr>
        <a:xfrm>
          <a:off x="0" y="0"/>
          <a:ext cx="0" cy="0"/>
          <a:chOff x="0" y="0"/>
          <a:chExt cx="0" cy="0"/>
        </a:xfrm>
      </p:grpSpPr>
      <p:grpSp>
        <p:nvGrpSpPr>
          <p:cNvPr id="14571" name="Google Shape;14571;p22"/>
          <p:cNvGrpSpPr/>
          <p:nvPr/>
        </p:nvGrpSpPr>
        <p:grpSpPr>
          <a:xfrm>
            <a:off x="313503" y="540001"/>
            <a:ext cx="2541162" cy="4063556"/>
            <a:chOff x="313503" y="540001"/>
            <a:chExt cx="2541162" cy="4063556"/>
          </a:xfrm>
        </p:grpSpPr>
        <p:sp>
          <p:nvSpPr>
            <p:cNvPr id="14572" name="Google Shape;14572;p22"/>
            <p:cNvSpPr/>
            <p:nvPr/>
          </p:nvSpPr>
          <p:spPr>
            <a:xfrm>
              <a:off x="31350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22"/>
            <p:cNvSpPr/>
            <p:nvPr/>
          </p:nvSpPr>
          <p:spPr>
            <a:xfrm>
              <a:off x="43301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22"/>
            <p:cNvSpPr/>
            <p:nvPr/>
          </p:nvSpPr>
          <p:spPr>
            <a:xfrm>
              <a:off x="55251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22"/>
            <p:cNvSpPr/>
            <p:nvPr/>
          </p:nvSpPr>
          <p:spPr>
            <a:xfrm>
              <a:off x="67202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22"/>
            <p:cNvSpPr/>
            <p:nvPr/>
          </p:nvSpPr>
          <p:spPr>
            <a:xfrm>
              <a:off x="79153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22"/>
            <p:cNvSpPr/>
            <p:nvPr/>
          </p:nvSpPr>
          <p:spPr>
            <a:xfrm>
              <a:off x="91104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22"/>
            <p:cNvSpPr/>
            <p:nvPr/>
          </p:nvSpPr>
          <p:spPr>
            <a:xfrm>
              <a:off x="1030552"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22"/>
            <p:cNvSpPr/>
            <p:nvPr/>
          </p:nvSpPr>
          <p:spPr>
            <a:xfrm>
              <a:off x="115006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22"/>
            <p:cNvSpPr/>
            <p:nvPr/>
          </p:nvSpPr>
          <p:spPr>
            <a:xfrm>
              <a:off x="126956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22"/>
            <p:cNvSpPr/>
            <p:nvPr/>
          </p:nvSpPr>
          <p:spPr>
            <a:xfrm>
              <a:off x="138907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22"/>
            <p:cNvSpPr/>
            <p:nvPr/>
          </p:nvSpPr>
          <p:spPr>
            <a:xfrm>
              <a:off x="1508585"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22"/>
            <p:cNvSpPr/>
            <p:nvPr/>
          </p:nvSpPr>
          <p:spPr>
            <a:xfrm>
              <a:off x="162809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22"/>
            <p:cNvSpPr/>
            <p:nvPr/>
          </p:nvSpPr>
          <p:spPr>
            <a:xfrm>
              <a:off x="174760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22"/>
            <p:cNvSpPr/>
            <p:nvPr/>
          </p:nvSpPr>
          <p:spPr>
            <a:xfrm>
              <a:off x="186711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22"/>
            <p:cNvSpPr/>
            <p:nvPr/>
          </p:nvSpPr>
          <p:spPr>
            <a:xfrm>
              <a:off x="198661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22"/>
            <p:cNvSpPr/>
            <p:nvPr/>
          </p:nvSpPr>
          <p:spPr>
            <a:xfrm>
              <a:off x="210612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22"/>
            <p:cNvSpPr/>
            <p:nvPr/>
          </p:nvSpPr>
          <p:spPr>
            <a:xfrm>
              <a:off x="222563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22"/>
            <p:cNvSpPr/>
            <p:nvPr/>
          </p:nvSpPr>
          <p:spPr>
            <a:xfrm>
              <a:off x="234514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22"/>
            <p:cNvSpPr/>
            <p:nvPr/>
          </p:nvSpPr>
          <p:spPr>
            <a:xfrm>
              <a:off x="246465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22"/>
            <p:cNvSpPr/>
            <p:nvPr/>
          </p:nvSpPr>
          <p:spPr>
            <a:xfrm>
              <a:off x="258415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22"/>
            <p:cNvSpPr/>
            <p:nvPr/>
          </p:nvSpPr>
          <p:spPr>
            <a:xfrm>
              <a:off x="270366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22"/>
            <p:cNvSpPr/>
            <p:nvPr/>
          </p:nvSpPr>
          <p:spPr>
            <a:xfrm>
              <a:off x="282317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22"/>
            <p:cNvSpPr/>
            <p:nvPr/>
          </p:nvSpPr>
          <p:spPr>
            <a:xfrm>
              <a:off x="31350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22"/>
            <p:cNvSpPr/>
            <p:nvPr/>
          </p:nvSpPr>
          <p:spPr>
            <a:xfrm>
              <a:off x="43301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22"/>
            <p:cNvSpPr/>
            <p:nvPr/>
          </p:nvSpPr>
          <p:spPr>
            <a:xfrm>
              <a:off x="55251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22"/>
            <p:cNvSpPr/>
            <p:nvPr/>
          </p:nvSpPr>
          <p:spPr>
            <a:xfrm>
              <a:off x="67202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22"/>
            <p:cNvSpPr/>
            <p:nvPr/>
          </p:nvSpPr>
          <p:spPr>
            <a:xfrm>
              <a:off x="79153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22"/>
            <p:cNvSpPr/>
            <p:nvPr/>
          </p:nvSpPr>
          <p:spPr>
            <a:xfrm>
              <a:off x="91104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22"/>
            <p:cNvSpPr/>
            <p:nvPr/>
          </p:nvSpPr>
          <p:spPr>
            <a:xfrm>
              <a:off x="1030552"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22"/>
            <p:cNvSpPr/>
            <p:nvPr/>
          </p:nvSpPr>
          <p:spPr>
            <a:xfrm>
              <a:off x="115006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22"/>
            <p:cNvSpPr/>
            <p:nvPr/>
          </p:nvSpPr>
          <p:spPr>
            <a:xfrm>
              <a:off x="126956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22"/>
            <p:cNvSpPr/>
            <p:nvPr/>
          </p:nvSpPr>
          <p:spPr>
            <a:xfrm>
              <a:off x="138907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22"/>
            <p:cNvSpPr/>
            <p:nvPr/>
          </p:nvSpPr>
          <p:spPr>
            <a:xfrm>
              <a:off x="1508585"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22"/>
            <p:cNvSpPr/>
            <p:nvPr/>
          </p:nvSpPr>
          <p:spPr>
            <a:xfrm>
              <a:off x="162809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22"/>
            <p:cNvSpPr/>
            <p:nvPr/>
          </p:nvSpPr>
          <p:spPr>
            <a:xfrm>
              <a:off x="174760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22"/>
            <p:cNvSpPr/>
            <p:nvPr/>
          </p:nvSpPr>
          <p:spPr>
            <a:xfrm>
              <a:off x="186711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22"/>
            <p:cNvSpPr/>
            <p:nvPr/>
          </p:nvSpPr>
          <p:spPr>
            <a:xfrm>
              <a:off x="198661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22"/>
            <p:cNvSpPr/>
            <p:nvPr/>
          </p:nvSpPr>
          <p:spPr>
            <a:xfrm>
              <a:off x="210612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22"/>
            <p:cNvSpPr/>
            <p:nvPr/>
          </p:nvSpPr>
          <p:spPr>
            <a:xfrm>
              <a:off x="222563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22"/>
            <p:cNvSpPr/>
            <p:nvPr/>
          </p:nvSpPr>
          <p:spPr>
            <a:xfrm>
              <a:off x="234514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22"/>
            <p:cNvSpPr/>
            <p:nvPr/>
          </p:nvSpPr>
          <p:spPr>
            <a:xfrm>
              <a:off x="246465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22"/>
            <p:cNvSpPr/>
            <p:nvPr/>
          </p:nvSpPr>
          <p:spPr>
            <a:xfrm>
              <a:off x="258415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22"/>
            <p:cNvSpPr/>
            <p:nvPr/>
          </p:nvSpPr>
          <p:spPr>
            <a:xfrm>
              <a:off x="270366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22"/>
            <p:cNvSpPr/>
            <p:nvPr/>
          </p:nvSpPr>
          <p:spPr>
            <a:xfrm>
              <a:off x="282317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22"/>
            <p:cNvSpPr/>
            <p:nvPr/>
          </p:nvSpPr>
          <p:spPr>
            <a:xfrm>
              <a:off x="31350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22"/>
            <p:cNvSpPr/>
            <p:nvPr/>
          </p:nvSpPr>
          <p:spPr>
            <a:xfrm>
              <a:off x="43301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22"/>
            <p:cNvSpPr/>
            <p:nvPr/>
          </p:nvSpPr>
          <p:spPr>
            <a:xfrm>
              <a:off x="55251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22"/>
            <p:cNvSpPr/>
            <p:nvPr/>
          </p:nvSpPr>
          <p:spPr>
            <a:xfrm>
              <a:off x="67202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22"/>
            <p:cNvSpPr/>
            <p:nvPr/>
          </p:nvSpPr>
          <p:spPr>
            <a:xfrm>
              <a:off x="79153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22"/>
            <p:cNvSpPr/>
            <p:nvPr/>
          </p:nvSpPr>
          <p:spPr>
            <a:xfrm>
              <a:off x="91104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22"/>
            <p:cNvSpPr/>
            <p:nvPr/>
          </p:nvSpPr>
          <p:spPr>
            <a:xfrm>
              <a:off x="1030552"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22"/>
            <p:cNvSpPr/>
            <p:nvPr/>
          </p:nvSpPr>
          <p:spPr>
            <a:xfrm>
              <a:off x="115006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22"/>
            <p:cNvSpPr/>
            <p:nvPr/>
          </p:nvSpPr>
          <p:spPr>
            <a:xfrm>
              <a:off x="126956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22"/>
            <p:cNvSpPr/>
            <p:nvPr/>
          </p:nvSpPr>
          <p:spPr>
            <a:xfrm>
              <a:off x="138907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22"/>
            <p:cNvSpPr/>
            <p:nvPr/>
          </p:nvSpPr>
          <p:spPr>
            <a:xfrm>
              <a:off x="1508585"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22"/>
            <p:cNvSpPr/>
            <p:nvPr/>
          </p:nvSpPr>
          <p:spPr>
            <a:xfrm>
              <a:off x="162809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22"/>
            <p:cNvSpPr/>
            <p:nvPr/>
          </p:nvSpPr>
          <p:spPr>
            <a:xfrm>
              <a:off x="174760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22"/>
            <p:cNvSpPr/>
            <p:nvPr/>
          </p:nvSpPr>
          <p:spPr>
            <a:xfrm>
              <a:off x="186711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22"/>
            <p:cNvSpPr/>
            <p:nvPr/>
          </p:nvSpPr>
          <p:spPr>
            <a:xfrm>
              <a:off x="198661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22"/>
            <p:cNvSpPr/>
            <p:nvPr/>
          </p:nvSpPr>
          <p:spPr>
            <a:xfrm>
              <a:off x="210612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22"/>
            <p:cNvSpPr/>
            <p:nvPr/>
          </p:nvSpPr>
          <p:spPr>
            <a:xfrm>
              <a:off x="222563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22"/>
            <p:cNvSpPr/>
            <p:nvPr/>
          </p:nvSpPr>
          <p:spPr>
            <a:xfrm>
              <a:off x="234514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22"/>
            <p:cNvSpPr/>
            <p:nvPr/>
          </p:nvSpPr>
          <p:spPr>
            <a:xfrm>
              <a:off x="246465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22"/>
            <p:cNvSpPr/>
            <p:nvPr/>
          </p:nvSpPr>
          <p:spPr>
            <a:xfrm>
              <a:off x="258415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22"/>
            <p:cNvSpPr/>
            <p:nvPr/>
          </p:nvSpPr>
          <p:spPr>
            <a:xfrm>
              <a:off x="270366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22"/>
            <p:cNvSpPr/>
            <p:nvPr/>
          </p:nvSpPr>
          <p:spPr>
            <a:xfrm>
              <a:off x="282317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22"/>
            <p:cNvSpPr/>
            <p:nvPr/>
          </p:nvSpPr>
          <p:spPr>
            <a:xfrm>
              <a:off x="31350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22"/>
            <p:cNvSpPr/>
            <p:nvPr/>
          </p:nvSpPr>
          <p:spPr>
            <a:xfrm>
              <a:off x="43301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22"/>
            <p:cNvSpPr/>
            <p:nvPr/>
          </p:nvSpPr>
          <p:spPr>
            <a:xfrm>
              <a:off x="55251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22"/>
            <p:cNvSpPr/>
            <p:nvPr/>
          </p:nvSpPr>
          <p:spPr>
            <a:xfrm>
              <a:off x="67202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22"/>
            <p:cNvSpPr/>
            <p:nvPr/>
          </p:nvSpPr>
          <p:spPr>
            <a:xfrm>
              <a:off x="79153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22"/>
            <p:cNvSpPr/>
            <p:nvPr/>
          </p:nvSpPr>
          <p:spPr>
            <a:xfrm>
              <a:off x="91104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22"/>
            <p:cNvSpPr/>
            <p:nvPr/>
          </p:nvSpPr>
          <p:spPr>
            <a:xfrm>
              <a:off x="1030552"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22"/>
            <p:cNvSpPr/>
            <p:nvPr/>
          </p:nvSpPr>
          <p:spPr>
            <a:xfrm>
              <a:off x="115006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22"/>
            <p:cNvSpPr/>
            <p:nvPr/>
          </p:nvSpPr>
          <p:spPr>
            <a:xfrm>
              <a:off x="126956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22"/>
            <p:cNvSpPr/>
            <p:nvPr/>
          </p:nvSpPr>
          <p:spPr>
            <a:xfrm>
              <a:off x="138907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22"/>
            <p:cNvSpPr/>
            <p:nvPr/>
          </p:nvSpPr>
          <p:spPr>
            <a:xfrm>
              <a:off x="1508585"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22"/>
            <p:cNvSpPr/>
            <p:nvPr/>
          </p:nvSpPr>
          <p:spPr>
            <a:xfrm>
              <a:off x="162809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22"/>
            <p:cNvSpPr/>
            <p:nvPr/>
          </p:nvSpPr>
          <p:spPr>
            <a:xfrm>
              <a:off x="174760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22"/>
            <p:cNvSpPr/>
            <p:nvPr/>
          </p:nvSpPr>
          <p:spPr>
            <a:xfrm>
              <a:off x="186711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22"/>
            <p:cNvSpPr/>
            <p:nvPr/>
          </p:nvSpPr>
          <p:spPr>
            <a:xfrm>
              <a:off x="198661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22"/>
            <p:cNvSpPr/>
            <p:nvPr/>
          </p:nvSpPr>
          <p:spPr>
            <a:xfrm>
              <a:off x="210612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22"/>
            <p:cNvSpPr/>
            <p:nvPr/>
          </p:nvSpPr>
          <p:spPr>
            <a:xfrm>
              <a:off x="222563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22"/>
            <p:cNvSpPr/>
            <p:nvPr/>
          </p:nvSpPr>
          <p:spPr>
            <a:xfrm>
              <a:off x="234514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22"/>
            <p:cNvSpPr/>
            <p:nvPr/>
          </p:nvSpPr>
          <p:spPr>
            <a:xfrm>
              <a:off x="246465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22"/>
            <p:cNvSpPr/>
            <p:nvPr/>
          </p:nvSpPr>
          <p:spPr>
            <a:xfrm>
              <a:off x="258415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22"/>
            <p:cNvSpPr/>
            <p:nvPr/>
          </p:nvSpPr>
          <p:spPr>
            <a:xfrm>
              <a:off x="270366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22"/>
            <p:cNvSpPr/>
            <p:nvPr/>
          </p:nvSpPr>
          <p:spPr>
            <a:xfrm>
              <a:off x="282317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22"/>
            <p:cNvSpPr/>
            <p:nvPr/>
          </p:nvSpPr>
          <p:spPr>
            <a:xfrm>
              <a:off x="31350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22"/>
            <p:cNvSpPr/>
            <p:nvPr/>
          </p:nvSpPr>
          <p:spPr>
            <a:xfrm>
              <a:off x="43301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22"/>
            <p:cNvSpPr/>
            <p:nvPr/>
          </p:nvSpPr>
          <p:spPr>
            <a:xfrm>
              <a:off x="55251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22"/>
            <p:cNvSpPr/>
            <p:nvPr/>
          </p:nvSpPr>
          <p:spPr>
            <a:xfrm>
              <a:off x="67202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22"/>
            <p:cNvSpPr/>
            <p:nvPr/>
          </p:nvSpPr>
          <p:spPr>
            <a:xfrm>
              <a:off x="79153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22"/>
            <p:cNvSpPr/>
            <p:nvPr/>
          </p:nvSpPr>
          <p:spPr>
            <a:xfrm>
              <a:off x="91104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22"/>
            <p:cNvSpPr/>
            <p:nvPr/>
          </p:nvSpPr>
          <p:spPr>
            <a:xfrm>
              <a:off x="1030552"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22"/>
            <p:cNvSpPr/>
            <p:nvPr/>
          </p:nvSpPr>
          <p:spPr>
            <a:xfrm>
              <a:off x="115006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22"/>
            <p:cNvSpPr/>
            <p:nvPr/>
          </p:nvSpPr>
          <p:spPr>
            <a:xfrm>
              <a:off x="126956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22"/>
            <p:cNvSpPr/>
            <p:nvPr/>
          </p:nvSpPr>
          <p:spPr>
            <a:xfrm>
              <a:off x="138907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22"/>
            <p:cNvSpPr/>
            <p:nvPr/>
          </p:nvSpPr>
          <p:spPr>
            <a:xfrm>
              <a:off x="1508585"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22"/>
            <p:cNvSpPr/>
            <p:nvPr/>
          </p:nvSpPr>
          <p:spPr>
            <a:xfrm>
              <a:off x="162809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22"/>
            <p:cNvSpPr/>
            <p:nvPr/>
          </p:nvSpPr>
          <p:spPr>
            <a:xfrm>
              <a:off x="174760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22"/>
            <p:cNvSpPr/>
            <p:nvPr/>
          </p:nvSpPr>
          <p:spPr>
            <a:xfrm>
              <a:off x="186711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22"/>
            <p:cNvSpPr/>
            <p:nvPr/>
          </p:nvSpPr>
          <p:spPr>
            <a:xfrm>
              <a:off x="198661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22"/>
            <p:cNvSpPr/>
            <p:nvPr/>
          </p:nvSpPr>
          <p:spPr>
            <a:xfrm>
              <a:off x="210612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22"/>
            <p:cNvSpPr/>
            <p:nvPr/>
          </p:nvSpPr>
          <p:spPr>
            <a:xfrm>
              <a:off x="222563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22"/>
            <p:cNvSpPr/>
            <p:nvPr/>
          </p:nvSpPr>
          <p:spPr>
            <a:xfrm>
              <a:off x="234514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22"/>
            <p:cNvSpPr/>
            <p:nvPr/>
          </p:nvSpPr>
          <p:spPr>
            <a:xfrm>
              <a:off x="246465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22"/>
            <p:cNvSpPr/>
            <p:nvPr/>
          </p:nvSpPr>
          <p:spPr>
            <a:xfrm>
              <a:off x="258415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22"/>
            <p:cNvSpPr/>
            <p:nvPr/>
          </p:nvSpPr>
          <p:spPr>
            <a:xfrm>
              <a:off x="270366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22"/>
            <p:cNvSpPr/>
            <p:nvPr/>
          </p:nvSpPr>
          <p:spPr>
            <a:xfrm>
              <a:off x="282317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22"/>
            <p:cNvSpPr/>
            <p:nvPr/>
          </p:nvSpPr>
          <p:spPr>
            <a:xfrm>
              <a:off x="31350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22"/>
            <p:cNvSpPr/>
            <p:nvPr/>
          </p:nvSpPr>
          <p:spPr>
            <a:xfrm>
              <a:off x="43301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22"/>
            <p:cNvSpPr/>
            <p:nvPr/>
          </p:nvSpPr>
          <p:spPr>
            <a:xfrm>
              <a:off x="55251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22"/>
            <p:cNvSpPr/>
            <p:nvPr/>
          </p:nvSpPr>
          <p:spPr>
            <a:xfrm>
              <a:off x="67202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22"/>
            <p:cNvSpPr/>
            <p:nvPr/>
          </p:nvSpPr>
          <p:spPr>
            <a:xfrm>
              <a:off x="79153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22"/>
            <p:cNvSpPr/>
            <p:nvPr/>
          </p:nvSpPr>
          <p:spPr>
            <a:xfrm>
              <a:off x="91104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22"/>
            <p:cNvSpPr/>
            <p:nvPr/>
          </p:nvSpPr>
          <p:spPr>
            <a:xfrm>
              <a:off x="1030552"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22"/>
            <p:cNvSpPr/>
            <p:nvPr/>
          </p:nvSpPr>
          <p:spPr>
            <a:xfrm>
              <a:off x="115006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22"/>
            <p:cNvSpPr/>
            <p:nvPr/>
          </p:nvSpPr>
          <p:spPr>
            <a:xfrm>
              <a:off x="126956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22"/>
            <p:cNvSpPr/>
            <p:nvPr/>
          </p:nvSpPr>
          <p:spPr>
            <a:xfrm>
              <a:off x="138907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22"/>
            <p:cNvSpPr/>
            <p:nvPr/>
          </p:nvSpPr>
          <p:spPr>
            <a:xfrm>
              <a:off x="1508585"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22"/>
            <p:cNvSpPr/>
            <p:nvPr/>
          </p:nvSpPr>
          <p:spPr>
            <a:xfrm>
              <a:off x="162809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22"/>
            <p:cNvSpPr/>
            <p:nvPr/>
          </p:nvSpPr>
          <p:spPr>
            <a:xfrm>
              <a:off x="174760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22"/>
            <p:cNvSpPr/>
            <p:nvPr/>
          </p:nvSpPr>
          <p:spPr>
            <a:xfrm>
              <a:off x="186711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22"/>
            <p:cNvSpPr/>
            <p:nvPr/>
          </p:nvSpPr>
          <p:spPr>
            <a:xfrm>
              <a:off x="198661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22"/>
            <p:cNvSpPr/>
            <p:nvPr/>
          </p:nvSpPr>
          <p:spPr>
            <a:xfrm>
              <a:off x="210612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22"/>
            <p:cNvSpPr/>
            <p:nvPr/>
          </p:nvSpPr>
          <p:spPr>
            <a:xfrm>
              <a:off x="222563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22"/>
            <p:cNvSpPr/>
            <p:nvPr/>
          </p:nvSpPr>
          <p:spPr>
            <a:xfrm>
              <a:off x="234514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22"/>
            <p:cNvSpPr/>
            <p:nvPr/>
          </p:nvSpPr>
          <p:spPr>
            <a:xfrm>
              <a:off x="246465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22"/>
            <p:cNvSpPr/>
            <p:nvPr/>
          </p:nvSpPr>
          <p:spPr>
            <a:xfrm>
              <a:off x="258415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22"/>
            <p:cNvSpPr/>
            <p:nvPr/>
          </p:nvSpPr>
          <p:spPr>
            <a:xfrm>
              <a:off x="270366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22"/>
            <p:cNvSpPr/>
            <p:nvPr/>
          </p:nvSpPr>
          <p:spPr>
            <a:xfrm>
              <a:off x="282317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22"/>
            <p:cNvSpPr/>
            <p:nvPr/>
          </p:nvSpPr>
          <p:spPr>
            <a:xfrm>
              <a:off x="31350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22"/>
            <p:cNvSpPr/>
            <p:nvPr/>
          </p:nvSpPr>
          <p:spPr>
            <a:xfrm>
              <a:off x="43301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22"/>
            <p:cNvSpPr/>
            <p:nvPr/>
          </p:nvSpPr>
          <p:spPr>
            <a:xfrm>
              <a:off x="55251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22"/>
            <p:cNvSpPr/>
            <p:nvPr/>
          </p:nvSpPr>
          <p:spPr>
            <a:xfrm>
              <a:off x="67202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22"/>
            <p:cNvSpPr/>
            <p:nvPr/>
          </p:nvSpPr>
          <p:spPr>
            <a:xfrm>
              <a:off x="79153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22"/>
            <p:cNvSpPr/>
            <p:nvPr/>
          </p:nvSpPr>
          <p:spPr>
            <a:xfrm>
              <a:off x="91104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22"/>
            <p:cNvSpPr/>
            <p:nvPr/>
          </p:nvSpPr>
          <p:spPr>
            <a:xfrm>
              <a:off x="1030552"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22"/>
            <p:cNvSpPr/>
            <p:nvPr/>
          </p:nvSpPr>
          <p:spPr>
            <a:xfrm>
              <a:off x="115006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22"/>
            <p:cNvSpPr/>
            <p:nvPr/>
          </p:nvSpPr>
          <p:spPr>
            <a:xfrm>
              <a:off x="126956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22"/>
            <p:cNvSpPr/>
            <p:nvPr/>
          </p:nvSpPr>
          <p:spPr>
            <a:xfrm>
              <a:off x="138907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22"/>
            <p:cNvSpPr/>
            <p:nvPr/>
          </p:nvSpPr>
          <p:spPr>
            <a:xfrm>
              <a:off x="1508585"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22"/>
            <p:cNvSpPr/>
            <p:nvPr/>
          </p:nvSpPr>
          <p:spPr>
            <a:xfrm>
              <a:off x="162809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22"/>
            <p:cNvSpPr/>
            <p:nvPr/>
          </p:nvSpPr>
          <p:spPr>
            <a:xfrm>
              <a:off x="174760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22"/>
            <p:cNvSpPr/>
            <p:nvPr/>
          </p:nvSpPr>
          <p:spPr>
            <a:xfrm>
              <a:off x="186711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22"/>
            <p:cNvSpPr/>
            <p:nvPr/>
          </p:nvSpPr>
          <p:spPr>
            <a:xfrm>
              <a:off x="198661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22"/>
            <p:cNvSpPr/>
            <p:nvPr/>
          </p:nvSpPr>
          <p:spPr>
            <a:xfrm>
              <a:off x="210612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22"/>
            <p:cNvSpPr/>
            <p:nvPr/>
          </p:nvSpPr>
          <p:spPr>
            <a:xfrm>
              <a:off x="222563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22"/>
            <p:cNvSpPr/>
            <p:nvPr/>
          </p:nvSpPr>
          <p:spPr>
            <a:xfrm>
              <a:off x="234514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22"/>
            <p:cNvSpPr/>
            <p:nvPr/>
          </p:nvSpPr>
          <p:spPr>
            <a:xfrm>
              <a:off x="246465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22"/>
            <p:cNvSpPr/>
            <p:nvPr/>
          </p:nvSpPr>
          <p:spPr>
            <a:xfrm>
              <a:off x="258415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22"/>
            <p:cNvSpPr/>
            <p:nvPr/>
          </p:nvSpPr>
          <p:spPr>
            <a:xfrm>
              <a:off x="270366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22"/>
            <p:cNvSpPr/>
            <p:nvPr/>
          </p:nvSpPr>
          <p:spPr>
            <a:xfrm>
              <a:off x="282317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22"/>
            <p:cNvSpPr/>
            <p:nvPr/>
          </p:nvSpPr>
          <p:spPr>
            <a:xfrm>
              <a:off x="31350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22"/>
            <p:cNvSpPr/>
            <p:nvPr/>
          </p:nvSpPr>
          <p:spPr>
            <a:xfrm>
              <a:off x="43301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22"/>
            <p:cNvSpPr/>
            <p:nvPr/>
          </p:nvSpPr>
          <p:spPr>
            <a:xfrm>
              <a:off x="55251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22"/>
            <p:cNvSpPr/>
            <p:nvPr/>
          </p:nvSpPr>
          <p:spPr>
            <a:xfrm>
              <a:off x="67202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22"/>
            <p:cNvSpPr/>
            <p:nvPr/>
          </p:nvSpPr>
          <p:spPr>
            <a:xfrm>
              <a:off x="79153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22"/>
            <p:cNvSpPr/>
            <p:nvPr/>
          </p:nvSpPr>
          <p:spPr>
            <a:xfrm>
              <a:off x="91104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22"/>
            <p:cNvSpPr/>
            <p:nvPr/>
          </p:nvSpPr>
          <p:spPr>
            <a:xfrm>
              <a:off x="1030552"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22"/>
            <p:cNvSpPr/>
            <p:nvPr/>
          </p:nvSpPr>
          <p:spPr>
            <a:xfrm>
              <a:off x="115006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22"/>
            <p:cNvSpPr/>
            <p:nvPr/>
          </p:nvSpPr>
          <p:spPr>
            <a:xfrm>
              <a:off x="126956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22"/>
            <p:cNvSpPr/>
            <p:nvPr/>
          </p:nvSpPr>
          <p:spPr>
            <a:xfrm>
              <a:off x="138907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22"/>
            <p:cNvSpPr/>
            <p:nvPr/>
          </p:nvSpPr>
          <p:spPr>
            <a:xfrm>
              <a:off x="1508585"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22"/>
            <p:cNvSpPr/>
            <p:nvPr/>
          </p:nvSpPr>
          <p:spPr>
            <a:xfrm>
              <a:off x="162809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22"/>
            <p:cNvSpPr/>
            <p:nvPr/>
          </p:nvSpPr>
          <p:spPr>
            <a:xfrm>
              <a:off x="174760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22"/>
            <p:cNvSpPr/>
            <p:nvPr/>
          </p:nvSpPr>
          <p:spPr>
            <a:xfrm>
              <a:off x="186711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22"/>
            <p:cNvSpPr/>
            <p:nvPr/>
          </p:nvSpPr>
          <p:spPr>
            <a:xfrm>
              <a:off x="198661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22"/>
            <p:cNvSpPr/>
            <p:nvPr/>
          </p:nvSpPr>
          <p:spPr>
            <a:xfrm>
              <a:off x="210612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22"/>
            <p:cNvSpPr/>
            <p:nvPr/>
          </p:nvSpPr>
          <p:spPr>
            <a:xfrm>
              <a:off x="222563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22"/>
            <p:cNvSpPr/>
            <p:nvPr/>
          </p:nvSpPr>
          <p:spPr>
            <a:xfrm>
              <a:off x="234514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22"/>
            <p:cNvSpPr/>
            <p:nvPr/>
          </p:nvSpPr>
          <p:spPr>
            <a:xfrm>
              <a:off x="246465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22"/>
            <p:cNvSpPr/>
            <p:nvPr/>
          </p:nvSpPr>
          <p:spPr>
            <a:xfrm>
              <a:off x="258415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22"/>
            <p:cNvSpPr/>
            <p:nvPr/>
          </p:nvSpPr>
          <p:spPr>
            <a:xfrm>
              <a:off x="270366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22"/>
            <p:cNvSpPr/>
            <p:nvPr/>
          </p:nvSpPr>
          <p:spPr>
            <a:xfrm>
              <a:off x="282317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22"/>
            <p:cNvSpPr/>
            <p:nvPr/>
          </p:nvSpPr>
          <p:spPr>
            <a:xfrm>
              <a:off x="31350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22"/>
            <p:cNvSpPr/>
            <p:nvPr/>
          </p:nvSpPr>
          <p:spPr>
            <a:xfrm>
              <a:off x="43301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22"/>
            <p:cNvSpPr/>
            <p:nvPr/>
          </p:nvSpPr>
          <p:spPr>
            <a:xfrm>
              <a:off x="55251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22"/>
            <p:cNvSpPr/>
            <p:nvPr/>
          </p:nvSpPr>
          <p:spPr>
            <a:xfrm>
              <a:off x="67202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22"/>
            <p:cNvSpPr/>
            <p:nvPr/>
          </p:nvSpPr>
          <p:spPr>
            <a:xfrm>
              <a:off x="79153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22"/>
            <p:cNvSpPr/>
            <p:nvPr/>
          </p:nvSpPr>
          <p:spPr>
            <a:xfrm>
              <a:off x="91104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22"/>
            <p:cNvSpPr/>
            <p:nvPr/>
          </p:nvSpPr>
          <p:spPr>
            <a:xfrm>
              <a:off x="1030552"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22"/>
            <p:cNvSpPr/>
            <p:nvPr/>
          </p:nvSpPr>
          <p:spPr>
            <a:xfrm>
              <a:off x="115006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22"/>
            <p:cNvSpPr/>
            <p:nvPr/>
          </p:nvSpPr>
          <p:spPr>
            <a:xfrm>
              <a:off x="126956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22"/>
            <p:cNvSpPr/>
            <p:nvPr/>
          </p:nvSpPr>
          <p:spPr>
            <a:xfrm>
              <a:off x="138907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22"/>
            <p:cNvSpPr/>
            <p:nvPr/>
          </p:nvSpPr>
          <p:spPr>
            <a:xfrm>
              <a:off x="1508585"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22"/>
            <p:cNvSpPr/>
            <p:nvPr/>
          </p:nvSpPr>
          <p:spPr>
            <a:xfrm>
              <a:off x="162809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22"/>
            <p:cNvSpPr/>
            <p:nvPr/>
          </p:nvSpPr>
          <p:spPr>
            <a:xfrm>
              <a:off x="174760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22"/>
            <p:cNvSpPr/>
            <p:nvPr/>
          </p:nvSpPr>
          <p:spPr>
            <a:xfrm>
              <a:off x="186711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22"/>
            <p:cNvSpPr/>
            <p:nvPr/>
          </p:nvSpPr>
          <p:spPr>
            <a:xfrm>
              <a:off x="198661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22"/>
            <p:cNvSpPr/>
            <p:nvPr/>
          </p:nvSpPr>
          <p:spPr>
            <a:xfrm>
              <a:off x="210612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22"/>
            <p:cNvSpPr/>
            <p:nvPr/>
          </p:nvSpPr>
          <p:spPr>
            <a:xfrm>
              <a:off x="222563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22"/>
            <p:cNvSpPr/>
            <p:nvPr/>
          </p:nvSpPr>
          <p:spPr>
            <a:xfrm>
              <a:off x="234514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22"/>
            <p:cNvSpPr/>
            <p:nvPr/>
          </p:nvSpPr>
          <p:spPr>
            <a:xfrm>
              <a:off x="246465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22"/>
            <p:cNvSpPr/>
            <p:nvPr/>
          </p:nvSpPr>
          <p:spPr>
            <a:xfrm>
              <a:off x="258415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22"/>
            <p:cNvSpPr/>
            <p:nvPr/>
          </p:nvSpPr>
          <p:spPr>
            <a:xfrm>
              <a:off x="270366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22"/>
            <p:cNvSpPr/>
            <p:nvPr/>
          </p:nvSpPr>
          <p:spPr>
            <a:xfrm>
              <a:off x="282317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22"/>
            <p:cNvSpPr/>
            <p:nvPr/>
          </p:nvSpPr>
          <p:spPr>
            <a:xfrm>
              <a:off x="31350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22"/>
            <p:cNvSpPr/>
            <p:nvPr/>
          </p:nvSpPr>
          <p:spPr>
            <a:xfrm>
              <a:off x="43301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22"/>
            <p:cNvSpPr/>
            <p:nvPr/>
          </p:nvSpPr>
          <p:spPr>
            <a:xfrm>
              <a:off x="55251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22"/>
            <p:cNvSpPr/>
            <p:nvPr/>
          </p:nvSpPr>
          <p:spPr>
            <a:xfrm>
              <a:off x="67202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22"/>
            <p:cNvSpPr/>
            <p:nvPr/>
          </p:nvSpPr>
          <p:spPr>
            <a:xfrm>
              <a:off x="79153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22"/>
            <p:cNvSpPr/>
            <p:nvPr/>
          </p:nvSpPr>
          <p:spPr>
            <a:xfrm>
              <a:off x="91104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22"/>
            <p:cNvSpPr/>
            <p:nvPr/>
          </p:nvSpPr>
          <p:spPr>
            <a:xfrm>
              <a:off x="1030552"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22"/>
            <p:cNvSpPr/>
            <p:nvPr/>
          </p:nvSpPr>
          <p:spPr>
            <a:xfrm>
              <a:off x="115006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22"/>
            <p:cNvSpPr/>
            <p:nvPr/>
          </p:nvSpPr>
          <p:spPr>
            <a:xfrm>
              <a:off x="126956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22"/>
            <p:cNvSpPr/>
            <p:nvPr/>
          </p:nvSpPr>
          <p:spPr>
            <a:xfrm>
              <a:off x="138907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22"/>
            <p:cNvSpPr/>
            <p:nvPr/>
          </p:nvSpPr>
          <p:spPr>
            <a:xfrm>
              <a:off x="1508585"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22"/>
            <p:cNvSpPr/>
            <p:nvPr/>
          </p:nvSpPr>
          <p:spPr>
            <a:xfrm>
              <a:off x="162809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22"/>
            <p:cNvSpPr/>
            <p:nvPr/>
          </p:nvSpPr>
          <p:spPr>
            <a:xfrm>
              <a:off x="174760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22"/>
            <p:cNvSpPr/>
            <p:nvPr/>
          </p:nvSpPr>
          <p:spPr>
            <a:xfrm>
              <a:off x="186711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22"/>
            <p:cNvSpPr/>
            <p:nvPr/>
          </p:nvSpPr>
          <p:spPr>
            <a:xfrm>
              <a:off x="198661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22"/>
            <p:cNvSpPr/>
            <p:nvPr/>
          </p:nvSpPr>
          <p:spPr>
            <a:xfrm>
              <a:off x="210612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22"/>
            <p:cNvSpPr/>
            <p:nvPr/>
          </p:nvSpPr>
          <p:spPr>
            <a:xfrm>
              <a:off x="222563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22"/>
            <p:cNvSpPr/>
            <p:nvPr/>
          </p:nvSpPr>
          <p:spPr>
            <a:xfrm>
              <a:off x="234514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22"/>
            <p:cNvSpPr/>
            <p:nvPr/>
          </p:nvSpPr>
          <p:spPr>
            <a:xfrm>
              <a:off x="246465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22"/>
            <p:cNvSpPr/>
            <p:nvPr/>
          </p:nvSpPr>
          <p:spPr>
            <a:xfrm>
              <a:off x="258415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22"/>
            <p:cNvSpPr/>
            <p:nvPr/>
          </p:nvSpPr>
          <p:spPr>
            <a:xfrm>
              <a:off x="270366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22"/>
            <p:cNvSpPr/>
            <p:nvPr/>
          </p:nvSpPr>
          <p:spPr>
            <a:xfrm>
              <a:off x="282317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22"/>
            <p:cNvSpPr/>
            <p:nvPr/>
          </p:nvSpPr>
          <p:spPr>
            <a:xfrm>
              <a:off x="31350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22"/>
            <p:cNvSpPr/>
            <p:nvPr/>
          </p:nvSpPr>
          <p:spPr>
            <a:xfrm>
              <a:off x="43301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22"/>
            <p:cNvSpPr/>
            <p:nvPr/>
          </p:nvSpPr>
          <p:spPr>
            <a:xfrm>
              <a:off x="55251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22"/>
            <p:cNvSpPr/>
            <p:nvPr/>
          </p:nvSpPr>
          <p:spPr>
            <a:xfrm>
              <a:off x="67202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22"/>
            <p:cNvSpPr/>
            <p:nvPr/>
          </p:nvSpPr>
          <p:spPr>
            <a:xfrm>
              <a:off x="79153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22"/>
            <p:cNvSpPr/>
            <p:nvPr/>
          </p:nvSpPr>
          <p:spPr>
            <a:xfrm>
              <a:off x="91104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22"/>
            <p:cNvSpPr/>
            <p:nvPr/>
          </p:nvSpPr>
          <p:spPr>
            <a:xfrm>
              <a:off x="1030552"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22"/>
            <p:cNvSpPr/>
            <p:nvPr/>
          </p:nvSpPr>
          <p:spPr>
            <a:xfrm>
              <a:off x="115006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22"/>
            <p:cNvSpPr/>
            <p:nvPr/>
          </p:nvSpPr>
          <p:spPr>
            <a:xfrm>
              <a:off x="126956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22"/>
            <p:cNvSpPr/>
            <p:nvPr/>
          </p:nvSpPr>
          <p:spPr>
            <a:xfrm>
              <a:off x="138907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22"/>
            <p:cNvSpPr/>
            <p:nvPr/>
          </p:nvSpPr>
          <p:spPr>
            <a:xfrm>
              <a:off x="1508585"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22"/>
            <p:cNvSpPr/>
            <p:nvPr/>
          </p:nvSpPr>
          <p:spPr>
            <a:xfrm>
              <a:off x="162809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22"/>
            <p:cNvSpPr/>
            <p:nvPr/>
          </p:nvSpPr>
          <p:spPr>
            <a:xfrm>
              <a:off x="174760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22"/>
            <p:cNvSpPr/>
            <p:nvPr/>
          </p:nvSpPr>
          <p:spPr>
            <a:xfrm>
              <a:off x="186711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22"/>
            <p:cNvSpPr/>
            <p:nvPr/>
          </p:nvSpPr>
          <p:spPr>
            <a:xfrm>
              <a:off x="198661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22"/>
            <p:cNvSpPr/>
            <p:nvPr/>
          </p:nvSpPr>
          <p:spPr>
            <a:xfrm>
              <a:off x="210612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22"/>
            <p:cNvSpPr/>
            <p:nvPr/>
          </p:nvSpPr>
          <p:spPr>
            <a:xfrm>
              <a:off x="222563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22"/>
            <p:cNvSpPr/>
            <p:nvPr/>
          </p:nvSpPr>
          <p:spPr>
            <a:xfrm>
              <a:off x="234514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22"/>
            <p:cNvSpPr/>
            <p:nvPr/>
          </p:nvSpPr>
          <p:spPr>
            <a:xfrm>
              <a:off x="246465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22"/>
            <p:cNvSpPr/>
            <p:nvPr/>
          </p:nvSpPr>
          <p:spPr>
            <a:xfrm>
              <a:off x="258415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22"/>
            <p:cNvSpPr/>
            <p:nvPr/>
          </p:nvSpPr>
          <p:spPr>
            <a:xfrm>
              <a:off x="270366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22"/>
            <p:cNvSpPr/>
            <p:nvPr/>
          </p:nvSpPr>
          <p:spPr>
            <a:xfrm>
              <a:off x="282317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22"/>
            <p:cNvSpPr/>
            <p:nvPr/>
          </p:nvSpPr>
          <p:spPr>
            <a:xfrm>
              <a:off x="31350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22"/>
            <p:cNvSpPr/>
            <p:nvPr/>
          </p:nvSpPr>
          <p:spPr>
            <a:xfrm>
              <a:off x="43301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22"/>
            <p:cNvSpPr/>
            <p:nvPr/>
          </p:nvSpPr>
          <p:spPr>
            <a:xfrm>
              <a:off x="55251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22"/>
            <p:cNvSpPr/>
            <p:nvPr/>
          </p:nvSpPr>
          <p:spPr>
            <a:xfrm>
              <a:off x="67202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22"/>
            <p:cNvSpPr/>
            <p:nvPr/>
          </p:nvSpPr>
          <p:spPr>
            <a:xfrm>
              <a:off x="79153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22"/>
            <p:cNvSpPr/>
            <p:nvPr/>
          </p:nvSpPr>
          <p:spPr>
            <a:xfrm>
              <a:off x="91104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22"/>
            <p:cNvSpPr/>
            <p:nvPr/>
          </p:nvSpPr>
          <p:spPr>
            <a:xfrm>
              <a:off x="1030552"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22"/>
            <p:cNvSpPr/>
            <p:nvPr/>
          </p:nvSpPr>
          <p:spPr>
            <a:xfrm>
              <a:off x="115006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22"/>
            <p:cNvSpPr/>
            <p:nvPr/>
          </p:nvSpPr>
          <p:spPr>
            <a:xfrm>
              <a:off x="126956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22"/>
            <p:cNvSpPr/>
            <p:nvPr/>
          </p:nvSpPr>
          <p:spPr>
            <a:xfrm>
              <a:off x="138907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22"/>
            <p:cNvSpPr/>
            <p:nvPr/>
          </p:nvSpPr>
          <p:spPr>
            <a:xfrm>
              <a:off x="1508585"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22"/>
            <p:cNvSpPr/>
            <p:nvPr/>
          </p:nvSpPr>
          <p:spPr>
            <a:xfrm>
              <a:off x="162809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22"/>
            <p:cNvSpPr/>
            <p:nvPr/>
          </p:nvSpPr>
          <p:spPr>
            <a:xfrm>
              <a:off x="174760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22"/>
            <p:cNvSpPr/>
            <p:nvPr/>
          </p:nvSpPr>
          <p:spPr>
            <a:xfrm>
              <a:off x="186711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22"/>
            <p:cNvSpPr/>
            <p:nvPr/>
          </p:nvSpPr>
          <p:spPr>
            <a:xfrm>
              <a:off x="198661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22"/>
            <p:cNvSpPr/>
            <p:nvPr/>
          </p:nvSpPr>
          <p:spPr>
            <a:xfrm>
              <a:off x="210612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22"/>
            <p:cNvSpPr/>
            <p:nvPr/>
          </p:nvSpPr>
          <p:spPr>
            <a:xfrm>
              <a:off x="222563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22"/>
            <p:cNvSpPr/>
            <p:nvPr/>
          </p:nvSpPr>
          <p:spPr>
            <a:xfrm>
              <a:off x="234514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22"/>
            <p:cNvSpPr/>
            <p:nvPr/>
          </p:nvSpPr>
          <p:spPr>
            <a:xfrm>
              <a:off x="246465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22"/>
            <p:cNvSpPr/>
            <p:nvPr/>
          </p:nvSpPr>
          <p:spPr>
            <a:xfrm>
              <a:off x="258415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22"/>
            <p:cNvSpPr/>
            <p:nvPr/>
          </p:nvSpPr>
          <p:spPr>
            <a:xfrm>
              <a:off x="270366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22"/>
            <p:cNvSpPr/>
            <p:nvPr/>
          </p:nvSpPr>
          <p:spPr>
            <a:xfrm>
              <a:off x="282317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22"/>
            <p:cNvSpPr/>
            <p:nvPr/>
          </p:nvSpPr>
          <p:spPr>
            <a:xfrm>
              <a:off x="31350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22"/>
            <p:cNvSpPr/>
            <p:nvPr/>
          </p:nvSpPr>
          <p:spPr>
            <a:xfrm>
              <a:off x="43301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22"/>
            <p:cNvSpPr/>
            <p:nvPr/>
          </p:nvSpPr>
          <p:spPr>
            <a:xfrm>
              <a:off x="55251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22"/>
            <p:cNvSpPr/>
            <p:nvPr/>
          </p:nvSpPr>
          <p:spPr>
            <a:xfrm>
              <a:off x="67202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22"/>
            <p:cNvSpPr/>
            <p:nvPr/>
          </p:nvSpPr>
          <p:spPr>
            <a:xfrm>
              <a:off x="79153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22"/>
            <p:cNvSpPr/>
            <p:nvPr/>
          </p:nvSpPr>
          <p:spPr>
            <a:xfrm>
              <a:off x="91104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22"/>
            <p:cNvSpPr/>
            <p:nvPr/>
          </p:nvSpPr>
          <p:spPr>
            <a:xfrm>
              <a:off x="1030552"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22"/>
            <p:cNvSpPr/>
            <p:nvPr/>
          </p:nvSpPr>
          <p:spPr>
            <a:xfrm>
              <a:off x="115006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22"/>
            <p:cNvSpPr/>
            <p:nvPr/>
          </p:nvSpPr>
          <p:spPr>
            <a:xfrm>
              <a:off x="126956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22"/>
            <p:cNvSpPr/>
            <p:nvPr/>
          </p:nvSpPr>
          <p:spPr>
            <a:xfrm>
              <a:off x="138907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22"/>
            <p:cNvSpPr/>
            <p:nvPr/>
          </p:nvSpPr>
          <p:spPr>
            <a:xfrm>
              <a:off x="1508585"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22"/>
            <p:cNvSpPr/>
            <p:nvPr/>
          </p:nvSpPr>
          <p:spPr>
            <a:xfrm>
              <a:off x="162809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22"/>
            <p:cNvSpPr/>
            <p:nvPr/>
          </p:nvSpPr>
          <p:spPr>
            <a:xfrm>
              <a:off x="174760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22"/>
            <p:cNvSpPr/>
            <p:nvPr/>
          </p:nvSpPr>
          <p:spPr>
            <a:xfrm>
              <a:off x="186711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22"/>
            <p:cNvSpPr/>
            <p:nvPr/>
          </p:nvSpPr>
          <p:spPr>
            <a:xfrm>
              <a:off x="198661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22"/>
            <p:cNvSpPr/>
            <p:nvPr/>
          </p:nvSpPr>
          <p:spPr>
            <a:xfrm>
              <a:off x="210612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22"/>
            <p:cNvSpPr/>
            <p:nvPr/>
          </p:nvSpPr>
          <p:spPr>
            <a:xfrm>
              <a:off x="222563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22"/>
            <p:cNvSpPr/>
            <p:nvPr/>
          </p:nvSpPr>
          <p:spPr>
            <a:xfrm>
              <a:off x="234514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22"/>
            <p:cNvSpPr/>
            <p:nvPr/>
          </p:nvSpPr>
          <p:spPr>
            <a:xfrm>
              <a:off x="246465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22"/>
            <p:cNvSpPr/>
            <p:nvPr/>
          </p:nvSpPr>
          <p:spPr>
            <a:xfrm>
              <a:off x="258415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22"/>
            <p:cNvSpPr/>
            <p:nvPr/>
          </p:nvSpPr>
          <p:spPr>
            <a:xfrm>
              <a:off x="270366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22"/>
            <p:cNvSpPr/>
            <p:nvPr/>
          </p:nvSpPr>
          <p:spPr>
            <a:xfrm>
              <a:off x="282317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22"/>
            <p:cNvSpPr/>
            <p:nvPr/>
          </p:nvSpPr>
          <p:spPr>
            <a:xfrm>
              <a:off x="31350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22"/>
            <p:cNvSpPr/>
            <p:nvPr/>
          </p:nvSpPr>
          <p:spPr>
            <a:xfrm>
              <a:off x="43301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22"/>
            <p:cNvSpPr/>
            <p:nvPr/>
          </p:nvSpPr>
          <p:spPr>
            <a:xfrm>
              <a:off x="55251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22"/>
            <p:cNvSpPr/>
            <p:nvPr/>
          </p:nvSpPr>
          <p:spPr>
            <a:xfrm>
              <a:off x="67202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22"/>
            <p:cNvSpPr/>
            <p:nvPr/>
          </p:nvSpPr>
          <p:spPr>
            <a:xfrm>
              <a:off x="79153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22"/>
            <p:cNvSpPr/>
            <p:nvPr/>
          </p:nvSpPr>
          <p:spPr>
            <a:xfrm>
              <a:off x="91104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22"/>
            <p:cNvSpPr/>
            <p:nvPr/>
          </p:nvSpPr>
          <p:spPr>
            <a:xfrm>
              <a:off x="1030552"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22"/>
            <p:cNvSpPr/>
            <p:nvPr/>
          </p:nvSpPr>
          <p:spPr>
            <a:xfrm>
              <a:off x="115006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22"/>
            <p:cNvSpPr/>
            <p:nvPr/>
          </p:nvSpPr>
          <p:spPr>
            <a:xfrm>
              <a:off x="126956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22"/>
            <p:cNvSpPr/>
            <p:nvPr/>
          </p:nvSpPr>
          <p:spPr>
            <a:xfrm>
              <a:off x="138907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22"/>
            <p:cNvSpPr/>
            <p:nvPr/>
          </p:nvSpPr>
          <p:spPr>
            <a:xfrm>
              <a:off x="1508585"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22"/>
            <p:cNvSpPr/>
            <p:nvPr/>
          </p:nvSpPr>
          <p:spPr>
            <a:xfrm>
              <a:off x="162809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22"/>
            <p:cNvSpPr/>
            <p:nvPr/>
          </p:nvSpPr>
          <p:spPr>
            <a:xfrm>
              <a:off x="174760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22"/>
            <p:cNvSpPr/>
            <p:nvPr/>
          </p:nvSpPr>
          <p:spPr>
            <a:xfrm>
              <a:off x="186711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22"/>
            <p:cNvSpPr/>
            <p:nvPr/>
          </p:nvSpPr>
          <p:spPr>
            <a:xfrm>
              <a:off x="198661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22"/>
            <p:cNvSpPr/>
            <p:nvPr/>
          </p:nvSpPr>
          <p:spPr>
            <a:xfrm>
              <a:off x="210612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22"/>
            <p:cNvSpPr/>
            <p:nvPr/>
          </p:nvSpPr>
          <p:spPr>
            <a:xfrm>
              <a:off x="222563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22"/>
            <p:cNvSpPr/>
            <p:nvPr/>
          </p:nvSpPr>
          <p:spPr>
            <a:xfrm>
              <a:off x="234514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22"/>
            <p:cNvSpPr/>
            <p:nvPr/>
          </p:nvSpPr>
          <p:spPr>
            <a:xfrm>
              <a:off x="246465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22"/>
            <p:cNvSpPr/>
            <p:nvPr/>
          </p:nvSpPr>
          <p:spPr>
            <a:xfrm>
              <a:off x="258415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22"/>
            <p:cNvSpPr/>
            <p:nvPr/>
          </p:nvSpPr>
          <p:spPr>
            <a:xfrm>
              <a:off x="270366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22"/>
            <p:cNvSpPr/>
            <p:nvPr/>
          </p:nvSpPr>
          <p:spPr>
            <a:xfrm>
              <a:off x="282317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22"/>
            <p:cNvSpPr/>
            <p:nvPr/>
          </p:nvSpPr>
          <p:spPr>
            <a:xfrm>
              <a:off x="31350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22"/>
            <p:cNvSpPr/>
            <p:nvPr/>
          </p:nvSpPr>
          <p:spPr>
            <a:xfrm>
              <a:off x="43301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22"/>
            <p:cNvSpPr/>
            <p:nvPr/>
          </p:nvSpPr>
          <p:spPr>
            <a:xfrm>
              <a:off x="55251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22"/>
            <p:cNvSpPr/>
            <p:nvPr/>
          </p:nvSpPr>
          <p:spPr>
            <a:xfrm>
              <a:off x="67202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22"/>
            <p:cNvSpPr/>
            <p:nvPr/>
          </p:nvSpPr>
          <p:spPr>
            <a:xfrm>
              <a:off x="79153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22"/>
            <p:cNvSpPr/>
            <p:nvPr/>
          </p:nvSpPr>
          <p:spPr>
            <a:xfrm>
              <a:off x="91104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22"/>
            <p:cNvSpPr/>
            <p:nvPr/>
          </p:nvSpPr>
          <p:spPr>
            <a:xfrm>
              <a:off x="1030552"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22"/>
            <p:cNvSpPr/>
            <p:nvPr/>
          </p:nvSpPr>
          <p:spPr>
            <a:xfrm>
              <a:off x="115006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22"/>
            <p:cNvSpPr/>
            <p:nvPr/>
          </p:nvSpPr>
          <p:spPr>
            <a:xfrm>
              <a:off x="126956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22"/>
            <p:cNvSpPr/>
            <p:nvPr/>
          </p:nvSpPr>
          <p:spPr>
            <a:xfrm>
              <a:off x="138907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22"/>
            <p:cNvSpPr/>
            <p:nvPr/>
          </p:nvSpPr>
          <p:spPr>
            <a:xfrm>
              <a:off x="1508585"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22"/>
            <p:cNvSpPr/>
            <p:nvPr/>
          </p:nvSpPr>
          <p:spPr>
            <a:xfrm>
              <a:off x="162809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22"/>
            <p:cNvSpPr/>
            <p:nvPr/>
          </p:nvSpPr>
          <p:spPr>
            <a:xfrm>
              <a:off x="174760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22"/>
            <p:cNvSpPr/>
            <p:nvPr/>
          </p:nvSpPr>
          <p:spPr>
            <a:xfrm>
              <a:off x="186711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22"/>
            <p:cNvSpPr/>
            <p:nvPr/>
          </p:nvSpPr>
          <p:spPr>
            <a:xfrm>
              <a:off x="198661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22"/>
            <p:cNvSpPr/>
            <p:nvPr/>
          </p:nvSpPr>
          <p:spPr>
            <a:xfrm>
              <a:off x="210612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22"/>
            <p:cNvSpPr/>
            <p:nvPr/>
          </p:nvSpPr>
          <p:spPr>
            <a:xfrm>
              <a:off x="222563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22"/>
            <p:cNvSpPr/>
            <p:nvPr/>
          </p:nvSpPr>
          <p:spPr>
            <a:xfrm>
              <a:off x="234514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22"/>
            <p:cNvSpPr/>
            <p:nvPr/>
          </p:nvSpPr>
          <p:spPr>
            <a:xfrm>
              <a:off x="246465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22"/>
            <p:cNvSpPr/>
            <p:nvPr/>
          </p:nvSpPr>
          <p:spPr>
            <a:xfrm>
              <a:off x="258415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22"/>
            <p:cNvSpPr/>
            <p:nvPr/>
          </p:nvSpPr>
          <p:spPr>
            <a:xfrm>
              <a:off x="270366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22"/>
            <p:cNvSpPr/>
            <p:nvPr/>
          </p:nvSpPr>
          <p:spPr>
            <a:xfrm>
              <a:off x="282317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22"/>
            <p:cNvSpPr/>
            <p:nvPr/>
          </p:nvSpPr>
          <p:spPr>
            <a:xfrm>
              <a:off x="31350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22"/>
            <p:cNvSpPr/>
            <p:nvPr/>
          </p:nvSpPr>
          <p:spPr>
            <a:xfrm>
              <a:off x="43301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22"/>
            <p:cNvSpPr/>
            <p:nvPr/>
          </p:nvSpPr>
          <p:spPr>
            <a:xfrm>
              <a:off x="55251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22"/>
            <p:cNvSpPr/>
            <p:nvPr/>
          </p:nvSpPr>
          <p:spPr>
            <a:xfrm>
              <a:off x="67202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22"/>
            <p:cNvSpPr/>
            <p:nvPr/>
          </p:nvSpPr>
          <p:spPr>
            <a:xfrm>
              <a:off x="79153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22"/>
            <p:cNvSpPr/>
            <p:nvPr/>
          </p:nvSpPr>
          <p:spPr>
            <a:xfrm>
              <a:off x="91104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22"/>
            <p:cNvSpPr/>
            <p:nvPr/>
          </p:nvSpPr>
          <p:spPr>
            <a:xfrm>
              <a:off x="1030552"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22"/>
            <p:cNvSpPr/>
            <p:nvPr/>
          </p:nvSpPr>
          <p:spPr>
            <a:xfrm>
              <a:off x="115006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22"/>
            <p:cNvSpPr/>
            <p:nvPr/>
          </p:nvSpPr>
          <p:spPr>
            <a:xfrm>
              <a:off x="126956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22"/>
            <p:cNvSpPr/>
            <p:nvPr/>
          </p:nvSpPr>
          <p:spPr>
            <a:xfrm>
              <a:off x="138907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22"/>
            <p:cNvSpPr/>
            <p:nvPr/>
          </p:nvSpPr>
          <p:spPr>
            <a:xfrm>
              <a:off x="1508585"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22"/>
            <p:cNvSpPr/>
            <p:nvPr/>
          </p:nvSpPr>
          <p:spPr>
            <a:xfrm>
              <a:off x="162809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22"/>
            <p:cNvSpPr/>
            <p:nvPr/>
          </p:nvSpPr>
          <p:spPr>
            <a:xfrm>
              <a:off x="174760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22"/>
            <p:cNvSpPr/>
            <p:nvPr/>
          </p:nvSpPr>
          <p:spPr>
            <a:xfrm>
              <a:off x="186711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22"/>
            <p:cNvSpPr/>
            <p:nvPr/>
          </p:nvSpPr>
          <p:spPr>
            <a:xfrm>
              <a:off x="198661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22"/>
            <p:cNvSpPr/>
            <p:nvPr/>
          </p:nvSpPr>
          <p:spPr>
            <a:xfrm>
              <a:off x="210612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22"/>
            <p:cNvSpPr/>
            <p:nvPr/>
          </p:nvSpPr>
          <p:spPr>
            <a:xfrm>
              <a:off x="222563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22"/>
            <p:cNvSpPr/>
            <p:nvPr/>
          </p:nvSpPr>
          <p:spPr>
            <a:xfrm>
              <a:off x="234514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22"/>
            <p:cNvSpPr/>
            <p:nvPr/>
          </p:nvSpPr>
          <p:spPr>
            <a:xfrm>
              <a:off x="246465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22"/>
            <p:cNvSpPr/>
            <p:nvPr/>
          </p:nvSpPr>
          <p:spPr>
            <a:xfrm>
              <a:off x="258415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22"/>
            <p:cNvSpPr/>
            <p:nvPr/>
          </p:nvSpPr>
          <p:spPr>
            <a:xfrm>
              <a:off x="270366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22"/>
            <p:cNvSpPr/>
            <p:nvPr/>
          </p:nvSpPr>
          <p:spPr>
            <a:xfrm>
              <a:off x="282317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22"/>
            <p:cNvSpPr/>
            <p:nvPr/>
          </p:nvSpPr>
          <p:spPr>
            <a:xfrm>
              <a:off x="31350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22"/>
            <p:cNvSpPr/>
            <p:nvPr/>
          </p:nvSpPr>
          <p:spPr>
            <a:xfrm>
              <a:off x="43301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22"/>
            <p:cNvSpPr/>
            <p:nvPr/>
          </p:nvSpPr>
          <p:spPr>
            <a:xfrm>
              <a:off x="55251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22"/>
            <p:cNvSpPr/>
            <p:nvPr/>
          </p:nvSpPr>
          <p:spPr>
            <a:xfrm>
              <a:off x="67202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22"/>
            <p:cNvSpPr/>
            <p:nvPr/>
          </p:nvSpPr>
          <p:spPr>
            <a:xfrm>
              <a:off x="79153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22"/>
            <p:cNvSpPr/>
            <p:nvPr/>
          </p:nvSpPr>
          <p:spPr>
            <a:xfrm>
              <a:off x="91104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22"/>
            <p:cNvSpPr/>
            <p:nvPr/>
          </p:nvSpPr>
          <p:spPr>
            <a:xfrm>
              <a:off x="1030552"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22"/>
            <p:cNvSpPr/>
            <p:nvPr/>
          </p:nvSpPr>
          <p:spPr>
            <a:xfrm>
              <a:off x="115006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22"/>
            <p:cNvSpPr/>
            <p:nvPr/>
          </p:nvSpPr>
          <p:spPr>
            <a:xfrm>
              <a:off x="126956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22"/>
            <p:cNvSpPr/>
            <p:nvPr/>
          </p:nvSpPr>
          <p:spPr>
            <a:xfrm>
              <a:off x="138907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22"/>
            <p:cNvSpPr/>
            <p:nvPr/>
          </p:nvSpPr>
          <p:spPr>
            <a:xfrm>
              <a:off x="1508585"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22"/>
            <p:cNvSpPr/>
            <p:nvPr/>
          </p:nvSpPr>
          <p:spPr>
            <a:xfrm>
              <a:off x="162809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22"/>
            <p:cNvSpPr/>
            <p:nvPr/>
          </p:nvSpPr>
          <p:spPr>
            <a:xfrm>
              <a:off x="174760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22"/>
            <p:cNvSpPr/>
            <p:nvPr/>
          </p:nvSpPr>
          <p:spPr>
            <a:xfrm>
              <a:off x="186711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22"/>
            <p:cNvSpPr/>
            <p:nvPr/>
          </p:nvSpPr>
          <p:spPr>
            <a:xfrm>
              <a:off x="198661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22"/>
            <p:cNvSpPr/>
            <p:nvPr/>
          </p:nvSpPr>
          <p:spPr>
            <a:xfrm>
              <a:off x="210612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22"/>
            <p:cNvSpPr/>
            <p:nvPr/>
          </p:nvSpPr>
          <p:spPr>
            <a:xfrm>
              <a:off x="222563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22"/>
            <p:cNvSpPr/>
            <p:nvPr/>
          </p:nvSpPr>
          <p:spPr>
            <a:xfrm>
              <a:off x="234514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22"/>
            <p:cNvSpPr/>
            <p:nvPr/>
          </p:nvSpPr>
          <p:spPr>
            <a:xfrm>
              <a:off x="246465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22"/>
            <p:cNvSpPr/>
            <p:nvPr/>
          </p:nvSpPr>
          <p:spPr>
            <a:xfrm>
              <a:off x="258415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22"/>
            <p:cNvSpPr/>
            <p:nvPr/>
          </p:nvSpPr>
          <p:spPr>
            <a:xfrm>
              <a:off x="270366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22"/>
            <p:cNvSpPr/>
            <p:nvPr/>
          </p:nvSpPr>
          <p:spPr>
            <a:xfrm>
              <a:off x="282317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22"/>
            <p:cNvSpPr/>
            <p:nvPr/>
          </p:nvSpPr>
          <p:spPr>
            <a:xfrm>
              <a:off x="31350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22"/>
            <p:cNvSpPr/>
            <p:nvPr/>
          </p:nvSpPr>
          <p:spPr>
            <a:xfrm>
              <a:off x="43301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22"/>
            <p:cNvSpPr/>
            <p:nvPr/>
          </p:nvSpPr>
          <p:spPr>
            <a:xfrm>
              <a:off x="55251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22"/>
            <p:cNvSpPr/>
            <p:nvPr/>
          </p:nvSpPr>
          <p:spPr>
            <a:xfrm>
              <a:off x="67202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22"/>
            <p:cNvSpPr/>
            <p:nvPr/>
          </p:nvSpPr>
          <p:spPr>
            <a:xfrm>
              <a:off x="79153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22"/>
            <p:cNvSpPr/>
            <p:nvPr/>
          </p:nvSpPr>
          <p:spPr>
            <a:xfrm>
              <a:off x="91104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22"/>
            <p:cNvSpPr/>
            <p:nvPr/>
          </p:nvSpPr>
          <p:spPr>
            <a:xfrm>
              <a:off x="1030552"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22"/>
            <p:cNvSpPr/>
            <p:nvPr/>
          </p:nvSpPr>
          <p:spPr>
            <a:xfrm>
              <a:off x="115006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22"/>
            <p:cNvSpPr/>
            <p:nvPr/>
          </p:nvSpPr>
          <p:spPr>
            <a:xfrm>
              <a:off x="126956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22"/>
            <p:cNvSpPr/>
            <p:nvPr/>
          </p:nvSpPr>
          <p:spPr>
            <a:xfrm>
              <a:off x="138907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22"/>
            <p:cNvSpPr/>
            <p:nvPr/>
          </p:nvSpPr>
          <p:spPr>
            <a:xfrm>
              <a:off x="1508585"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22"/>
            <p:cNvSpPr/>
            <p:nvPr/>
          </p:nvSpPr>
          <p:spPr>
            <a:xfrm>
              <a:off x="162809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22"/>
            <p:cNvSpPr/>
            <p:nvPr/>
          </p:nvSpPr>
          <p:spPr>
            <a:xfrm>
              <a:off x="174760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22"/>
            <p:cNvSpPr/>
            <p:nvPr/>
          </p:nvSpPr>
          <p:spPr>
            <a:xfrm>
              <a:off x="186711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22"/>
            <p:cNvSpPr/>
            <p:nvPr/>
          </p:nvSpPr>
          <p:spPr>
            <a:xfrm>
              <a:off x="198661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22"/>
            <p:cNvSpPr/>
            <p:nvPr/>
          </p:nvSpPr>
          <p:spPr>
            <a:xfrm>
              <a:off x="210612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22"/>
            <p:cNvSpPr/>
            <p:nvPr/>
          </p:nvSpPr>
          <p:spPr>
            <a:xfrm>
              <a:off x="222563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22"/>
            <p:cNvSpPr/>
            <p:nvPr/>
          </p:nvSpPr>
          <p:spPr>
            <a:xfrm>
              <a:off x="234514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22"/>
            <p:cNvSpPr/>
            <p:nvPr/>
          </p:nvSpPr>
          <p:spPr>
            <a:xfrm>
              <a:off x="246465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22"/>
            <p:cNvSpPr/>
            <p:nvPr/>
          </p:nvSpPr>
          <p:spPr>
            <a:xfrm>
              <a:off x="258415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22"/>
            <p:cNvSpPr/>
            <p:nvPr/>
          </p:nvSpPr>
          <p:spPr>
            <a:xfrm>
              <a:off x="270366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22"/>
            <p:cNvSpPr/>
            <p:nvPr/>
          </p:nvSpPr>
          <p:spPr>
            <a:xfrm>
              <a:off x="282317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22"/>
            <p:cNvSpPr/>
            <p:nvPr/>
          </p:nvSpPr>
          <p:spPr>
            <a:xfrm>
              <a:off x="31350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22"/>
            <p:cNvSpPr/>
            <p:nvPr/>
          </p:nvSpPr>
          <p:spPr>
            <a:xfrm>
              <a:off x="43301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22"/>
            <p:cNvSpPr/>
            <p:nvPr/>
          </p:nvSpPr>
          <p:spPr>
            <a:xfrm>
              <a:off x="55251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22"/>
            <p:cNvSpPr/>
            <p:nvPr/>
          </p:nvSpPr>
          <p:spPr>
            <a:xfrm>
              <a:off x="67202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22"/>
            <p:cNvSpPr/>
            <p:nvPr/>
          </p:nvSpPr>
          <p:spPr>
            <a:xfrm>
              <a:off x="79153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22"/>
            <p:cNvSpPr/>
            <p:nvPr/>
          </p:nvSpPr>
          <p:spPr>
            <a:xfrm>
              <a:off x="91104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22"/>
            <p:cNvSpPr/>
            <p:nvPr/>
          </p:nvSpPr>
          <p:spPr>
            <a:xfrm>
              <a:off x="1030552"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22"/>
            <p:cNvSpPr/>
            <p:nvPr/>
          </p:nvSpPr>
          <p:spPr>
            <a:xfrm>
              <a:off x="115006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22"/>
            <p:cNvSpPr/>
            <p:nvPr/>
          </p:nvSpPr>
          <p:spPr>
            <a:xfrm>
              <a:off x="126956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22"/>
            <p:cNvSpPr/>
            <p:nvPr/>
          </p:nvSpPr>
          <p:spPr>
            <a:xfrm>
              <a:off x="138907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22"/>
            <p:cNvSpPr/>
            <p:nvPr/>
          </p:nvSpPr>
          <p:spPr>
            <a:xfrm>
              <a:off x="1508585"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22"/>
            <p:cNvSpPr/>
            <p:nvPr/>
          </p:nvSpPr>
          <p:spPr>
            <a:xfrm>
              <a:off x="162809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22"/>
            <p:cNvSpPr/>
            <p:nvPr/>
          </p:nvSpPr>
          <p:spPr>
            <a:xfrm>
              <a:off x="174760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22"/>
            <p:cNvSpPr/>
            <p:nvPr/>
          </p:nvSpPr>
          <p:spPr>
            <a:xfrm>
              <a:off x="186711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22"/>
            <p:cNvSpPr/>
            <p:nvPr/>
          </p:nvSpPr>
          <p:spPr>
            <a:xfrm>
              <a:off x="198661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22"/>
            <p:cNvSpPr/>
            <p:nvPr/>
          </p:nvSpPr>
          <p:spPr>
            <a:xfrm>
              <a:off x="210612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22"/>
            <p:cNvSpPr/>
            <p:nvPr/>
          </p:nvSpPr>
          <p:spPr>
            <a:xfrm>
              <a:off x="222563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22"/>
            <p:cNvSpPr/>
            <p:nvPr/>
          </p:nvSpPr>
          <p:spPr>
            <a:xfrm>
              <a:off x="234514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22"/>
            <p:cNvSpPr/>
            <p:nvPr/>
          </p:nvSpPr>
          <p:spPr>
            <a:xfrm>
              <a:off x="246465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22"/>
            <p:cNvSpPr/>
            <p:nvPr/>
          </p:nvSpPr>
          <p:spPr>
            <a:xfrm>
              <a:off x="258415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22"/>
            <p:cNvSpPr/>
            <p:nvPr/>
          </p:nvSpPr>
          <p:spPr>
            <a:xfrm>
              <a:off x="270366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22"/>
            <p:cNvSpPr/>
            <p:nvPr/>
          </p:nvSpPr>
          <p:spPr>
            <a:xfrm>
              <a:off x="282317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22"/>
            <p:cNvSpPr/>
            <p:nvPr/>
          </p:nvSpPr>
          <p:spPr>
            <a:xfrm>
              <a:off x="31350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22"/>
            <p:cNvSpPr/>
            <p:nvPr/>
          </p:nvSpPr>
          <p:spPr>
            <a:xfrm>
              <a:off x="43301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22"/>
            <p:cNvSpPr/>
            <p:nvPr/>
          </p:nvSpPr>
          <p:spPr>
            <a:xfrm>
              <a:off x="55251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22"/>
            <p:cNvSpPr/>
            <p:nvPr/>
          </p:nvSpPr>
          <p:spPr>
            <a:xfrm>
              <a:off x="67202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22"/>
            <p:cNvSpPr/>
            <p:nvPr/>
          </p:nvSpPr>
          <p:spPr>
            <a:xfrm>
              <a:off x="79153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22"/>
            <p:cNvSpPr/>
            <p:nvPr/>
          </p:nvSpPr>
          <p:spPr>
            <a:xfrm>
              <a:off x="91104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22"/>
            <p:cNvSpPr/>
            <p:nvPr/>
          </p:nvSpPr>
          <p:spPr>
            <a:xfrm>
              <a:off x="1030552"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22"/>
            <p:cNvSpPr/>
            <p:nvPr/>
          </p:nvSpPr>
          <p:spPr>
            <a:xfrm>
              <a:off x="115006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22"/>
            <p:cNvSpPr/>
            <p:nvPr/>
          </p:nvSpPr>
          <p:spPr>
            <a:xfrm>
              <a:off x="126956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22"/>
            <p:cNvSpPr/>
            <p:nvPr/>
          </p:nvSpPr>
          <p:spPr>
            <a:xfrm>
              <a:off x="138907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22"/>
            <p:cNvSpPr/>
            <p:nvPr/>
          </p:nvSpPr>
          <p:spPr>
            <a:xfrm>
              <a:off x="1508585"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22"/>
            <p:cNvSpPr/>
            <p:nvPr/>
          </p:nvSpPr>
          <p:spPr>
            <a:xfrm>
              <a:off x="162809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22"/>
            <p:cNvSpPr/>
            <p:nvPr/>
          </p:nvSpPr>
          <p:spPr>
            <a:xfrm>
              <a:off x="174760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22"/>
            <p:cNvSpPr/>
            <p:nvPr/>
          </p:nvSpPr>
          <p:spPr>
            <a:xfrm>
              <a:off x="186711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22"/>
            <p:cNvSpPr/>
            <p:nvPr/>
          </p:nvSpPr>
          <p:spPr>
            <a:xfrm>
              <a:off x="198661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22"/>
            <p:cNvSpPr/>
            <p:nvPr/>
          </p:nvSpPr>
          <p:spPr>
            <a:xfrm>
              <a:off x="210612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22"/>
            <p:cNvSpPr/>
            <p:nvPr/>
          </p:nvSpPr>
          <p:spPr>
            <a:xfrm>
              <a:off x="222563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22"/>
            <p:cNvSpPr/>
            <p:nvPr/>
          </p:nvSpPr>
          <p:spPr>
            <a:xfrm>
              <a:off x="234514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22"/>
            <p:cNvSpPr/>
            <p:nvPr/>
          </p:nvSpPr>
          <p:spPr>
            <a:xfrm>
              <a:off x="246465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22"/>
            <p:cNvSpPr/>
            <p:nvPr/>
          </p:nvSpPr>
          <p:spPr>
            <a:xfrm>
              <a:off x="258415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22"/>
            <p:cNvSpPr/>
            <p:nvPr/>
          </p:nvSpPr>
          <p:spPr>
            <a:xfrm>
              <a:off x="270366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22"/>
            <p:cNvSpPr/>
            <p:nvPr/>
          </p:nvSpPr>
          <p:spPr>
            <a:xfrm>
              <a:off x="282317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22"/>
            <p:cNvSpPr/>
            <p:nvPr/>
          </p:nvSpPr>
          <p:spPr>
            <a:xfrm>
              <a:off x="31350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22"/>
            <p:cNvSpPr/>
            <p:nvPr/>
          </p:nvSpPr>
          <p:spPr>
            <a:xfrm>
              <a:off x="43301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22"/>
            <p:cNvSpPr/>
            <p:nvPr/>
          </p:nvSpPr>
          <p:spPr>
            <a:xfrm>
              <a:off x="55251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22"/>
            <p:cNvSpPr/>
            <p:nvPr/>
          </p:nvSpPr>
          <p:spPr>
            <a:xfrm>
              <a:off x="67202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22"/>
            <p:cNvSpPr/>
            <p:nvPr/>
          </p:nvSpPr>
          <p:spPr>
            <a:xfrm>
              <a:off x="79153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22"/>
            <p:cNvSpPr/>
            <p:nvPr/>
          </p:nvSpPr>
          <p:spPr>
            <a:xfrm>
              <a:off x="91104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22"/>
            <p:cNvSpPr/>
            <p:nvPr/>
          </p:nvSpPr>
          <p:spPr>
            <a:xfrm>
              <a:off x="1030552"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22"/>
            <p:cNvSpPr/>
            <p:nvPr/>
          </p:nvSpPr>
          <p:spPr>
            <a:xfrm>
              <a:off x="115006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22"/>
            <p:cNvSpPr/>
            <p:nvPr/>
          </p:nvSpPr>
          <p:spPr>
            <a:xfrm>
              <a:off x="126956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22"/>
            <p:cNvSpPr/>
            <p:nvPr/>
          </p:nvSpPr>
          <p:spPr>
            <a:xfrm>
              <a:off x="138907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22"/>
            <p:cNvSpPr/>
            <p:nvPr/>
          </p:nvSpPr>
          <p:spPr>
            <a:xfrm>
              <a:off x="1508585"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22"/>
            <p:cNvSpPr/>
            <p:nvPr/>
          </p:nvSpPr>
          <p:spPr>
            <a:xfrm>
              <a:off x="162809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22"/>
            <p:cNvSpPr/>
            <p:nvPr/>
          </p:nvSpPr>
          <p:spPr>
            <a:xfrm>
              <a:off x="174760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22"/>
            <p:cNvSpPr/>
            <p:nvPr/>
          </p:nvSpPr>
          <p:spPr>
            <a:xfrm>
              <a:off x="186711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22"/>
            <p:cNvSpPr/>
            <p:nvPr/>
          </p:nvSpPr>
          <p:spPr>
            <a:xfrm>
              <a:off x="198661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22"/>
            <p:cNvSpPr/>
            <p:nvPr/>
          </p:nvSpPr>
          <p:spPr>
            <a:xfrm>
              <a:off x="210612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22"/>
            <p:cNvSpPr/>
            <p:nvPr/>
          </p:nvSpPr>
          <p:spPr>
            <a:xfrm>
              <a:off x="222563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22"/>
            <p:cNvSpPr/>
            <p:nvPr/>
          </p:nvSpPr>
          <p:spPr>
            <a:xfrm>
              <a:off x="234514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22"/>
            <p:cNvSpPr/>
            <p:nvPr/>
          </p:nvSpPr>
          <p:spPr>
            <a:xfrm>
              <a:off x="246465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22"/>
            <p:cNvSpPr/>
            <p:nvPr/>
          </p:nvSpPr>
          <p:spPr>
            <a:xfrm>
              <a:off x="258415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22"/>
            <p:cNvSpPr/>
            <p:nvPr/>
          </p:nvSpPr>
          <p:spPr>
            <a:xfrm>
              <a:off x="270366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22"/>
            <p:cNvSpPr/>
            <p:nvPr/>
          </p:nvSpPr>
          <p:spPr>
            <a:xfrm>
              <a:off x="282317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22"/>
            <p:cNvSpPr/>
            <p:nvPr/>
          </p:nvSpPr>
          <p:spPr>
            <a:xfrm>
              <a:off x="31350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22"/>
            <p:cNvSpPr/>
            <p:nvPr/>
          </p:nvSpPr>
          <p:spPr>
            <a:xfrm>
              <a:off x="43301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22"/>
            <p:cNvSpPr/>
            <p:nvPr/>
          </p:nvSpPr>
          <p:spPr>
            <a:xfrm>
              <a:off x="55251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22"/>
            <p:cNvSpPr/>
            <p:nvPr/>
          </p:nvSpPr>
          <p:spPr>
            <a:xfrm>
              <a:off x="67202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22"/>
            <p:cNvSpPr/>
            <p:nvPr/>
          </p:nvSpPr>
          <p:spPr>
            <a:xfrm>
              <a:off x="79153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22"/>
            <p:cNvSpPr/>
            <p:nvPr/>
          </p:nvSpPr>
          <p:spPr>
            <a:xfrm>
              <a:off x="91104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22"/>
            <p:cNvSpPr/>
            <p:nvPr/>
          </p:nvSpPr>
          <p:spPr>
            <a:xfrm>
              <a:off x="1030552"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22"/>
            <p:cNvSpPr/>
            <p:nvPr/>
          </p:nvSpPr>
          <p:spPr>
            <a:xfrm>
              <a:off x="115006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22"/>
            <p:cNvSpPr/>
            <p:nvPr/>
          </p:nvSpPr>
          <p:spPr>
            <a:xfrm>
              <a:off x="126956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22"/>
            <p:cNvSpPr/>
            <p:nvPr/>
          </p:nvSpPr>
          <p:spPr>
            <a:xfrm>
              <a:off x="138907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22"/>
            <p:cNvSpPr/>
            <p:nvPr/>
          </p:nvSpPr>
          <p:spPr>
            <a:xfrm>
              <a:off x="1508585"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22"/>
            <p:cNvSpPr/>
            <p:nvPr/>
          </p:nvSpPr>
          <p:spPr>
            <a:xfrm>
              <a:off x="162809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22"/>
            <p:cNvSpPr/>
            <p:nvPr/>
          </p:nvSpPr>
          <p:spPr>
            <a:xfrm>
              <a:off x="174760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22"/>
            <p:cNvSpPr/>
            <p:nvPr/>
          </p:nvSpPr>
          <p:spPr>
            <a:xfrm>
              <a:off x="186711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22"/>
            <p:cNvSpPr/>
            <p:nvPr/>
          </p:nvSpPr>
          <p:spPr>
            <a:xfrm>
              <a:off x="198661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22"/>
            <p:cNvSpPr/>
            <p:nvPr/>
          </p:nvSpPr>
          <p:spPr>
            <a:xfrm>
              <a:off x="210612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22"/>
            <p:cNvSpPr/>
            <p:nvPr/>
          </p:nvSpPr>
          <p:spPr>
            <a:xfrm>
              <a:off x="222563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22"/>
            <p:cNvSpPr/>
            <p:nvPr/>
          </p:nvSpPr>
          <p:spPr>
            <a:xfrm>
              <a:off x="234514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22"/>
            <p:cNvSpPr/>
            <p:nvPr/>
          </p:nvSpPr>
          <p:spPr>
            <a:xfrm>
              <a:off x="246465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22"/>
            <p:cNvSpPr/>
            <p:nvPr/>
          </p:nvSpPr>
          <p:spPr>
            <a:xfrm>
              <a:off x="258415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22"/>
            <p:cNvSpPr/>
            <p:nvPr/>
          </p:nvSpPr>
          <p:spPr>
            <a:xfrm>
              <a:off x="270366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22"/>
            <p:cNvSpPr/>
            <p:nvPr/>
          </p:nvSpPr>
          <p:spPr>
            <a:xfrm>
              <a:off x="282317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22"/>
            <p:cNvSpPr/>
            <p:nvPr/>
          </p:nvSpPr>
          <p:spPr>
            <a:xfrm>
              <a:off x="31350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22"/>
            <p:cNvSpPr/>
            <p:nvPr/>
          </p:nvSpPr>
          <p:spPr>
            <a:xfrm>
              <a:off x="43301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22"/>
            <p:cNvSpPr/>
            <p:nvPr/>
          </p:nvSpPr>
          <p:spPr>
            <a:xfrm>
              <a:off x="55251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22"/>
            <p:cNvSpPr/>
            <p:nvPr/>
          </p:nvSpPr>
          <p:spPr>
            <a:xfrm>
              <a:off x="67202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22"/>
            <p:cNvSpPr/>
            <p:nvPr/>
          </p:nvSpPr>
          <p:spPr>
            <a:xfrm>
              <a:off x="79153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22"/>
            <p:cNvSpPr/>
            <p:nvPr/>
          </p:nvSpPr>
          <p:spPr>
            <a:xfrm>
              <a:off x="91104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22"/>
            <p:cNvSpPr/>
            <p:nvPr/>
          </p:nvSpPr>
          <p:spPr>
            <a:xfrm>
              <a:off x="1030552"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22"/>
            <p:cNvSpPr/>
            <p:nvPr/>
          </p:nvSpPr>
          <p:spPr>
            <a:xfrm>
              <a:off x="115006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22"/>
            <p:cNvSpPr/>
            <p:nvPr/>
          </p:nvSpPr>
          <p:spPr>
            <a:xfrm>
              <a:off x="126956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22"/>
            <p:cNvSpPr/>
            <p:nvPr/>
          </p:nvSpPr>
          <p:spPr>
            <a:xfrm>
              <a:off x="138907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22"/>
            <p:cNvSpPr/>
            <p:nvPr/>
          </p:nvSpPr>
          <p:spPr>
            <a:xfrm>
              <a:off x="1508585"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22"/>
            <p:cNvSpPr/>
            <p:nvPr/>
          </p:nvSpPr>
          <p:spPr>
            <a:xfrm>
              <a:off x="162809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22"/>
            <p:cNvSpPr/>
            <p:nvPr/>
          </p:nvSpPr>
          <p:spPr>
            <a:xfrm>
              <a:off x="174760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22"/>
            <p:cNvSpPr/>
            <p:nvPr/>
          </p:nvSpPr>
          <p:spPr>
            <a:xfrm>
              <a:off x="186711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22"/>
            <p:cNvSpPr/>
            <p:nvPr/>
          </p:nvSpPr>
          <p:spPr>
            <a:xfrm>
              <a:off x="198661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22"/>
            <p:cNvSpPr/>
            <p:nvPr/>
          </p:nvSpPr>
          <p:spPr>
            <a:xfrm>
              <a:off x="210612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22"/>
            <p:cNvSpPr/>
            <p:nvPr/>
          </p:nvSpPr>
          <p:spPr>
            <a:xfrm>
              <a:off x="222563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22"/>
            <p:cNvSpPr/>
            <p:nvPr/>
          </p:nvSpPr>
          <p:spPr>
            <a:xfrm>
              <a:off x="234514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22"/>
            <p:cNvSpPr/>
            <p:nvPr/>
          </p:nvSpPr>
          <p:spPr>
            <a:xfrm>
              <a:off x="246465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22"/>
            <p:cNvSpPr/>
            <p:nvPr/>
          </p:nvSpPr>
          <p:spPr>
            <a:xfrm>
              <a:off x="258415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22"/>
            <p:cNvSpPr/>
            <p:nvPr/>
          </p:nvSpPr>
          <p:spPr>
            <a:xfrm>
              <a:off x="270366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22"/>
            <p:cNvSpPr/>
            <p:nvPr/>
          </p:nvSpPr>
          <p:spPr>
            <a:xfrm>
              <a:off x="282317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22"/>
            <p:cNvSpPr/>
            <p:nvPr/>
          </p:nvSpPr>
          <p:spPr>
            <a:xfrm>
              <a:off x="31350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22"/>
            <p:cNvSpPr/>
            <p:nvPr/>
          </p:nvSpPr>
          <p:spPr>
            <a:xfrm>
              <a:off x="43301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22"/>
            <p:cNvSpPr/>
            <p:nvPr/>
          </p:nvSpPr>
          <p:spPr>
            <a:xfrm>
              <a:off x="55251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22"/>
            <p:cNvSpPr/>
            <p:nvPr/>
          </p:nvSpPr>
          <p:spPr>
            <a:xfrm>
              <a:off x="67202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22"/>
            <p:cNvSpPr/>
            <p:nvPr/>
          </p:nvSpPr>
          <p:spPr>
            <a:xfrm>
              <a:off x="79153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22"/>
            <p:cNvSpPr/>
            <p:nvPr/>
          </p:nvSpPr>
          <p:spPr>
            <a:xfrm>
              <a:off x="91104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22"/>
            <p:cNvSpPr/>
            <p:nvPr/>
          </p:nvSpPr>
          <p:spPr>
            <a:xfrm>
              <a:off x="1030552"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22"/>
            <p:cNvSpPr/>
            <p:nvPr/>
          </p:nvSpPr>
          <p:spPr>
            <a:xfrm>
              <a:off x="115006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22"/>
            <p:cNvSpPr/>
            <p:nvPr/>
          </p:nvSpPr>
          <p:spPr>
            <a:xfrm>
              <a:off x="126956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22"/>
            <p:cNvSpPr/>
            <p:nvPr/>
          </p:nvSpPr>
          <p:spPr>
            <a:xfrm>
              <a:off x="138907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22"/>
            <p:cNvSpPr/>
            <p:nvPr/>
          </p:nvSpPr>
          <p:spPr>
            <a:xfrm>
              <a:off x="1508585"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22"/>
            <p:cNvSpPr/>
            <p:nvPr/>
          </p:nvSpPr>
          <p:spPr>
            <a:xfrm>
              <a:off x="162809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22"/>
            <p:cNvSpPr/>
            <p:nvPr/>
          </p:nvSpPr>
          <p:spPr>
            <a:xfrm>
              <a:off x="174760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22"/>
            <p:cNvSpPr/>
            <p:nvPr/>
          </p:nvSpPr>
          <p:spPr>
            <a:xfrm>
              <a:off x="186711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22"/>
            <p:cNvSpPr/>
            <p:nvPr/>
          </p:nvSpPr>
          <p:spPr>
            <a:xfrm>
              <a:off x="198661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22"/>
            <p:cNvSpPr/>
            <p:nvPr/>
          </p:nvSpPr>
          <p:spPr>
            <a:xfrm>
              <a:off x="210612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22"/>
            <p:cNvSpPr/>
            <p:nvPr/>
          </p:nvSpPr>
          <p:spPr>
            <a:xfrm>
              <a:off x="222563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22"/>
            <p:cNvSpPr/>
            <p:nvPr/>
          </p:nvSpPr>
          <p:spPr>
            <a:xfrm>
              <a:off x="234514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22"/>
            <p:cNvSpPr/>
            <p:nvPr/>
          </p:nvSpPr>
          <p:spPr>
            <a:xfrm>
              <a:off x="246465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22"/>
            <p:cNvSpPr/>
            <p:nvPr/>
          </p:nvSpPr>
          <p:spPr>
            <a:xfrm>
              <a:off x="258415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22"/>
            <p:cNvSpPr/>
            <p:nvPr/>
          </p:nvSpPr>
          <p:spPr>
            <a:xfrm>
              <a:off x="270366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22"/>
            <p:cNvSpPr/>
            <p:nvPr/>
          </p:nvSpPr>
          <p:spPr>
            <a:xfrm>
              <a:off x="282317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22"/>
            <p:cNvSpPr/>
            <p:nvPr/>
          </p:nvSpPr>
          <p:spPr>
            <a:xfrm>
              <a:off x="31350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22"/>
            <p:cNvSpPr/>
            <p:nvPr/>
          </p:nvSpPr>
          <p:spPr>
            <a:xfrm>
              <a:off x="43301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22"/>
            <p:cNvSpPr/>
            <p:nvPr/>
          </p:nvSpPr>
          <p:spPr>
            <a:xfrm>
              <a:off x="55251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22"/>
            <p:cNvSpPr/>
            <p:nvPr/>
          </p:nvSpPr>
          <p:spPr>
            <a:xfrm>
              <a:off x="67202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22"/>
            <p:cNvSpPr/>
            <p:nvPr/>
          </p:nvSpPr>
          <p:spPr>
            <a:xfrm>
              <a:off x="79153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22"/>
            <p:cNvSpPr/>
            <p:nvPr/>
          </p:nvSpPr>
          <p:spPr>
            <a:xfrm>
              <a:off x="91104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22"/>
            <p:cNvSpPr/>
            <p:nvPr/>
          </p:nvSpPr>
          <p:spPr>
            <a:xfrm>
              <a:off x="1030552"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22"/>
            <p:cNvSpPr/>
            <p:nvPr/>
          </p:nvSpPr>
          <p:spPr>
            <a:xfrm>
              <a:off x="115006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22"/>
            <p:cNvSpPr/>
            <p:nvPr/>
          </p:nvSpPr>
          <p:spPr>
            <a:xfrm>
              <a:off x="126956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22"/>
            <p:cNvSpPr/>
            <p:nvPr/>
          </p:nvSpPr>
          <p:spPr>
            <a:xfrm>
              <a:off x="138907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22"/>
            <p:cNvSpPr/>
            <p:nvPr/>
          </p:nvSpPr>
          <p:spPr>
            <a:xfrm>
              <a:off x="1508585"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22"/>
            <p:cNvSpPr/>
            <p:nvPr/>
          </p:nvSpPr>
          <p:spPr>
            <a:xfrm>
              <a:off x="162809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22"/>
            <p:cNvSpPr/>
            <p:nvPr/>
          </p:nvSpPr>
          <p:spPr>
            <a:xfrm>
              <a:off x="174760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22"/>
            <p:cNvSpPr/>
            <p:nvPr/>
          </p:nvSpPr>
          <p:spPr>
            <a:xfrm>
              <a:off x="186711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22"/>
            <p:cNvSpPr/>
            <p:nvPr/>
          </p:nvSpPr>
          <p:spPr>
            <a:xfrm>
              <a:off x="198661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22"/>
            <p:cNvSpPr/>
            <p:nvPr/>
          </p:nvSpPr>
          <p:spPr>
            <a:xfrm>
              <a:off x="210612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22"/>
            <p:cNvSpPr/>
            <p:nvPr/>
          </p:nvSpPr>
          <p:spPr>
            <a:xfrm>
              <a:off x="222563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22"/>
            <p:cNvSpPr/>
            <p:nvPr/>
          </p:nvSpPr>
          <p:spPr>
            <a:xfrm>
              <a:off x="234514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22"/>
            <p:cNvSpPr/>
            <p:nvPr/>
          </p:nvSpPr>
          <p:spPr>
            <a:xfrm>
              <a:off x="246465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22"/>
            <p:cNvSpPr/>
            <p:nvPr/>
          </p:nvSpPr>
          <p:spPr>
            <a:xfrm>
              <a:off x="258415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22"/>
            <p:cNvSpPr/>
            <p:nvPr/>
          </p:nvSpPr>
          <p:spPr>
            <a:xfrm>
              <a:off x="270366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22"/>
            <p:cNvSpPr/>
            <p:nvPr/>
          </p:nvSpPr>
          <p:spPr>
            <a:xfrm>
              <a:off x="282317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22"/>
            <p:cNvSpPr/>
            <p:nvPr/>
          </p:nvSpPr>
          <p:spPr>
            <a:xfrm>
              <a:off x="31350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22"/>
            <p:cNvSpPr/>
            <p:nvPr/>
          </p:nvSpPr>
          <p:spPr>
            <a:xfrm>
              <a:off x="43301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22"/>
            <p:cNvSpPr/>
            <p:nvPr/>
          </p:nvSpPr>
          <p:spPr>
            <a:xfrm>
              <a:off x="55251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22"/>
            <p:cNvSpPr/>
            <p:nvPr/>
          </p:nvSpPr>
          <p:spPr>
            <a:xfrm>
              <a:off x="67202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22"/>
            <p:cNvSpPr/>
            <p:nvPr/>
          </p:nvSpPr>
          <p:spPr>
            <a:xfrm>
              <a:off x="79153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22"/>
            <p:cNvSpPr/>
            <p:nvPr/>
          </p:nvSpPr>
          <p:spPr>
            <a:xfrm>
              <a:off x="91104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22"/>
            <p:cNvSpPr/>
            <p:nvPr/>
          </p:nvSpPr>
          <p:spPr>
            <a:xfrm>
              <a:off x="1030552"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22"/>
            <p:cNvSpPr/>
            <p:nvPr/>
          </p:nvSpPr>
          <p:spPr>
            <a:xfrm>
              <a:off x="115006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22"/>
            <p:cNvSpPr/>
            <p:nvPr/>
          </p:nvSpPr>
          <p:spPr>
            <a:xfrm>
              <a:off x="126956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22"/>
            <p:cNvSpPr/>
            <p:nvPr/>
          </p:nvSpPr>
          <p:spPr>
            <a:xfrm>
              <a:off x="138907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22"/>
            <p:cNvSpPr/>
            <p:nvPr/>
          </p:nvSpPr>
          <p:spPr>
            <a:xfrm>
              <a:off x="1508585"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22"/>
            <p:cNvSpPr/>
            <p:nvPr/>
          </p:nvSpPr>
          <p:spPr>
            <a:xfrm>
              <a:off x="162809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22"/>
            <p:cNvSpPr/>
            <p:nvPr/>
          </p:nvSpPr>
          <p:spPr>
            <a:xfrm>
              <a:off x="174760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22"/>
            <p:cNvSpPr/>
            <p:nvPr/>
          </p:nvSpPr>
          <p:spPr>
            <a:xfrm>
              <a:off x="186711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22"/>
            <p:cNvSpPr/>
            <p:nvPr/>
          </p:nvSpPr>
          <p:spPr>
            <a:xfrm>
              <a:off x="198661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22"/>
            <p:cNvSpPr/>
            <p:nvPr/>
          </p:nvSpPr>
          <p:spPr>
            <a:xfrm>
              <a:off x="210612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22"/>
            <p:cNvSpPr/>
            <p:nvPr/>
          </p:nvSpPr>
          <p:spPr>
            <a:xfrm>
              <a:off x="222563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22"/>
            <p:cNvSpPr/>
            <p:nvPr/>
          </p:nvSpPr>
          <p:spPr>
            <a:xfrm>
              <a:off x="234514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22"/>
            <p:cNvSpPr/>
            <p:nvPr/>
          </p:nvSpPr>
          <p:spPr>
            <a:xfrm>
              <a:off x="246465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22"/>
            <p:cNvSpPr/>
            <p:nvPr/>
          </p:nvSpPr>
          <p:spPr>
            <a:xfrm>
              <a:off x="258415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22"/>
            <p:cNvSpPr/>
            <p:nvPr/>
          </p:nvSpPr>
          <p:spPr>
            <a:xfrm>
              <a:off x="270366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22"/>
            <p:cNvSpPr/>
            <p:nvPr/>
          </p:nvSpPr>
          <p:spPr>
            <a:xfrm>
              <a:off x="282317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22"/>
            <p:cNvSpPr/>
            <p:nvPr/>
          </p:nvSpPr>
          <p:spPr>
            <a:xfrm>
              <a:off x="31350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22"/>
            <p:cNvSpPr/>
            <p:nvPr/>
          </p:nvSpPr>
          <p:spPr>
            <a:xfrm>
              <a:off x="43301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22"/>
            <p:cNvSpPr/>
            <p:nvPr/>
          </p:nvSpPr>
          <p:spPr>
            <a:xfrm>
              <a:off x="55251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22"/>
            <p:cNvSpPr/>
            <p:nvPr/>
          </p:nvSpPr>
          <p:spPr>
            <a:xfrm>
              <a:off x="67202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22"/>
            <p:cNvSpPr/>
            <p:nvPr/>
          </p:nvSpPr>
          <p:spPr>
            <a:xfrm>
              <a:off x="79153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22"/>
            <p:cNvSpPr/>
            <p:nvPr/>
          </p:nvSpPr>
          <p:spPr>
            <a:xfrm>
              <a:off x="91104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22"/>
            <p:cNvSpPr/>
            <p:nvPr/>
          </p:nvSpPr>
          <p:spPr>
            <a:xfrm>
              <a:off x="1030552"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22"/>
            <p:cNvSpPr/>
            <p:nvPr/>
          </p:nvSpPr>
          <p:spPr>
            <a:xfrm>
              <a:off x="115006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22"/>
            <p:cNvSpPr/>
            <p:nvPr/>
          </p:nvSpPr>
          <p:spPr>
            <a:xfrm>
              <a:off x="126956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22"/>
            <p:cNvSpPr/>
            <p:nvPr/>
          </p:nvSpPr>
          <p:spPr>
            <a:xfrm>
              <a:off x="138907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22"/>
            <p:cNvSpPr/>
            <p:nvPr/>
          </p:nvSpPr>
          <p:spPr>
            <a:xfrm>
              <a:off x="1508585"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22"/>
            <p:cNvSpPr/>
            <p:nvPr/>
          </p:nvSpPr>
          <p:spPr>
            <a:xfrm>
              <a:off x="162809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22"/>
            <p:cNvSpPr/>
            <p:nvPr/>
          </p:nvSpPr>
          <p:spPr>
            <a:xfrm>
              <a:off x="174760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22"/>
            <p:cNvSpPr/>
            <p:nvPr/>
          </p:nvSpPr>
          <p:spPr>
            <a:xfrm>
              <a:off x="186711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22"/>
            <p:cNvSpPr/>
            <p:nvPr/>
          </p:nvSpPr>
          <p:spPr>
            <a:xfrm>
              <a:off x="198661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22"/>
            <p:cNvSpPr/>
            <p:nvPr/>
          </p:nvSpPr>
          <p:spPr>
            <a:xfrm>
              <a:off x="210612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22"/>
            <p:cNvSpPr/>
            <p:nvPr/>
          </p:nvSpPr>
          <p:spPr>
            <a:xfrm>
              <a:off x="222563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22"/>
            <p:cNvSpPr/>
            <p:nvPr/>
          </p:nvSpPr>
          <p:spPr>
            <a:xfrm>
              <a:off x="234514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22"/>
            <p:cNvSpPr/>
            <p:nvPr/>
          </p:nvSpPr>
          <p:spPr>
            <a:xfrm>
              <a:off x="246465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22"/>
            <p:cNvSpPr/>
            <p:nvPr/>
          </p:nvSpPr>
          <p:spPr>
            <a:xfrm>
              <a:off x="258415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22"/>
            <p:cNvSpPr/>
            <p:nvPr/>
          </p:nvSpPr>
          <p:spPr>
            <a:xfrm>
              <a:off x="270366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22"/>
            <p:cNvSpPr/>
            <p:nvPr/>
          </p:nvSpPr>
          <p:spPr>
            <a:xfrm>
              <a:off x="282317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22"/>
            <p:cNvSpPr/>
            <p:nvPr/>
          </p:nvSpPr>
          <p:spPr>
            <a:xfrm>
              <a:off x="31350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22"/>
            <p:cNvSpPr/>
            <p:nvPr/>
          </p:nvSpPr>
          <p:spPr>
            <a:xfrm>
              <a:off x="43301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22"/>
            <p:cNvSpPr/>
            <p:nvPr/>
          </p:nvSpPr>
          <p:spPr>
            <a:xfrm>
              <a:off x="55251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22"/>
            <p:cNvSpPr/>
            <p:nvPr/>
          </p:nvSpPr>
          <p:spPr>
            <a:xfrm>
              <a:off x="67202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22"/>
            <p:cNvSpPr/>
            <p:nvPr/>
          </p:nvSpPr>
          <p:spPr>
            <a:xfrm>
              <a:off x="79153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22"/>
            <p:cNvSpPr/>
            <p:nvPr/>
          </p:nvSpPr>
          <p:spPr>
            <a:xfrm>
              <a:off x="91104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22"/>
            <p:cNvSpPr/>
            <p:nvPr/>
          </p:nvSpPr>
          <p:spPr>
            <a:xfrm>
              <a:off x="1030552"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22"/>
            <p:cNvSpPr/>
            <p:nvPr/>
          </p:nvSpPr>
          <p:spPr>
            <a:xfrm>
              <a:off x="115006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22"/>
            <p:cNvSpPr/>
            <p:nvPr/>
          </p:nvSpPr>
          <p:spPr>
            <a:xfrm>
              <a:off x="126956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22"/>
            <p:cNvSpPr/>
            <p:nvPr/>
          </p:nvSpPr>
          <p:spPr>
            <a:xfrm>
              <a:off x="138907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22"/>
            <p:cNvSpPr/>
            <p:nvPr/>
          </p:nvSpPr>
          <p:spPr>
            <a:xfrm>
              <a:off x="1508585"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22"/>
            <p:cNvSpPr/>
            <p:nvPr/>
          </p:nvSpPr>
          <p:spPr>
            <a:xfrm>
              <a:off x="162809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22"/>
            <p:cNvSpPr/>
            <p:nvPr/>
          </p:nvSpPr>
          <p:spPr>
            <a:xfrm>
              <a:off x="174760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22"/>
            <p:cNvSpPr/>
            <p:nvPr/>
          </p:nvSpPr>
          <p:spPr>
            <a:xfrm>
              <a:off x="186711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22"/>
            <p:cNvSpPr/>
            <p:nvPr/>
          </p:nvSpPr>
          <p:spPr>
            <a:xfrm>
              <a:off x="198661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22"/>
            <p:cNvSpPr/>
            <p:nvPr/>
          </p:nvSpPr>
          <p:spPr>
            <a:xfrm>
              <a:off x="210612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22"/>
            <p:cNvSpPr/>
            <p:nvPr/>
          </p:nvSpPr>
          <p:spPr>
            <a:xfrm>
              <a:off x="222563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22"/>
            <p:cNvSpPr/>
            <p:nvPr/>
          </p:nvSpPr>
          <p:spPr>
            <a:xfrm>
              <a:off x="234514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22"/>
            <p:cNvSpPr/>
            <p:nvPr/>
          </p:nvSpPr>
          <p:spPr>
            <a:xfrm>
              <a:off x="246465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22"/>
            <p:cNvSpPr/>
            <p:nvPr/>
          </p:nvSpPr>
          <p:spPr>
            <a:xfrm>
              <a:off x="258415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22"/>
            <p:cNvSpPr/>
            <p:nvPr/>
          </p:nvSpPr>
          <p:spPr>
            <a:xfrm>
              <a:off x="270366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22"/>
            <p:cNvSpPr/>
            <p:nvPr/>
          </p:nvSpPr>
          <p:spPr>
            <a:xfrm>
              <a:off x="282317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22"/>
            <p:cNvSpPr/>
            <p:nvPr/>
          </p:nvSpPr>
          <p:spPr>
            <a:xfrm>
              <a:off x="31350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22"/>
            <p:cNvSpPr/>
            <p:nvPr/>
          </p:nvSpPr>
          <p:spPr>
            <a:xfrm>
              <a:off x="43301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22"/>
            <p:cNvSpPr/>
            <p:nvPr/>
          </p:nvSpPr>
          <p:spPr>
            <a:xfrm>
              <a:off x="55251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22"/>
            <p:cNvSpPr/>
            <p:nvPr/>
          </p:nvSpPr>
          <p:spPr>
            <a:xfrm>
              <a:off x="67202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22"/>
            <p:cNvSpPr/>
            <p:nvPr/>
          </p:nvSpPr>
          <p:spPr>
            <a:xfrm>
              <a:off x="79153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22"/>
            <p:cNvSpPr/>
            <p:nvPr/>
          </p:nvSpPr>
          <p:spPr>
            <a:xfrm>
              <a:off x="91104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22"/>
            <p:cNvSpPr/>
            <p:nvPr/>
          </p:nvSpPr>
          <p:spPr>
            <a:xfrm>
              <a:off x="1030552"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22"/>
            <p:cNvSpPr/>
            <p:nvPr/>
          </p:nvSpPr>
          <p:spPr>
            <a:xfrm>
              <a:off x="115006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22"/>
            <p:cNvSpPr/>
            <p:nvPr/>
          </p:nvSpPr>
          <p:spPr>
            <a:xfrm>
              <a:off x="126956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22"/>
            <p:cNvSpPr/>
            <p:nvPr/>
          </p:nvSpPr>
          <p:spPr>
            <a:xfrm>
              <a:off x="138907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22"/>
            <p:cNvSpPr/>
            <p:nvPr/>
          </p:nvSpPr>
          <p:spPr>
            <a:xfrm>
              <a:off x="1508585"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22"/>
            <p:cNvSpPr/>
            <p:nvPr/>
          </p:nvSpPr>
          <p:spPr>
            <a:xfrm>
              <a:off x="162809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22"/>
            <p:cNvSpPr/>
            <p:nvPr/>
          </p:nvSpPr>
          <p:spPr>
            <a:xfrm>
              <a:off x="174760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22"/>
            <p:cNvSpPr/>
            <p:nvPr/>
          </p:nvSpPr>
          <p:spPr>
            <a:xfrm>
              <a:off x="186711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22"/>
            <p:cNvSpPr/>
            <p:nvPr/>
          </p:nvSpPr>
          <p:spPr>
            <a:xfrm>
              <a:off x="198661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22"/>
            <p:cNvSpPr/>
            <p:nvPr/>
          </p:nvSpPr>
          <p:spPr>
            <a:xfrm>
              <a:off x="210612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22"/>
            <p:cNvSpPr/>
            <p:nvPr/>
          </p:nvSpPr>
          <p:spPr>
            <a:xfrm>
              <a:off x="222563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22"/>
            <p:cNvSpPr/>
            <p:nvPr/>
          </p:nvSpPr>
          <p:spPr>
            <a:xfrm>
              <a:off x="234514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22"/>
            <p:cNvSpPr/>
            <p:nvPr/>
          </p:nvSpPr>
          <p:spPr>
            <a:xfrm>
              <a:off x="246465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22"/>
            <p:cNvSpPr/>
            <p:nvPr/>
          </p:nvSpPr>
          <p:spPr>
            <a:xfrm>
              <a:off x="258415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22"/>
            <p:cNvSpPr/>
            <p:nvPr/>
          </p:nvSpPr>
          <p:spPr>
            <a:xfrm>
              <a:off x="270366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22"/>
            <p:cNvSpPr/>
            <p:nvPr/>
          </p:nvSpPr>
          <p:spPr>
            <a:xfrm>
              <a:off x="282317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22"/>
            <p:cNvSpPr/>
            <p:nvPr/>
          </p:nvSpPr>
          <p:spPr>
            <a:xfrm>
              <a:off x="31350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22"/>
            <p:cNvSpPr/>
            <p:nvPr/>
          </p:nvSpPr>
          <p:spPr>
            <a:xfrm>
              <a:off x="43301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22"/>
            <p:cNvSpPr/>
            <p:nvPr/>
          </p:nvSpPr>
          <p:spPr>
            <a:xfrm>
              <a:off x="55251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22"/>
            <p:cNvSpPr/>
            <p:nvPr/>
          </p:nvSpPr>
          <p:spPr>
            <a:xfrm>
              <a:off x="67202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22"/>
            <p:cNvSpPr/>
            <p:nvPr/>
          </p:nvSpPr>
          <p:spPr>
            <a:xfrm>
              <a:off x="79153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22"/>
            <p:cNvSpPr/>
            <p:nvPr/>
          </p:nvSpPr>
          <p:spPr>
            <a:xfrm>
              <a:off x="91104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22"/>
            <p:cNvSpPr/>
            <p:nvPr/>
          </p:nvSpPr>
          <p:spPr>
            <a:xfrm>
              <a:off x="1030552"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22"/>
            <p:cNvSpPr/>
            <p:nvPr/>
          </p:nvSpPr>
          <p:spPr>
            <a:xfrm>
              <a:off x="115006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22"/>
            <p:cNvSpPr/>
            <p:nvPr/>
          </p:nvSpPr>
          <p:spPr>
            <a:xfrm>
              <a:off x="126956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22"/>
            <p:cNvSpPr/>
            <p:nvPr/>
          </p:nvSpPr>
          <p:spPr>
            <a:xfrm>
              <a:off x="138907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22"/>
            <p:cNvSpPr/>
            <p:nvPr/>
          </p:nvSpPr>
          <p:spPr>
            <a:xfrm>
              <a:off x="1508585"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22"/>
            <p:cNvSpPr/>
            <p:nvPr/>
          </p:nvSpPr>
          <p:spPr>
            <a:xfrm>
              <a:off x="162809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22"/>
            <p:cNvSpPr/>
            <p:nvPr/>
          </p:nvSpPr>
          <p:spPr>
            <a:xfrm>
              <a:off x="174760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22"/>
            <p:cNvSpPr/>
            <p:nvPr/>
          </p:nvSpPr>
          <p:spPr>
            <a:xfrm>
              <a:off x="186711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22"/>
            <p:cNvSpPr/>
            <p:nvPr/>
          </p:nvSpPr>
          <p:spPr>
            <a:xfrm>
              <a:off x="198661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22"/>
            <p:cNvSpPr/>
            <p:nvPr/>
          </p:nvSpPr>
          <p:spPr>
            <a:xfrm>
              <a:off x="210612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22"/>
            <p:cNvSpPr/>
            <p:nvPr/>
          </p:nvSpPr>
          <p:spPr>
            <a:xfrm>
              <a:off x="222563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22"/>
            <p:cNvSpPr/>
            <p:nvPr/>
          </p:nvSpPr>
          <p:spPr>
            <a:xfrm>
              <a:off x="234514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22"/>
            <p:cNvSpPr/>
            <p:nvPr/>
          </p:nvSpPr>
          <p:spPr>
            <a:xfrm>
              <a:off x="246465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22"/>
            <p:cNvSpPr/>
            <p:nvPr/>
          </p:nvSpPr>
          <p:spPr>
            <a:xfrm>
              <a:off x="258415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22"/>
            <p:cNvSpPr/>
            <p:nvPr/>
          </p:nvSpPr>
          <p:spPr>
            <a:xfrm>
              <a:off x="270366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22"/>
            <p:cNvSpPr/>
            <p:nvPr/>
          </p:nvSpPr>
          <p:spPr>
            <a:xfrm>
              <a:off x="282317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22"/>
            <p:cNvSpPr/>
            <p:nvPr/>
          </p:nvSpPr>
          <p:spPr>
            <a:xfrm>
              <a:off x="31350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22"/>
            <p:cNvSpPr/>
            <p:nvPr/>
          </p:nvSpPr>
          <p:spPr>
            <a:xfrm>
              <a:off x="43301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22"/>
            <p:cNvSpPr/>
            <p:nvPr/>
          </p:nvSpPr>
          <p:spPr>
            <a:xfrm>
              <a:off x="55251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22"/>
            <p:cNvSpPr/>
            <p:nvPr/>
          </p:nvSpPr>
          <p:spPr>
            <a:xfrm>
              <a:off x="67202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22"/>
            <p:cNvSpPr/>
            <p:nvPr/>
          </p:nvSpPr>
          <p:spPr>
            <a:xfrm>
              <a:off x="79153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22"/>
            <p:cNvSpPr/>
            <p:nvPr/>
          </p:nvSpPr>
          <p:spPr>
            <a:xfrm>
              <a:off x="91104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22"/>
            <p:cNvSpPr/>
            <p:nvPr/>
          </p:nvSpPr>
          <p:spPr>
            <a:xfrm>
              <a:off x="1030552"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22"/>
            <p:cNvSpPr/>
            <p:nvPr/>
          </p:nvSpPr>
          <p:spPr>
            <a:xfrm>
              <a:off x="115006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22"/>
            <p:cNvSpPr/>
            <p:nvPr/>
          </p:nvSpPr>
          <p:spPr>
            <a:xfrm>
              <a:off x="126956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22"/>
            <p:cNvSpPr/>
            <p:nvPr/>
          </p:nvSpPr>
          <p:spPr>
            <a:xfrm>
              <a:off x="138907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22"/>
            <p:cNvSpPr/>
            <p:nvPr/>
          </p:nvSpPr>
          <p:spPr>
            <a:xfrm>
              <a:off x="1508585"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22"/>
            <p:cNvSpPr/>
            <p:nvPr/>
          </p:nvSpPr>
          <p:spPr>
            <a:xfrm>
              <a:off x="162809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22"/>
            <p:cNvSpPr/>
            <p:nvPr/>
          </p:nvSpPr>
          <p:spPr>
            <a:xfrm>
              <a:off x="174760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22"/>
            <p:cNvSpPr/>
            <p:nvPr/>
          </p:nvSpPr>
          <p:spPr>
            <a:xfrm>
              <a:off x="186711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22"/>
            <p:cNvSpPr/>
            <p:nvPr/>
          </p:nvSpPr>
          <p:spPr>
            <a:xfrm>
              <a:off x="198661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22"/>
            <p:cNvSpPr/>
            <p:nvPr/>
          </p:nvSpPr>
          <p:spPr>
            <a:xfrm>
              <a:off x="210612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22"/>
            <p:cNvSpPr/>
            <p:nvPr/>
          </p:nvSpPr>
          <p:spPr>
            <a:xfrm>
              <a:off x="222563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22"/>
            <p:cNvSpPr/>
            <p:nvPr/>
          </p:nvSpPr>
          <p:spPr>
            <a:xfrm>
              <a:off x="234514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22"/>
            <p:cNvSpPr/>
            <p:nvPr/>
          </p:nvSpPr>
          <p:spPr>
            <a:xfrm>
              <a:off x="246465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22"/>
            <p:cNvSpPr/>
            <p:nvPr/>
          </p:nvSpPr>
          <p:spPr>
            <a:xfrm>
              <a:off x="258415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22"/>
            <p:cNvSpPr/>
            <p:nvPr/>
          </p:nvSpPr>
          <p:spPr>
            <a:xfrm>
              <a:off x="270366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22"/>
            <p:cNvSpPr/>
            <p:nvPr/>
          </p:nvSpPr>
          <p:spPr>
            <a:xfrm>
              <a:off x="282317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22"/>
            <p:cNvSpPr/>
            <p:nvPr/>
          </p:nvSpPr>
          <p:spPr>
            <a:xfrm>
              <a:off x="31350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22"/>
            <p:cNvSpPr/>
            <p:nvPr/>
          </p:nvSpPr>
          <p:spPr>
            <a:xfrm>
              <a:off x="43301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22"/>
            <p:cNvSpPr/>
            <p:nvPr/>
          </p:nvSpPr>
          <p:spPr>
            <a:xfrm>
              <a:off x="55251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22"/>
            <p:cNvSpPr/>
            <p:nvPr/>
          </p:nvSpPr>
          <p:spPr>
            <a:xfrm>
              <a:off x="67202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22"/>
            <p:cNvSpPr/>
            <p:nvPr/>
          </p:nvSpPr>
          <p:spPr>
            <a:xfrm>
              <a:off x="79153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22"/>
            <p:cNvSpPr/>
            <p:nvPr/>
          </p:nvSpPr>
          <p:spPr>
            <a:xfrm>
              <a:off x="91104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22"/>
            <p:cNvSpPr/>
            <p:nvPr/>
          </p:nvSpPr>
          <p:spPr>
            <a:xfrm>
              <a:off x="1030552"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22"/>
            <p:cNvSpPr/>
            <p:nvPr/>
          </p:nvSpPr>
          <p:spPr>
            <a:xfrm>
              <a:off x="115006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22"/>
            <p:cNvSpPr/>
            <p:nvPr/>
          </p:nvSpPr>
          <p:spPr>
            <a:xfrm>
              <a:off x="126956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22"/>
            <p:cNvSpPr/>
            <p:nvPr/>
          </p:nvSpPr>
          <p:spPr>
            <a:xfrm>
              <a:off x="138907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22"/>
            <p:cNvSpPr/>
            <p:nvPr/>
          </p:nvSpPr>
          <p:spPr>
            <a:xfrm>
              <a:off x="1508585"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22"/>
            <p:cNvSpPr/>
            <p:nvPr/>
          </p:nvSpPr>
          <p:spPr>
            <a:xfrm>
              <a:off x="162809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22"/>
            <p:cNvSpPr/>
            <p:nvPr/>
          </p:nvSpPr>
          <p:spPr>
            <a:xfrm>
              <a:off x="174760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22"/>
            <p:cNvSpPr/>
            <p:nvPr/>
          </p:nvSpPr>
          <p:spPr>
            <a:xfrm>
              <a:off x="186711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22"/>
            <p:cNvSpPr/>
            <p:nvPr/>
          </p:nvSpPr>
          <p:spPr>
            <a:xfrm>
              <a:off x="198661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22"/>
            <p:cNvSpPr/>
            <p:nvPr/>
          </p:nvSpPr>
          <p:spPr>
            <a:xfrm>
              <a:off x="210612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22"/>
            <p:cNvSpPr/>
            <p:nvPr/>
          </p:nvSpPr>
          <p:spPr>
            <a:xfrm>
              <a:off x="222563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22"/>
            <p:cNvSpPr/>
            <p:nvPr/>
          </p:nvSpPr>
          <p:spPr>
            <a:xfrm>
              <a:off x="234514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22"/>
            <p:cNvSpPr/>
            <p:nvPr/>
          </p:nvSpPr>
          <p:spPr>
            <a:xfrm>
              <a:off x="246465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22"/>
            <p:cNvSpPr/>
            <p:nvPr/>
          </p:nvSpPr>
          <p:spPr>
            <a:xfrm>
              <a:off x="258415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22"/>
            <p:cNvSpPr/>
            <p:nvPr/>
          </p:nvSpPr>
          <p:spPr>
            <a:xfrm>
              <a:off x="270366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22"/>
            <p:cNvSpPr/>
            <p:nvPr/>
          </p:nvSpPr>
          <p:spPr>
            <a:xfrm>
              <a:off x="282317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22"/>
            <p:cNvSpPr/>
            <p:nvPr/>
          </p:nvSpPr>
          <p:spPr>
            <a:xfrm>
              <a:off x="31350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22"/>
            <p:cNvSpPr/>
            <p:nvPr/>
          </p:nvSpPr>
          <p:spPr>
            <a:xfrm>
              <a:off x="43301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22"/>
            <p:cNvSpPr/>
            <p:nvPr/>
          </p:nvSpPr>
          <p:spPr>
            <a:xfrm>
              <a:off x="55251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22"/>
            <p:cNvSpPr/>
            <p:nvPr/>
          </p:nvSpPr>
          <p:spPr>
            <a:xfrm>
              <a:off x="67202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22"/>
            <p:cNvSpPr/>
            <p:nvPr/>
          </p:nvSpPr>
          <p:spPr>
            <a:xfrm>
              <a:off x="79153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22"/>
            <p:cNvSpPr/>
            <p:nvPr/>
          </p:nvSpPr>
          <p:spPr>
            <a:xfrm>
              <a:off x="91104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22"/>
            <p:cNvSpPr/>
            <p:nvPr/>
          </p:nvSpPr>
          <p:spPr>
            <a:xfrm>
              <a:off x="1030552"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22"/>
            <p:cNvSpPr/>
            <p:nvPr/>
          </p:nvSpPr>
          <p:spPr>
            <a:xfrm>
              <a:off x="115006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22"/>
            <p:cNvSpPr/>
            <p:nvPr/>
          </p:nvSpPr>
          <p:spPr>
            <a:xfrm>
              <a:off x="126956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22"/>
            <p:cNvSpPr/>
            <p:nvPr/>
          </p:nvSpPr>
          <p:spPr>
            <a:xfrm>
              <a:off x="138907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22"/>
            <p:cNvSpPr/>
            <p:nvPr/>
          </p:nvSpPr>
          <p:spPr>
            <a:xfrm>
              <a:off x="1508585"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22"/>
            <p:cNvSpPr/>
            <p:nvPr/>
          </p:nvSpPr>
          <p:spPr>
            <a:xfrm>
              <a:off x="162809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22"/>
            <p:cNvSpPr/>
            <p:nvPr/>
          </p:nvSpPr>
          <p:spPr>
            <a:xfrm>
              <a:off x="174760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22"/>
            <p:cNvSpPr/>
            <p:nvPr/>
          </p:nvSpPr>
          <p:spPr>
            <a:xfrm>
              <a:off x="186711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22"/>
            <p:cNvSpPr/>
            <p:nvPr/>
          </p:nvSpPr>
          <p:spPr>
            <a:xfrm>
              <a:off x="198661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22"/>
            <p:cNvSpPr/>
            <p:nvPr/>
          </p:nvSpPr>
          <p:spPr>
            <a:xfrm>
              <a:off x="210612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22"/>
            <p:cNvSpPr/>
            <p:nvPr/>
          </p:nvSpPr>
          <p:spPr>
            <a:xfrm>
              <a:off x="222563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22"/>
            <p:cNvSpPr/>
            <p:nvPr/>
          </p:nvSpPr>
          <p:spPr>
            <a:xfrm>
              <a:off x="234514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22"/>
            <p:cNvSpPr/>
            <p:nvPr/>
          </p:nvSpPr>
          <p:spPr>
            <a:xfrm>
              <a:off x="246465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22"/>
            <p:cNvSpPr/>
            <p:nvPr/>
          </p:nvSpPr>
          <p:spPr>
            <a:xfrm>
              <a:off x="258415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22"/>
            <p:cNvSpPr/>
            <p:nvPr/>
          </p:nvSpPr>
          <p:spPr>
            <a:xfrm>
              <a:off x="270366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22"/>
            <p:cNvSpPr/>
            <p:nvPr/>
          </p:nvSpPr>
          <p:spPr>
            <a:xfrm>
              <a:off x="282317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22"/>
            <p:cNvSpPr/>
            <p:nvPr/>
          </p:nvSpPr>
          <p:spPr>
            <a:xfrm>
              <a:off x="31350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22"/>
            <p:cNvSpPr/>
            <p:nvPr/>
          </p:nvSpPr>
          <p:spPr>
            <a:xfrm>
              <a:off x="43301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22"/>
            <p:cNvSpPr/>
            <p:nvPr/>
          </p:nvSpPr>
          <p:spPr>
            <a:xfrm>
              <a:off x="55251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22"/>
            <p:cNvSpPr/>
            <p:nvPr/>
          </p:nvSpPr>
          <p:spPr>
            <a:xfrm>
              <a:off x="67202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22"/>
            <p:cNvSpPr/>
            <p:nvPr/>
          </p:nvSpPr>
          <p:spPr>
            <a:xfrm>
              <a:off x="79153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22"/>
            <p:cNvSpPr/>
            <p:nvPr/>
          </p:nvSpPr>
          <p:spPr>
            <a:xfrm>
              <a:off x="91104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22"/>
            <p:cNvSpPr/>
            <p:nvPr/>
          </p:nvSpPr>
          <p:spPr>
            <a:xfrm>
              <a:off x="1030552"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22"/>
            <p:cNvSpPr/>
            <p:nvPr/>
          </p:nvSpPr>
          <p:spPr>
            <a:xfrm>
              <a:off x="115006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22"/>
            <p:cNvSpPr/>
            <p:nvPr/>
          </p:nvSpPr>
          <p:spPr>
            <a:xfrm>
              <a:off x="126956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22"/>
            <p:cNvSpPr/>
            <p:nvPr/>
          </p:nvSpPr>
          <p:spPr>
            <a:xfrm>
              <a:off x="138907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22"/>
            <p:cNvSpPr/>
            <p:nvPr/>
          </p:nvSpPr>
          <p:spPr>
            <a:xfrm>
              <a:off x="1508585"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22"/>
            <p:cNvSpPr/>
            <p:nvPr/>
          </p:nvSpPr>
          <p:spPr>
            <a:xfrm>
              <a:off x="162809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22"/>
            <p:cNvSpPr/>
            <p:nvPr/>
          </p:nvSpPr>
          <p:spPr>
            <a:xfrm>
              <a:off x="174760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22"/>
            <p:cNvSpPr/>
            <p:nvPr/>
          </p:nvSpPr>
          <p:spPr>
            <a:xfrm>
              <a:off x="186711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22"/>
            <p:cNvSpPr/>
            <p:nvPr/>
          </p:nvSpPr>
          <p:spPr>
            <a:xfrm>
              <a:off x="198661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22"/>
            <p:cNvSpPr/>
            <p:nvPr/>
          </p:nvSpPr>
          <p:spPr>
            <a:xfrm>
              <a:off x="210612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22"/>
            <p:cNvSpPr/>
            <p:nvPr/>
          </p:nvSpPr>
          <p:spPr>
            <a:xfrm>
              <a:off x="222563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22"/>
            <p:cNvSpPr/>
            <p:nvPr/>
          </p:nvSpPr>
          <p:spPr>
            <a:xfrm>
              <a:off x="234514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22"/>
            <p:cNvSpPr/>
            <p:nvPr/>
          </p:nvSpPr>
          <p:spPr>
            <a:xfrm>
              <a:off x="246465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22"/>
            <p:cNvSpPr/>
            <p:nvPr/>
          </p:nvSpPr>
          <p:spPr>
            <a:xfrm>
              <a:off x="258415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22"/>
            <p:cNvSpPr/>
            <p:nvPr/>
          </p:nvSpPr>
          <p:spPr>
            <a:xfrm>
              <a:off x="270366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22"/>
            <p:cNvSpPr/>
            <p:nvPr/>
          </p:nvSpPr>
          <p:spPr>
            <a:xfrm>
              <a:off x="282317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22"/>
            <p:cNvSpPr/>
            <p:nvPr/>
          </p:nvSpPr>
          <p:spPr>
            <a:xfrm>
              <a:off x="31350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22"/>
            <p:cNvSpPr/>
            <p:nvPr/>
          </p:nvSpPr>
          <p:spPr>
            <a:xfrm>
              <a:off x="43301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22"/>
            <p:cNvSpPr/>
            <p:nvPr/>
          </p:nvSpPr>
          <p:spPr>
            <a:xfrm>
              <a:off x="55251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22"/>
            <p:cNvSpPr/>
            <p:nvPr/>
          </p:nvSpPr>
          <p:spPr>
            <a:xfrm>
              <a:off x="67202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22"/>
            <p:cNvSpPr/>
            <p:nvPr/>
          </p:nvSpPr>
          <p:spPr>
            <a:xfrm>
              <a:off x="79153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22"/>
            <p:cNvSpPr/>
            <p:nvPr/>
          </p:nvSpPr>
          <p:spPr>
            <a:xfrm>
              <a:off x="91104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22"/>
            <p:cNvSpPr/>
            <p:nvPr/>
          </p:nvSpPr>
          <p:spPr>
            <a:xfrm>
              <a:off x="1030552"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22"/>
            <p:cNvSpPr/>
            <p:nvPr/>
          </p:nvSpPr>
          <p:spPr>
            <a:xfrm>
              <a:off x="115006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22"/>
            <p:cNvSpPr/>
            <p:nvPr/>
          </p:nvSpPr>
          <p:spPr>
            <a:xfrm>
              <a:off x="126956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22"/>
            <p:cNvSpPr/>
            <p:nvPr/>
          </p:nvSpPr>
          <p:spPr>
            <a:xfrm>
              <a:off x="138907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22"/>
            <p:cNvSpPr/>
            <p:nvPr/>
          </p:nvSpPr>
          <p:spPr>
            <a:xfrm>
              <a:off x="1508585"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22"/>
            <p:cNvSpPr/>
            <p:nvPr/>
          </p:nvSpPr>
          <p:spPr>
            <a:xfrm>
              <a:off x="162809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22"/>
            <p:cNvSpPr/>
            <p:nvPr/>
          </p:nvSpPr>
          <p:spPr>
            <a:xfrm>
              <a:off x="174760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22"/>
            <p:cNvSpPr/>
            <p:nvPr/>
          </p:nvSpPr>
          <p:spPr>
            <a:xfrm>
              <a:off x="186711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22"/>
            <p:cNvSpPr/>
            <p:nvPr/>
          </p:nvSpPr>
          <p:spPr>
            <a:xfrm>
              <a:off x="198661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22"/>
            <p:cNvSpPr/>
            <p:nvPr/>
          </p:nvSpPr>
          <p:spPr>
            <a:xfrm>
              <a:off x="210612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22"/>
            <p:cNvSpPr/>
            <p:nvPr/>
          </p:nvSpPr>
          <p:spPr>
            <a:xfrm>
              <a:off x="222563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22"/>
            <p:cNvSpPr/>
            <p:nvPr/>
          </p:nvSpPr>
          <p:spPr>
            <a:xfrm>
              <a:off x="234514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22"/>
            <p:cNvSpPr/>
            <p:nvPr/>
          </p:nvSpPr>
          <p:spPr>
            <a:xfrm>
              <a:off x="246465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22"/>
            <p:cNvSpPr/>
            <p:nvPr/>
          </p:nvSpPr>
          <p:spPr>
            <a:xfrm>
              <a:off x="258415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22"/>
            <p:cNvSpPr/>
            <p:nvPr/>
          </p:nvSpPr>
          <p:spPr>
            <a:xfrm>
              <a:off x="270366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22"/>
            <p:cNvSpPr/>
            <p:nvPr/>
          </p:nvSpPr>
          <p:spPr>
            <a:xfrm>
              <a:off x="282317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22"/>
            <p:cNvSpPr/>
            <p:nvPr/>
          </p:nvSpPr>
          <p:spPr>
            <a:xfrm>
              <a:off x="31350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22"/>
            <p:cNvSpPr/>
            <p:nvPr/>
          </p:nvSpPr>
          <p:spPr>
            <a:xfrm>
              <a:off x="43301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22"/>
            <p:cNvSpPr/>
            <p:nvPr/>
          </p:nvSpPr>
          <p:spPr>
            <a:xfrm>
              <a:off x="55251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22"/>
            <p:cNvSpPr/>
            <p:nvPr/>
          </p:nvSpPr>
          <p:spPr>
            <a:xfrm>
              <a:off x="67202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22"/>
            <p:cNvSpPr/>
            <p:nvPr/>
          </p:nvSpPr>
          <p:spPr>
            <a:xfrm>
              <a:off x="79153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22"/>
            <p:cNvSpPr/>
            <p:nvPr/>
          </p:nvSpPr>
          <p:spPr>
            <a:xfrm>
              <a:off x="91104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22"/>
            <p:cNvSpPr/>
            <p:nvPr/>
          </p:nvSpPr>
          <p:spPr>
            <a:xfrm>
              <a:off x="1030552"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22"/>
            <p:cNvSpPr/>
            <p:nvPr/>
          </p:nvSpPr>
          <p:spPr>
            <a:xfrm>
              <a:off x="115006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22"/>
            <p:cNvSpPr/>
            <p:nvPr/>
          </p:nvSpPr>
          <p:spPr>
            <a:xfrm>
              <a:off x="126956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22"/>
            <p:cNvSpPr/>
            <p:nvPr/>
          </p:nvSpPr>
          <p:spPr>
            <a:xfrm>
              <a:off x="138907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22"/>
            <p:cNvSpPr/>
            <p:nvPr/>
          </p:nvSpPr>
          <p:spPr>
            <a:xfrm>
              <a:off x="1508585"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22"/>
            <p:cNvSpPr/>
            <p:nvPr/>
          </p:nvSpPr>
          <p:spPr>
            <a:xfrm>
              <a:off x="162809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22"/>
            <p:cNvSpPr/>
            <p:nvPr/>
          </p:nvSpPr>
          <p:spPr>
            <a:xfrm>
              <a:off x="174760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22"/>
            <p:cNvSpPr/>
            <p:nvPr/>
          </p:nvSpPr>
          <p:spPr>
            <a:xfrm>
              <a:off x="186711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22"/>
            <p:cNvSpPr/>
            <p:nvPr/>
          </p:nvSpPr>
          <p:spPr>
            <a:xfrm>
              <a:off x="198661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22"/>
            <p:cNvSpPr/>
            <p:nvPr/>
          </p:nvSpPr>
          <p:spPr>
            <a:xfrm>
              <a:off x="210612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22"/>
            <p:cNvSpPr/>
            <p:nvPr/>
          </p:nvSpPr>
          <p:spPr>
            <a:xfrm>
              <a:off x="222563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22"/>
            <p:cNvSpPr/>
            <p:nvPr/>
          </p:nvSpPr>
          <p:spPr>
            <a:xfrm>
              <a:off x="234514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22"/>
            <p:cNvSpPr/>
            <p:nvPr/>
          </p:nvSpPr>
          <p:spPr>
            <a:xfrm>
              <a:off x="246465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22"/>
            <p:cNvSpPr/>
            <p:nvPr/>
          </p:nvSpPr>
          <p:spPr>
            <a:xfrm>
              <a:off x="258415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22"/>
            <p:cNvSpPr/>
            <p:nvPr/>
          </p:nvSpPr>
          <p:spPr>
            <a:xfrm>
              <a:off x="270366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22"/>
            <p:cNvSpPr/>
            <p:nvPr/>
          </p:nvSpPr>
          <p:spPr>
            <a:xfrm>
              <a:off x="282317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22"/>
            <p:cNvSpPr/>
            <p:nvPr/>
          </p:nvSpPr>
          <p:spPr>
            <a:xfrm>
              <a:off x="31350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22"/>
            <p:cNvSpPr/>
            <p:nvPr/>
          </p:nvSpPr>
          <p:spPr>
            <a:xfrm>
              <a:off x="43301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22"/>
            <p:cNvSpPr/>
            <p:nvPr/>
          </p:nvSpPr>
          <p:spPr>
            <a:xfrm>
              <a:off x="55251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22"/>
            <p:cNvSpPr/>
            <p:nvPr/>
          </p:nvSpPr>
          <p:spPr>
            <a:xfrm>
              <a:off x="67202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22"/>
            <p:cNvSpPr/>
            <p:nvPr/>
          </p:nvSpPr>
          <p:spPr>
            <a:xfrm>
              <a:off x="79153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22"/>
            <p:cNvSpPr/>
            <p:nvPr/>
          </p:nvSpPr>
          <p:spPr>
            <a:xfrm>
              <a:off x="91104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22"/>
            <p:cNvSpPr/>
            <p:nvPr/>
          </p:nvSpPr>
          <p:spPr>
            <a:xfrm>
              <a:off x="1030552"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22"/>
            <p:cNvSpPr/>
            <p:nvPr/>
          </p:nvSpPr>
          <p:spPr>
            <a:xfrm>
              <a:off x="115006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22"/>
            <p:cNvSpPr/>
            <p:nvPr/>
          </p:nvSpPr>
          <p:spPr>
            <a:xfrm>
              <a:off x="126956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22"/>
            <p:cNvSpPr/>
            <p:nvPr/>
          </p:nvSpPr>
          <p:spPr>
            <a:xfrm>
              <a:off x="138907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22"/>
            <p:cNvSpPr/>
            <p:nvPr/>
          </p:nvSpPr>
          <p:spPr>
            <a:xfrm>
              <a:off x="1508585"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22"/>
            <p:cNvSpPr/>
            <p:nvPr/>
          </p:nvSpPr>
          <p:spPr>
            <a:xfrm>
              <a:off x="162809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22"/>
            <p:cNvSpPr/>
            <p:nvPr/>
          </p:nvSpPr>
          <p:spPr>
            <a:xfrm>
              <a:off x="174760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22"/>
            <p:cNvSpPr/>
            <p:nvPr/>
          </p:nvSpPr>
          <p:spPr>
            <a:xfrm>
              <a:off x="186711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22"/>
            <p:cNvSpPr/>
            <p:nvPr/>
          </p:nvSpPr>
          <p:spPr>
            <a:xfrm>
              <a:off x="198661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22"/>
            <p:cNvSpPr/>
            <p:nvPr/>
          </p:nvSpPr>
          <p:spPr>
            <a:xfrm>
              <a:off x="210612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22"/>
            <p:cNvSpPr/>
            <p:nvPr/>
          </p:nvSpPr>
          <p:spPr>
            <a:xfrm>
              <a:off x="222563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22"/>
            <p:cNvSpPr/>
            <p:nvPr/>
          </p:nvSpPr>
          <p:spPr>
            <a:xfrm>
              <a:off x="234514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22"/>
            <p:cNvSpPr/>
            <p:nvPr/>
          </p:nvSpPr>
          <p:spPr>
            <a:xfrm>
              <a:off x="246465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22"/>
            <p:cNvSpPr/>
            <p:nvPr/>
          </p:nvSpPr>
          <p:spPr>
            <a:xfrm>
              <a:off x="258415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22"/>
            <p:cNvSpPr/>
            <p:nvPr/>
          </p:nvSpPr>
          <p:spPr>
            <a:xfrm>
              <a:off x="270366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22"/>
            <p:cNvSpPr/>
            <p:nvPr/>
          </p:nvSpPr>
          <p:spPr>
            <a:xfrm>
              <a:off x="282317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22"/>
            <p:cNvSpPr/>
            <p:nvPr/>
          </p:nvSpPr>
          <p:spPr>
            <a:xfrm>
              <a:off x="31350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22"/>
            <p:cNvSpPr/>
            <p:nvPr/>
          </p:nvSpPr>
          <p:spPr>
            <a:xfrm>
              <a:off x="43301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22"/>
            <p:cNvSpPr/>
            <p:nvPr/>
          </p:nvSpPr>
          <p:spPr>
            <a:xfrm>
              <a:off x="55251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22"/>
            <p:cNvSpPr/>
            <p:nvPr/>
          </p:nvSpPr>
          <p:spPr>
            <a:xfrm>
              <a:off x="67202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22"/>
            <p:cNvSpPr/>
            <p:nvPr/>
          </p:nvSpPr>
          <p:spPr>
            <a:xfrm>
              <a:off x="79153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22"/>
            <p:cNvSpPr/>
            <p:nvPr/>
          </p:nvSpPr>
          <p:spPr>
            <a:xfrm>
              <a:off x="91104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22"/>
            <p:cNvSpPr/>
            <p:nvPr/>
          </p:nvSpPr>
          <p:spPr>
            <a:xfrm>
              <a:off x="1030552"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22"/>
            <p:cNvSpPr/>
            <p:nvPr/>
          </p:nvSpPr>
          <p:spPr>
            <a:xfrm>
              <a:off x="115006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22"/>
            <p:cNvSpPr/>
            <p:nvPr/>
          </p:nvSpPr>
          <p:spPr>
            <a:xfrm>
              <a:off x="126956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22"/>
            <p:cNvSpPr/>
            <p:nvPr/>
          </p:nvSpPr>
          <p:spPr>
            <a:xfrm>
              <a:off x="138907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22"/>
            <p:cNvSpPr/>
            <p:nvPr/>
          </p:nvSpPr>
          <p:spPr>
            <a:xfrm>
              <a:off x="1508585"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22"/>
            <p:cNvSpPr/>
            <p:nvPr/>
          </p:nvSpPr>
          <p:spPr>
            <a:xfrm>
              <a:off x="162809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22"/>
            <p:cNvSpPr/>
            <p:nvPr/>
          </p:nvSpPr>
          <p:spPr>
            <a:xfrm>
              <a:off x="174760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22"/>
            <p:cNvSpPr/>
            <p:nvPr/>
          </p:nvSpPr>
          <p:spPr>
            <a:xfrm>
              <a:off x="186711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22"/>
            <p:cNvSpPr/>
            <p:nvPr/>
          </p:nvSpPr>
          <p:spPr>
            <a:xfrm>
              <a:off x="198661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22"/>
            <p:cNvSpPr/>
            <p:nvPr/>
          </p:nvSpPr>
          <p:spPr>
            <a:xfrm>
              <a:off x="210612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22"/>
            <p:cNvSpPr/>
            <p:nvPr/>
          </p:nvSpPr>
          <p:spPr>
            <a:xfrm>
              <a:off x="222563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22"/>
            <p:cNvSpPr/>
            <p:nvPr/>
          </p:nvSpPr>
          <p:spPr>
            <a:xfrm>
              <a:off x="234514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22"/>
            <p:cNvSpPr/>
            <p:nvPr/>
          </p:nvSpPr>
          <p:spPr>
            <a:xfrm>
              <a:off x="246465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22"/>
            <p:cNvSpPr/>
            <p:nvPr/>
          </p:nvSpPr>
          <p:spPr>
            <a:xfrm>
              <a:off x="258415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22"/>
            <p:cNvSpPr/>
            <p:nvPr/>
          </p:nvSpPr>
          <p:spPr>
            <a:xfrm>
              <a:off x="270366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22"/>
            <p:cNvSpPr/>
            <p:nvPr/>
          </p:nvSpPr>
          <p:spPr>
            <a:xfrm>
              <a:off x="282317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22"/>
            <p:cNvSpPr/>
            <p:nvPr/>
          </p:nvSpPr>
          <p:spPr>
            <a:xfrm>
              <a:off x="31350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22"/>
            <p:cNvSpPr/>
            <p:nvPr/>
          </p:nvSpPr>
          <p:spPr>
            <a:xfrm>
              <a:off x="43301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22"/>
            <p:cNvSpPr/>
            <p:nvPr/>
          </p:nvSpPr>
          <p:spPr>
            <a:xfrm>
              <a:off x="55251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22"/>
            <p:cNvSpPr/>
            <p:nvPr/>
          </p:nvSpPr>
          <p:spPr>
            <a:xfrm>
              <a:off x="67202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22"/>
            <p:cNvSpPr/>
            <p:nvPr/>
          </p:nvSpPr>
          <p:spPr>
            <a:xfrm>
              <a:off x="79153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22"/>
            <p:cNvSpPr/>
            <p:nvPr/>
          </p:nvSpPr>
          <p:spPr>
            <a:xfrm>
              <a:off x="91104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22"/>
            <p:cNvSpPr/>
            <p:nvPr/>
          </p:nvSpPr>
          <p:spPr>
            <a:xfrm>
              <a:off x="1030552"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22"/>
            <p:cNvSpPr/>
            <p:nvPr/>
          </p:nvSpPr>
          <p:spPr>
            <a:xfrm>
              <a:off x="115006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22"/>
            <p:cNvSpPr/>
            <p:nvPr/>
          </p:nvSpPr>
          <p:spPr>
            <a:xfrm>
              <a:off x="126956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22"/>
            <p:cNvSpPr/>
            <p:nvPr/>
          </p:nvSpPr>
          <p:spPr>
            <a:xfrm>
              <a:off x="138907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22"/>
            <p:cNvSpPr/>
            <p:nvPr/>
          </p:nvSpPr>
          <p:spPr>
            <a:xfrm>
              <a:off x="1508585"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22"/>
            <p:cNvSpPr/>
            <p:nvPr/>
          </p:nvSpPr>
          <p:spPr>
            <a:xfrm>
              <a:off x="162809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22"/>
            <p:cNvSpPr/>
            <p:nvPr/>
          </p:nvSpPr>
          <p:spPr>
            <a:xfrm>
              <a:off x="174760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22"/>
            <p:cNvSpPr/>
            <p:nvPr/>
          </p:nvSpPr>
          <p:spPr>
            <a:xfrm>
              <a:off x="186711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22"/>
            <p:cNvSpPr/>
            <p:nvPr/>
          </p:nvSpPr>
          <p:spPr>
            <a:xfrm>
              <a:off x="198661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22"/>
            <p:cNvSpPr/>
            <p:nvPr/>
          </p:nvSpPr>
          <p:spPr>
            <a:xfrm>
              <a:off x="210612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22"/>
            <p:cNvSpPr/>
            <p:nvPr/>
          </p:nvSpPr>
          <p:spPr>
            <a:xfrm>
              <a:off x="222563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22"/>
            <p:cNvSpPr/>
            <p:nvPr/>
          </p:nvSpPr>
          <p:spPr>
            <a:xfrm>
              <a:off x="234514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22"/>
            <p:cNvSpPr/>
            <p:nvPr/>
          </p:nvSpPr>
          <p:spPr>
            <a:xfrm>
              <a:off x="246465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22"/>
            <p:cNvSpPr/>
            <p:nvPr/>
          </p:nvSpPr>
          <p:spPr>
            <a:xfrm>
              <a:off x="258415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22"/>
            <p:cNvSpPr/>
            <p:nvPr/>
          </p:nvSpPr>
          <p:spPr>
            <a:xfrm>
              <a:off x="270366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22"/>
            <p:cNvSpPr/>
            <p:nvPr/>
          </p:nvSpPr>
          <p:spPr>
            <a:xfrm>
              <a:off x="282317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22"/>
          <p:cNvGrpSpPr/>
          <p:nvPr/>
        </p:nvGrpSpPr>
        <p:grpSpPr>
          <a:xfrm>
            <a:off x="8320098" y="4866112"/>
            <a:ext cx="510133" cy="78484"/>
            <a:chOff x="3521300" y="154525"/>
            <a:chExt cx="1256175" cy="193500"/>
          </a:xfrm>
        </p:grpSpPr>
        <p:sp>
          <p:nvSpPr>
            <p:cNvPr id="15431" name="Google Shape;15431;p22"/>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22"/>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22"/>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22"/>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35" name="Google Shape;15435;p22"/>
          <p:cNvSpPr txBox="1">
            <a:spLocks noGrp="1"/>
          </p:cNvSpPr>
          <p:nvPr>
            <p:ph type="title"/>
          </p:nvPr>
        </p:nvSpPr>
        <p:spPr>
          <a:xfrm>
            <a:off x="3548775" y="1364450"/>
            <a:ext cx="5190000" cy="1725900"/>
          </a:xfrm>
          <a:prstGeom prst="rect">
            <a:avLst/>
          </a:prstGeom>
          <a:solidFill>
            <a:schemeClr val="lt1"/>
          </a:solidFill>
        </p:spPr>
        <p:txBody>
          <a:bodyPr spcFirstLastPara="1" wrap="square" lIns="91425" tIns="64000" rIns="91425" bIns="91425" anchor="b" anchorCtr="0">
            <a:noAutofit/>
          </a:bodyPr>
          <a:lstStyle>
            <a:lvl1pPr lvl="0" algn="l" rtl="0">
              <a:spcBef>
                <a:spcPts val="0"/>
              </a:spcBef>
              <a:spcAft>
                <a:spcPts val="0"/>
              </a:spcAft>
              <a:buSzPts val="3600"/>
              <a:buNone/>
              <a:defRPr sz="11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5436" name="Google Shape;15436;p22"/>
          <p:cNvSpPr txBox="1">
            <a:spLocks noGrp="1"/>
          </p:cNvSpPr>
          <p:nvPr>
            <p:ph type="subTitle" idx="1"/>
          </p:nvPr>
        </p:nvSpPr>
        <p:spPr>
          <a:xfrm>
            <a:off x="3548775" y="3065647"/>
            <a:ext cx="5190000" cy="713400"/>
          </a:xfrm>
          <a:prstGeom prst="rect">
            <a:avLst/>
          </a:prstGeom>
          <a:solidFill>
            <a:schemeClr val="lt1"/>
          </a:solidFill>
        </p:spPr>
        <p:txBody>
          <a:bodyPr spcFirstLastPara="1" wrap="square" lIns="0" tIns="0" rIns="0" bIns="0"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4">
  <p:cSld name="CUSTOM_6">
    <p:spTree>
      <p:nvGrpSpPr>
        <p:cNvPr id="1" name="Shape 15437"/>
        <p:cNvGrpSpPr/>
        <p:nvPr/>
      </p:nvGrpSpPr>
      <p:grpSpPr>
        <a:xfrm>
          <a:off x="0" y="0"/>
          <a:ext cx="0" cy="0"/>
          <a:chOff x="0" y="0"/>
          <a:chExt cx="0" cy="0"/>
        </a:xfrm>
      </p:grpSpPr>
      <p:sp>
        <p:nvSpPr>
          <p:cNvPr id="15438" name="Google Shape;15438;p23"/>
          <p:cNvSpPr txBox="1">
            <a:spLocks noGrp="1"/>
          </p:cNvSpPr>
          <p:nvPr>
            <p:ph type="subTitle" idx="1"/>
          </p:nvPr>
        </p:nvSpPr>
        <p:spPr>
          <a:xfrm>
            <a:off x="1075700" y="1359475"/>
            <a:ext cx="3149700" cy="3102600"/>
          </a:xfrm>
          <a:prstGeom prst="rect">
            <a:avLst/>
          </a:prstGeom>
        </p:spPr>
        <p:txBody>
          <a:bodyPr spcFirstLastPara="1" wrap="square" lIns="0" tIns="0" rIns="0" bIns="0" anchor="t" anchorCtr="0">
            <a:noAutofit/>
          </a:bodyPr>
          <a:lstStyle>
            <a:lvl1pPr marR="91440" lvl="0" rtl="0">
              <a:lnSpc>
                <a:spcPct val="100000"/>
              </a:lnSpc>
              <a:spcBef>
                <a:spcPts val="1000"/>
              </a:spcBef>
              <a:spcAft>
                <a:spcPts val="0"/>
              </a:spcAft>
              <a:buSzPts val="1400"/>
              <a:buChar char="●"/>
              <a:defRPr/>
            </a:lvl1pPr>
            <a:lvl2pPr lvl="1" algn="ctr" rtl="0">
              <a:lnSpc>
                <a:spcPct val="100000"/>
              </a:lnSpc>
              <a:spcBef>
                <a:spcPts val="160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15439" name="Google Shape;15439;p23"/>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440" name="Google Shape;15440;p23"/>
          <p:cNvGrpSpPr/>
          <p:nvPr/>
        </p:nvGrpSpPr>
        <p:grpSpPr>
          <a:xfrm>
            <a:off x="313503" y="376409"/>
            <a:ext cx="8516819" cy="562035"/>
            <a:chOff x="313503" y="376409"/>
            <a:chExt cx="8516819" cy="562035"/>
          </a:xfrm>
        </p:grpSpPr>
        <p:sp>
          <p:nvSpPr>
            <p:cNvPr id="15441" name="Google Shape;15441;p23"/>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23"/>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23"/>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23"/>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23"/>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23"/>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23"/>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23"/>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23"/>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23"/>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23"/>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23"/>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23"/>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23"/>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23"/>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23"/>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23"/>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23"/>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23"/>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23"/>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23"/>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23"/>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23"/>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23"/>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23"/>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23"/>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23"/>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23"/>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23"/>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23"/>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23"/>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23"/>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23"/>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23"/>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23"/>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23"/>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23"/>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23"/>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23"/>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23"/>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23"/>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23"/>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23"/>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23"/>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23"/>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23"/>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23"/>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23"/>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5">
  <p:cSld name="CUSTOM_6_1">
    <p:spTree>
      <p:nvGrpSpPr>
        <p:cNvPr id="1" name="Shape 15489"/>
        <p:cNvGrpSpPr/>
        <p:nvPr/>
      </p:nvGrpSpPr>
      <p:grpSpPr>
        <a:xfrm>
          <a:off x="0" y="0"/>
          <a:ext cx="0" cy="0"/>
          <a:chOff x="0" y="0"/>
          <a:chExt cx="0" cy="0"/>
        </a:xfrm>
      </p:grpSpPr>
      <p:sp>
        <p:nvSpPr>
          <p:cNvPr id="15490" name="Google Shape;15490;p24"/>
          <p:cNvSpPr txBox="1">
            <a:spLocks noGrp="1"/>
          </p:cNvSpPr>
          <p:nvPr>
            <p:ph type="subTitle" idx="1"/>
          </p:nvPr>
        </p:nvSpPr>
        <p:spPr>
          <a:xfrm>
            <a:off x="5370400" y="2058550"/>
            <a:ext cx="2910000" cy="2403600"/>
          </a:xfrm>
          <a:prstGeom prst="rect">
            <a:avLst/>
          </a:prstGeom>
        </p:spPr>
        <p:txBody>
          <a:bodyPr spcFirstLastPara="1" wrap="square" lIns="0" tIns="0" rIns="0" bIns="0" anchor="t" anchorCtr="0">
            <a:noAutofit/>
          </a:bodyPr>
          <a:lstStyle>
            <a:lvl1pPr marR="91440" lvl="0" rtl="0">
              <a:lnSpc>
                <a:spcPct val="100000"/>
              </a:lnSpc>
              <a:spcBef>
                <a:spcPts val="1000"/>
              </a:spcBef>
              <a:spcAft>
                <a:spcPts val="0"/>
              </a:spcAft>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15491" name="Google Shape;15491;p24"/>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492" name="Google Shape;15492;p24"/>
          <p:cNvGrpSpPr/>
          <p:nvPr/>
        </p:nvGrpSpPr>
        <p:grpSpPr>
          <a:xfrm>
            <a:off x="313503" y="376409"/>
            <a:ext cx="8516819" cy="562035"/>
            <a:chOff x="313503" y="376409"/>
            <a:chExt cx="8516819" cy="562035"/>
          </a:xfrm>
        </p:grpSpPr>
        <p:sp>
          <p:nvSpPr>
            <p:cNvPr id="15493" name="Google Shape;15493;p24"/>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24"/>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24"/>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24"/>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24"/>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24"/>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24"/>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24"/>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24"/>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24"/>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24"/>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24"/>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24"/>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24"/>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24"/>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24"/>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24"/>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24"/>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24"/>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24"/>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24"/>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24"/>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24"/>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24"/>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24"/>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24"/>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24"/>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24"/>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24"/>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24"/>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24"/>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24"/>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24"/>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24"/>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24"/>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24"/>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24"/>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24"/>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24"/>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24"/>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24"/>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24"/>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24"/>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24"/>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24"/>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24"/>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24"/>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24"/>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1" name="Google Shape;15541;p24"/>
          <p:cNvSpPr txBox="1">
            <a:spLocks noGrp="1"/>
          </p:cNvSpPr>
          <p:nvPr>
            <p:ph type="subTitle" idx="2"/>
          </p:nvPr>
        </p:nvSpPr>
        <p:spPr>
          <a:xfrm>
            <a:off x="5370400" y="1293950"/>
            <a:ext cx="2910000" cy="690000"/>
          </a:xfrm>
          <a:prstGeom prst="rect">
            <a:avLst/>
          </a:prstGeom>
          <a:noFill/>
        </p:spPr>
        <p:txBody>
          <a:bodyPr spcFirstLastPara="1" wrap="square" lIns="0" tIns="0" rIns="0" bIns="0" anchor="b" anchorCtr="0">
            <a:noAutofit/>
          </a:bodyPr>
          <a:lstStyle>
            <a:lvl1pPr marR="91440" lvl="0" rtl="0">
              <a:lnSpc>
                <a:spcPct val="100000"/>
              </a:lnSpc>
              <a:spcBef>
                <a:spcPts val="0"/>
              </a:spcBef>
              <a:spcAft>
                <a:spcPts val="0"/>
              </a:spcAft>
              <a:buSzPts val="2500"/>
              <a:buFont typeface="Bebas Neue"/>
              <a:buNone/>
              <a:defRPr sz="20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542" name="Google Shape;15542;p24"/>
          <p:cNvSpPr>
            <a:spLocks noGrp="1"/>
          </p:cNvSpPr>
          <p:nvPr>
            <p:ph type="pic" idx="3"/>
          </p:nvPr>
        </p:nvSpPr>
        <p:spPr>
          <a:xfrm>
            <a:off x="921375" y="1882800"/>
            <a:ext cx="3816300" cy="2137200"/>
          </a:xfrm>
          <a:prstGeom prst="rect">
            <a:avLst/>
          </a:prstGeom>
          <a:noFill/>
          <a:ln w="9525" cap="flat" cmpd="sng">
            <a:solidFill>
              <a:schemeClr val="dk1"/>
            </a:solidFill>
            <a:prstDash val="solid"/>
            <a:round/>
            <a:headEnd type="none" w="sm" len="sm"/>
            <a:tailEnd type="none" w="sm" len="sm"/>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5543"/>
        <p:cNvGrpSpPr/>
        <p:nvPr/>
      </p:nvGrpSpPr>
      <p:grpSpPr>
        <a:xfrm>
          <a:off x="0" y="0"/>
          <a:ext cx="0" cy="0"/>
          <a:chOff x="0" y="0"/>
          <a:chExt cx="0" cy="0"/>
        </a:xfrm>
      </p:grpSpPr>
      <p:sp>
        <p:nvSpPr>
          <p:cNvPr id="15544" name="Google Shape;15544;p25"/>
          <p:cNvSpPr txBox="1">
            <a:spLocks noGrp="1"/>
          </p:cNvSpPr>
          <p:nvPr>
            <p:ph type="subTitle" idx="1"/>
          </p:nvPr>
        </p:nvSpPr>
        <p:spPr>
          <a:xfrm>
            <a:off x="2628304" y="1414175"/>
            <a:ext cx="4002300" cy="457200"/>
          </a:xfrm>
          <a:prstGeom prst="rect">
            <a:avLst/>
          </a:prstGeom>
          <a:noFill/>
        </p:spPr>
        <p:txBody>
          <a:bodyPr spcFirstLastPara="1" wrap="square" lIns="0" tIns="0" rIns="0" bIns="0" anchor="b" anchorCtr="0">
            <a:noAutofit/>
          </a:bodyPr>
          <a:lstStyle>
            <a:lvl1pPr lvl="0" algn="r" rtl="0">
              <a:lnSpc>
                <a:spcPct val="100000"/>
              </a:lnSpc>
              <a:spcBef>
                <a:spcPts val="0"/>
              </a:spcBef>
              <a:spcAft>
                <a:spcPts val="0"/>
              </a:spcAft>
              <a:buSzPts val="2500"/>
              <a:buFont typeface="Bebas Neue"/>
              <a:buNone/>
              <a:defRPr sz="25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545" name="Google Shape;15545;p25"/>
          <p:cNvSpPr txBox="1">
            <a:spLocks noGrp="1"/>
          </p:cNvSpPr>
          <p:nvPr>
            <p:ph type="subTitle" idx="2"/>
          </p:nvPr>
        </p:nvSpPr>
        <p:spPr>
          <a:xfrm>
            <a:off x="2531655" y="3013445"/>
            <a:ext cx="4002300" cy="457200"/>
          </a:xfrm>
          <a:prstGeom prst="rect">
            <a:avLst/>
          </a:prstGeom>
          <a:noFill/>
        </p:spPr>
        <p:txBody>
          <a:bodyPr spcFirstLastPara="1" wrap="square" lIns="0" tIns="0" rIns="0" bIns="0" anchor="b" anchorCtr="0">
            <a:noAutofit/>
          </a:bodyPr>
          <a:lstStyle>
            <a:lvl1pPr lvl="0" rtl="0">
              <a:lnSpc>
                <a:spcPct val="100000"/>
              </a:lnSpc>
              <a:spcBef>
                <a:spcPts val="0"/>
              </a:spcBef>
              <a:spcAft>
                <a:spcPts val="0"/>
              </a:spcAft>
              <a:buSzPts val="2500"/>
              <a:buFont typeface="Bebas Neue"/>
              <a:buNone/>
              <a:defRPr sz="25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546" name="Google Shape;15546;p25"/>
          <p:cNvSpPr txBox="1">
            <a:spLocks noGrp="1"/>
          </p:cNvSpPr>
          <p:nvPr>
            <p:ph type="subTitle" idx="3"/>
          </p:nvPr>
        </p:nvSpPr>
        <p:spPr>
          <a:xfrm>
            <a:off x="2628287" y="1749849"/>
            <a:ext cx="4002300" cy="8394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47" name="Google Shape;15547;p25"/>
          <p:cNvSpPr txBox="1">
            <a:spLocks noGrp="1"/>
          </p:cNvSpPr>
          <p:nvPr>
            <p:ph type="subTitle" idx="4"/>
          </p:nvPr>
        </p:nvSpPr>
        <p:spPr>
          <a:xfrm>
            <a:off x="2531641" y="3349125"/>
            <a:ext cx="4002300" cy="8394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48" name="Google Shape;15548;p25"/>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549" name="Google Shape;15549;p25"/>
          <p:cNvGrpSpPr/>
          <p:nvPr/>
        </p:nvGrpSpPr>
        <p:grpSpPr>
          <a:xfrm>
            <a:off x="313503" y="376409"/>
            <a:ext cx="8516819" cy="562035"/>
            <a:chOff x="313503" y="376409"/>
            <a:chExt cx="8516819" cy="562035"/>
          </a:xfrm>
        </p:grpSpPr>
        <p:sp>
          <p:nvSpPr>
            <p:cNvPr id="15550" name="Google Shape;15550;p25"/>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25"/>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25"/>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25"/>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25"/>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25"/>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25"/>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25"/>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25"/>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25"/>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25"/>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25"/>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25"/>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25"/>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25"/>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25"/>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25"/>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25"/>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25"/>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25"/>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25"/>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25"/>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25"/>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25"/>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25"/>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25"/>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25"/>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25"/>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25"/>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25"/>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25"/>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25"/>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25"/>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25"/>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25"/>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25"/>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25"/>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25"/>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25"/>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25"/>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25"/>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25"/>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25"/>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25"/>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25"/>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25"/>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25"/>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25"/>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98" name="Google Shape;15598;p25"/>
          <p:cNvSpPr txBox="1">
            <a:spLocks noGrp="1"/>
          </p:cNvSpPr>
          <p:nvPr>
            <p:ph type="title" idx="5" hasCustomPrompt="1"/>
          </p:nvPr>
        </p:nvSpPr>
        <p:spPr>
          <a:xfrm>
            <a:off x="1278850" y="3103150"/>
            <a:ext cx="1252800" cy="961500"/>
          </a:xfrm>
          <a:prstGeom prst="rect">
            <a:avLst/>
          </a:prstGeom>
          <a:noFill/>
        </p:spPr>
        <p:txBody>
          <a:bodyPr spcFirstLastPara="1" wrap="square" lIns="91425" tIns="64000" rIns="91425" bIns="91425" anchor="ctr" anchorCtr="0">
            <a:noAutofit/>
          </a:bodyPr>
          <a:lstStyle>
            <a:lvl1pPr lvl="0" rtl="0">
              <a:spcBef>
                <a:spcPts val="0"/>
              </a:spcBef>
              <a:spcAft>
                <a:spcPts val="0"/>
              </a:spcAft>
              <a:buSzPts val="3600"/>
              <a:buNone/>
              <a:defRPr sz="3600">
                <a:solidFill>
                  <a:schemeClr val="lt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r>
              <a:t>xx%</a:t>
            </a:r>
          </a:p>
        </p:txBody>
      </p:sp>
      <p:sp>
        <p:nvSpPr>
          <p:cNvPr id="15599" name="Google Shape;15599;p25"/>
          <p:cNvSpPr txBox="1">
            <a:spLocks noGrp="1"/>
          </p:cNvSpPr>
          <p:nvPr>
            <p:ph type="title" idx="6" hasCustomPrompt="1"/>
          </p:nvPr>
        </p:nvSpPr>
        <p:spPr>
          <a:xfrm>
            <a:off x="6630575" y="1461425"/>
            <a:ext cx="1252800" cy="961500"/>
          </a:xfrm>
          <a:prstGeom prst="rect">
            <a:avLst/>
          </a:prstGeom>
          <a:noFill/>
        </p:spPr>
        <p:txBody>
          <a:bodyPr spcFirstLastPara="1" wrap="square" lIns="91425" tIns="64000" rIns="91425" bIns="91425" anchor="ctr" anchorCtr="0">
            <a:noAutofit/>
          </a:bodyPr>
          <a:lstStyle>
            <a:lvl1pPr lvl="0" rtl="0">
              <a:spcBef>
                <a:spcPts val="0"/>
              </a:spcBef>
              <a:spcAft>
                <a:spcPts val="0"/>
              </a:spcAft>
              <a:buSzPts val="3600"/>
              <a:buNone/>
              <a:defRPr sz="3600">
                <a:solidFill>
                  <a:schemeClr val="dk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r>
              <a:t>xx%</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15600"/>
        <p:cNvGrpSpPr/>
        <p:nvPr/>
      </p:nvGrpSpPr>
      <p:grpSpPr>
        <a:xfrm>
          <a:off x="0" y="0"/>
          <a:ext cx="0" cy="0"/>
          <a:chOff x="0" y="0"/>
          <a:chExt cx="0" cy="0"/>
        </a:xfrm>
      </p:grpSpPr>
      <p:sp>
        <p:nvSpPr>
          <p:cNvPr id="15601" name="Google Shape;15601;p26"/>
          <p:cNvSpPr txBox="1">
            <a:spLocks noGrp="1"/>
          </p:cNvSpPr>
          <p:nvPr>
            <p:ph type="subTitle" idx="1"/>
          </p:nvPr>
        </p:nvSpPr>
        <p:spPr>
          <a:xfrm>
            <a:off x="2579972" y="1185575"/>
            <a:ext cx="4002300" cy="457200"/>
          </a:xfrm>
          <a:prstGeom prst="rect">
            <a:avLst/>
          </a:prstGeom>
          <a:noFill/>
        </p:spPr>
        <p:txBody>
          <a:bodyPr spcFirstLastPara="1" wrap="square" lIns="0" tIns="0" rIns="0" bIns="0" anchor="ctr" anchorCtr="0">
            <a:noAutofit/>
          </a:bodyPr>
          <a:lstStyle>
            <a:lvl1pPr lvl="0" algn="ctr" rtl="0">
              <a:lnSpc>
                <a:spcPct val="100000"/>
              </a:lnSpc>
              <a:spcBef>
                <a:spcPts val="0"/>
              </a:spcBef>
              <a:spcAft>
                <a:spcPts val="0"/>
              </a:spcAft>
              <a:buSzPts val="2500"/>
              <a:buFont typeface="Bebas Neue"/>
              <a:buNone/>
              <a:defRPr sz="25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602" name="Google Shape;15602;p26"/>
          <p:cNvSpPr txBox="1">
            <a:spLocks noGrp="1"/>
          </p:cNvSpPr>
          <p:nvPr>
            <p:ph type="subTitle" idx="2"/>
          </p:nvPr>
        </p:nvSpPr>
        <p:spPr>
          <a:xfrm>
            <a:off x="2579972" y="3165845"/>
            <a:ext cx="4002300" cy="457200"/>
          </a:xfrm>
          <a:prstGeom prst="rect">
            <a:avLst/>
          </a:prstGeom>
          <a:noFill/>
        </p:spPr>
        <p:txBody>
          <a:bodyPr spcFirstLastPara="1" wrap="square" lIns="0" tIns="0" rIns="0" bIns="0" anchor="ctr" anchorCtr="0">
            <a:noAutofit/>
          </a:bodyPr>
          <a:lstStyle>
            <a:lvl1pPr lvl="0" algn="ctr" rtl="0">
              <a:lnSpc>
                <a:spcPct val="100000"/>
              </a:lnSpc>
              <a:spcBef>
                <a:spcPts val="0"/>
              </a:spcBef>
              <a:spcAft>
                <a:spcPts val="0"/>
              </a:spcAft>
              <a:buSzPts val="2500"/>
              <a:buFont typeface="Bebas Neue"/>
              <a:buNone/>
              <a:defRPr sz="25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603" name="Google Shape;15603;p26"/>
          <p:cNvSpPr txBox="1">
            <a:spLocks noGrp="1"/>
          </p:cNvSpPr>
          <p:nvPr>
            <p:ph type="subTitle" idx="3"/>
          </p:nvPr>
        </p:nvSpPr>
        <p:spPr>
          <a:xfrm>
            <a:off x="2579972" y="1787750"/>
            <a:ext cx="4002300" cy="1113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dk2"/>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15604" name="Google Shape;15604;p26"/>
          <p:cNvSpPr txBox="1">
            <a:spLocks noGrp="1"/>
          </p:cNvSpPr>
          <p:nvPr>
            <p:ph type="subTitle" idx="4"/>
          </p:nvPr>
        </p:nvSpPr>
        <p:spPr>
          <a:xfrm>
            <a:off x="2579972" y="3744675"/>
            <a:ext cx="4002300" cy="8394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lt2"/>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15605" name="Google Shape;15605;p26"/>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606" name="Google Shape;15606;p26"/>
          <p:cNvGrpSpPr/>
          <p:nvPr/>
        </p:nvGrpSpPr>
        <p:grpSpPr>
          <a:xfrm>
            <a:off x="313503" y="376409"/>
            <a:ext cx="8516819" cy="562035"/>
            <a:chOff x="313503" y="376409"/>
            <a:chExt cx="8516819" cy="562035"/>
          </a:xfrm>
        </p:grpSpPr>
        <p:sp>
          <p:nvSpPr>
            <p:cNvPr id="15607" name="Google Shape;15607;p26"/>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26"/>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26"/>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26"/>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26"/>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26"/>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26"/>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26"/>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26"/>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26"/>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26"/>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26"/>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26"/>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26"/>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26"/>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26"/>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26"/>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26"/>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26"/>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26"/>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26"/>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26"/>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26"/>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26"/>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26"/>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26"/>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26"/>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26"/>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26"/>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26"/>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26"/>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26"/>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26"/>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26"/>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26"/>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26"/>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26"/>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26"/>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26"/>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26"/>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26"/>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26"/>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26"/>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26"/>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26"/>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26"/>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26"/>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26"/>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wo columns 3">
  <p:cSld name="TITLE_AND_TWO_COLUMNS_2">
    <p:spTree>
      <p:nvGrpSpPr>
        <p:cNvPr id="1" name="Shape 15655"/>
        <p:cNvGrpSpPr/>
        <p:nvPr/>
      </p:nvGrpSpPr>
      <p:grpSpPr>
        <a:xfrm>
          <a:off x="0" y="0"/>
          <a:ext cx="0" cy="0"/>
          <a:chOff x="0" y="0"/>
          <a:chExt cx="0" cy="0"/>
        </a:xfrm>
      </p:grpSpPr>
      <p:sp>
        <p:nvSpPr>
          <p:cNvPr id="15656" name="Google Shape;15656;p27"/>
          <p:cNvSpPr txBox="1">
            <a:spLocks noGrp="1"/>
          </p:cNvSpPr>
          <p:nvPr>
            <p:ph type="subTitle" idx="1"/>
          </p:nvPr>
        </p:nvSpPr>
        <p:spPr>
          <a:xfrm>
            <a:off x="1261986" y="2878263"/>
            <a:ext cx="2488800" cy="457200"/>
          </a:xfrm>
          <a:prstGeom prst="rect">
            <a:avLst/>
          </a:prstGeom>
          <a:noFill/>
        </p:spPr>
        <p:txBody>
          <a:bodyPr spcFirstLastPara="1" wrap="square" lIns="0" tIns="0" rIns="0" bIns="0" anchor="ctr" anchorCtr="0">
            <a:noAutofit/>
          </a:bodyPr>
          <a:lstStyle>
            <a:lvl1pPr lvl="0" algn="r" rtl="0">
              <a:lnSpc>
                <a:spcPct val="100000"/>
              </a:lnSpc>
              <a:spcBef>
                <a:spcPts val="0"/>
              </a:spcBef>
              <a:spcAft>
                <a:spcPts val="0"/>
              </a:spcAft>
              <a:buSzPts val="2500"/>
              <a:buFont typeface="Bebas Neue"/>
              <a:buNone/>
              <a:defRPr sz="20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657" name="Google Shape;15657;p27"/>
          <p:cNvSpPr txBox="1">
            <a:spLocks noGrp="1"/>
          </p:cNvSpPr>
          <p:nvPr>
            <p:ph type="subTitle" idx="2"/>
          </p:nvPr>
        </p:nvSpPr>
        <p:spPr>
          <a:xfrm>
            <a:off x="5446572" y="2878263"/>
            <a:ext cx="2488800" cy="457200"/>
          </a:xfrm>
          <a:prstGeom prst="rect">
            <a:avLst/>
          </a:prstGeom>
          <a:noFill/>
        </p:spPr>
        <p:txBody>
          <a:bodyPr spcFirstLastPara="1" wrap="square" lIns="0" tIns="0" rIns="0" bIns="0" anchor="ctr" anchorCtr="0">
            <a:noAutofit/>
          </a:bodyPr>
          <a:lstStyle>
            <a:lvl1pPr lvl="0" rtl="0">
              <a:lnSpc>
                <a:spcPct val="100000"/>
              </a:lnSpc>
              <a:spcBef>
                <a:spcPts val="0"/>
              </a:spcBef>
              <a:spcAft>
                <a:spcPts val="0"/>
              </a:spcAft>
              <a:buSzPts val="2500"/>
              <a:buFont typeface="Bebas Neue"/>
              <a:buNone/>
              <a:defRPr sz="2000">
                <a:latin typeface="Archivo Black"/>
                <a:ea typeface="Archivo Black"/>
                <a:cs typeface="Archivo Black"/>
                <a:sym typeface="Archivo Black"/>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658" name="Google Shape;15658;p27"/>
          <p:cNvSpPr txBox="1">
            <a:spLocks noGrp="1"/>
          </p:cNvSpPr>
          <p:nvPr>
            <p:ph type="subTitle" idx="3"/>
          </p:nvPr>
        </p:nvSpPr>
        <p:spPr>
          <a:xfrm>
            <a:off x="1261975" y="3328062"/>
            <a:ext cx="2488800" cy="7911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59" name="Google Shape;15659;p27"/>
          <p:cNvSpPr txBox="1">
            <a:spLocks noGrp="1"/>
          </p:cNvSpPr>
          <p:nvPr>
            <p:ph type="subTitle" idx="4"/>
          </p:nvPr>
        </p:nvSpPr>
        <p:spPr>
          <a:xfrm>
            <a:off x="5446562" y="3328062"/>
            <a:ext cx="2488800" cy="7911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60" name="Google Shape;15660;p27"/>
          <p:cNvSpPr txBox="1">
            <a:spLocks noGrp="1"/>
          </p:cNvSpPr>
          <p:nvPr>
            <p:ph type="title"/>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661" name="Google Shape;15661;p27"/>
          <p:cNvGrpSpPr/>
          <p:nvPr/>
        </p:nvGrpSpPr>
        <p:grpSpPr>
          <a:xfrm>
            <a:off x="313503" y="376409"/>
            <a:ext cx="8516819" cy="562035"/>
            <a:chOff x="313503" y="376409"/>
            <a:chExt cx="8516819" cy="562035"/>
          </a:xfrm>
        </p:grpSpPr>
        <p:sp>
          <p:nvSpPr>
            <p:cNvPr id="15662" name="Google Shape;15662;p27"/>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27"/>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27"/>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27"/>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27"/>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27"/>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27"/>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27"/>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27"/>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27"/>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27"/>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27"/>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27"/>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27"/>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27"/>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27"/>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27"/>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27"/>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27"/>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27"/>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27"/>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27"/>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27"/>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27"/>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27"/>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27"/>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27"/>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27"/>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27"/>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27"/>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27"/>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27"/>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27"/>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27"/>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27"/>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27"/>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27"/>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27"/>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27"/>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27"/>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27"/>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27"/>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27"/>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27"/>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27"/>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27"/>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27"/>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27"/>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5710"/>
        <p:cNvGrpSpPr/>
        <p:nvPr/>
      </p:nvGrpSpPr>
      <p:grpSpPr>
        <a:xfrm>
          <a:off x="0" y="0"/>
          <a:ext cx="0" cy="0"/>
          <a:chOff x="0" y="0"/>
          <a:chExt cx="0" cy="0"/>
        </a:xfrm>
      </p:grpSpPr>
      <p:sp>
        <p:nvSpPr>
          <p:cNvPr id="15711" name="Google Shape;15711;p28"/>
          <p:cNvSpPr txBox="1">
            <a:spLocks noGrp="1"/>
          </p:cNvSpPr>
          <p:nvPr>
            <p:ph type="title"/>
          </p:nvPr>
        </p:nvSpPr>
        <p:spPr>
          <a:xfrm>
            <a:off x="720000" y="2571738"/>
            <a:ext cx="2336400" cy="4572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712" name="Google Shape;15712;p28"/>
          <p:cNvSpPr txBox="1">
            <a:spLocks noGrp="1"/>
          </p:cNvSpPr>
          <p:nvPr>
            <p:ph type="subTitle" idx="1"/>
          </p:nvPr>
        </p:nvSpPr>
        <p:spPr>
          <a:xfrm>
            <a:off x="720000" y="3028938"/>
            <a:ext cx="2336400" cy="640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13" name="Google Shape;15713;p28"/>
          <p:cNvSpPr txBox="1">
            <a:spLocks noGrp="1"/>
          </p:cNvSpPr>
          <p:nvPr>
            <p:ph type="title" idx="2"/>
          </p:nvPr>
        </p:nvSpPr>
        <p:spPr>
          <a:xfrm>
            <a:off x="3403800" y="2571738"/>
            <a:ext cx="2336400" cy="4572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714" name="Google Shape;15714;p28"/>
          <p:cNvSpPr txBox="1">
            <a:spLocks noGrp="1"/>
          </p:cNvSpPr>
          <p:nvPr>
            <p:ph type="subTitle" idx="3"/>
          </p:nvPr>
        </p:nvSpPr>
        <p:spPr>
          <a:xfrm>
            <a:off x="3403800" y="3028938"/>
            <a:ext cx="2336400" cy="640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15" name="Google Shape;15715;p28"/>
          <p:cNvSpPr txBox="1">
            <a:spLocks noGrp="1"/>
          </p:cNvSpPr>
          <p:nvPr>
            <p:ph type="title" idx="4"/>
          </p:nvPr>
        </p:nvSpPr>
        <p:spPr>
          <a:xfrm>
            <a:off x="6087600" y="2571738"/>
            <a:ext cx="2336400" cy="4572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716" name="Google Shape;15716;p28"/>
          <p:cNvSpPr txBox="1">
            <a:spLocks noGrp="1"/>
          </p:cNvSpPr>
          <p:nvPr>
            <p:ph type="subTitle" idx="5"/>
          </p:nvPr>
        </p:nvSpPr>
        <p:spPr>
          <a:xfrm>
            <a:off x="6087600" y="3028938"/>
            <a:ext cx="2336400" cy="640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17" name="Google Shape;15717;p28"/>
          <p:cNvSpPr txBox="1">
            <a:spLocks noGrp="1"/>
          </p:cNvSpPr>
          <p:nvPr>
            <p:ph type="title" idx="6"/>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718" name="Google Shape;15718;p28"/>
          <p:cNvGrpSpPr/>
          <p:nvPr/>
        </p:nvGrpSpPr>
        <p:grpSpPr>
          <a:xfrm>
            <a:off x="313503" y="376409"/>
            <a:ext cx="8516819" cy="562035"/>
            <a:chOff x="313503" y="376409"/>
            <a:chExt cx="8516819" cy="562035"/>
          </a:xfrm>
        </p:grpSpPr>
        <p:sp>
          <p:nvSpPr>
            <p:cNvPr id="15719" name="Google Shape;15719;p28"/>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28"/>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28"/>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28"/>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28"/>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28"/>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28"/>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28"/>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28"/>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28"/>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28"/>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28"/>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28"/>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28"/>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28"/>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28"/>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28"/>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28"/>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28"/>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28"/>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28"/>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28"/>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28"/>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28"/>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28"/>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28"/>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28"/>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28"/>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28"/>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28"/>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28"/>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28"/>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28"/>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28"/>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28"/>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28"/>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28"/>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28"/>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28"/>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28"/>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28"/>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28"/>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28"/>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28"/>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28"/>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28"/>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28"/>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28"/>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15767"/>
        <p:cNvGrpSpPr/>
        <p:nvPr/>
      </p:nvGrpSpPr>
      <p:grpSpPr>
        <a:xfrm>
          <a:off x="0" y="0"/>
          <a:ext cx="0" cy="0"/>
          <a:chOff x="0" y="0"/>
          <a:chExt cx="0" cy="0"/>
        </a:xfrm>
      </p:grpSpPr>
      <p:sp>
        <p:nvSpPr>
          <p:cNvPr id="15768" name="Google Shape;15768;p29"/>
          <p:cNvSpPr txBox="1">
            <a:spLocks noGrp="1"/>
          </p:cNvSpPr>
          <p:nvPr>
            <p:ph type="title"/>
          </p:nvPr>
        </p:nvSpPr>
        <p:spPr>
          <a:xfrm>
            <a:off x="4933068" y="1368288"/>
            <a:ext cx="3332100" cy="457200"/>
          </a:xfrm>
          <a:prstGeom prst="rect">
            <a:avLst/>
          </a:prstGeom>
        </p:spPr>
        <p:txBody>
          <a:bodyPr spcFirstLastPara="1" wrap="square" lIns="91425" tIns="64000" rIns="91425" bIns="91425" anchor="b" anchorCtr="0">
            <a:noAutofit/>
          </a:bodyPr>
          <a:lstStyle>
            <a:lvl1pPr lvl="0" algn="l"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769" name="Google Shape;15769;p29"/>
          <p:cNvSpPr txBox="1">
            <a:spLocks noGrp="1"/>
          </p:cNvSpPr>
          <p:nvPr>
            <p:ph type="subTitle" idx="1"/>
          </p:nvPr>
        </p:nvSpPr>
        <p:spPr>
          <a:xfrm>
            <a:off x="4933075" y="1692763"/>
            <a:ext cx="3332100" cy="576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70" name="Google Shape;15770;p29"/>
          <p:cNvSpPr txBox="1">
            <a:spLocks noGrp="1"/>
          </p:cNvSpPr>
          <p:nvPr>
            <p:ph type="title" idx="2"/>
          </p:nvPr>
        </p:nvSpPr>
        <p:spPr>
          <a:xfrm>
            <a:off x="4932925" y="2465688"/>
            <a:ext cx="3332100" cy="457200"/>
          </a:xfrm>
          <a:prstGeom prst="rect">
            <a:avLst/>
          </a:prstGeom>
        </p:spPr>
        <p:txBody>
          <a:bodyPr spcFirstLastPara="1" wrap="square" lIns="91425" tIns="64000" rIns="91425" bIns="91425" anchor="b" anchorCtr="0">
            <a:noAutofit/>
          </a:bodyPr>
          <a:lstStyle>
            <a:lvl1pPr lvl="0" algn="l"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771" name="Google Shape;15771;p29"/>
          <p:cNvSpPr txBox="1">
            <a:spLocks noGrp="1"/>
          </p:cNvSpPr>
          <p:nvPr>
            <p:ph type="subTitle" idx="3"/>
          </p:nvPr>
        </p:nvSpPr>
        <p:spPr>
          <a:xfrm>
            <a:off x="4932925" y="2790163"/>
            <a:ext cx="3332100" cy="576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72" name="Google Shape;15772;p29"/>
          <p:cNvSpPr txBox="1">
            <a:spLocks noGrp="1"/>
          </p:cNvSpPr>
          <p:nvPr>
            <p:ph type="title" idx="4"/>
          </p:nvPr>
        </p:nvSpPr>
        <p:spPr>
          <a:xfrm>
            <a:off x="4933068" y="3563088"/>
            <a:ext cx="3332100" cy="457200"/>
          </a:xfrm>
          <a:prstGeom prst="rect">
            <a:avLst/>
          </a:prstGeom>
        </p:spPr>
        <p:txBody>
          <a:bodyPr spcFirstLastPara="1" wrap="square" lIns="91425" tIns="64000" rIns="91425" bIns="91425" anchor="b" anchorCtr="0">
            <a:noAutofit/>
          </a:bodyPr>
          <a:lstStyle>
            <a:lvl1pPr lvl="0" algn="l"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773" name="Google Shape;15773;p29"/>
          <p:cNvSpPr txBox="1">
            <a:spLocks noGrp="1"/>
          </p:cNvSpPr>
          <p:nvPr>
            <p:ph type="subTitle" idx="5"/>
          </p:nvPr>
        </p:nvSpPr>
        <p:spPr>
          <a:xfrm>
            <a:off x="4933075" y="3887563"/>
            <a:ext cx="3332100" cy="576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74" name="Google Shape;15774;p29"/>
          <p:cNvSpPr txBox="1">
            <a:spLocks noGrp="1"/>
          </p:cNvSpPr>
          <p:nvPr>
            <p:ph type="title" idx="6"/>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775" name="Google Shape;15775;p29"/>
          <p:cNvGrpSpPr/>
          <p:nvPr/>
        </p:nvGrpSpPr>
        <p:grpSpPr>
          <a:xfrm>
            <a:off x="313503" y="376409"/>
            <a:ext cx="8516819" cy="562035"/>
            <a:chOff x="313503" y="376409"/>
            <a:chExt cx="8516819" cy="562035"/>
          </a:xfrm>
        </p:grpSpPr>
        <p:sp>
          <p:nvSpPr>
            <p:cNvPr id="15776" name="Google Shape;15776;p29"/>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29"/>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29"/>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29"/>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29"/>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29"/>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29"/>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29"/>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29"/>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29"/>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29"/>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29"/>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29"/>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29"/>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29"/>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29"/>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29"/>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29"/>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29"/>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29"/>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29"/>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29"/>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29"/>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29"/>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29"/>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29"/>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29"/>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29"/>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29"/>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29"/>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29"/>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29"/>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29"/>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29"/>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29"/>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29"/>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29"/>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29"/>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29"/>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29"/>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29"/>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29"/>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29"/>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29"/>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29"/>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29"/>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29"/>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29"/>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24" name="Google Shape;15824;p29"/>
          <p:cNvSpPr txBox="1">
            <a:spLocks noGrp="1"/>
          </p:cNvSpPr>
          <p:nvPr>
            <p:ph type="title" idx="7" hasCustomPrompt="1"/>
          </p:nvPr>
        </p:nvSpPr>
        <p:spPr>
          <a:xfrm>
            <a:off x="3984900" y="1511875"/>
            <a:ext cx="942000" cy="576000"/>
          </a:xfrm>
          <a:prstGeom prst="rect">
            <a:avLst/>
          </a:prstGeom>
          <a:noFill/>
        </p:spPr>
        <p:txBody>
          <a:bodyPr spcFirstLastPara="1" wrap="square" lIns="91425" tIns="64000" rIns="91425" bIns="91425" anchor="ctr" anchorCtr="0">
            <a:noAutofit/>
          </a:bodyPr>
          <a:lstStyle>
            <a:lvl1pPr lvl="0" algn="ctr" rtl="0">
              <a:spcBef>
                <a:spcPts val="0"/>
              </a:spcBef>
              <a:spcAft>
                <a:spcPts val="0"/>
              </a:spcAft>
              <a:buSzPts val="3600"/>
              <a:buNone/>
              <a:defRPr sz="36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5825" name="Google Shape;15825;p29"/>
          <p:cNvSpPr txBox="1">
            <a:spLocks noGrp="1"/>
          </p:cNvSpPr>
          <p:nvPr>
            <p:ph type="title" idx="8" hasCustomPrompt="1"/>
          </p:nvPr>
        </p:nvSpPr>
        <p:spPr>
          <a:xfrm>
            <a:off x="3984900" y="2611425"/>
            <a:ext cx="942000" cy="576000"/>
          </a:xfrm>
          <a:prstGeom prst="rect">
            <a:avLst/>
          </a:prstGeom>
          <a:noFill/>
        </p:spPr>
        <p:txBody>
          <a:bodyPr spcFirstLastPara="1" wrap="square" lIns="91425" tIns="64000" rIns="91425" bIns="91425" anchor="ctr" anchorCtr="0">
            <a:noAutofit/>
          </a:bodyPr>
          <a:lstStyle>
            <a:lvl1pPr lvl="0" algn="ctr" rtl="0">
              <a:spcBef>
                <a:spcPts val="0"/>
              </a:spcBef>
              <a:spcAft>
                <a:spcPts val="0"/>
              </a:spcAft>
              <a:buSzPts val="3600"/>
              <a:buNone/>
              <a:defRPr sz="36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5826" name="Google Shape;15826;p29"/>
          <p:cNvSpPr txBox="1">
            <a:spLocks noGrp="1"/>
          </p:cNvSpPr>
          <p:nvPr>
            <p:ph type="title" idx="9" hasCustomPrompt="1"/>
          </p:nvPr>
        </p:nvSpPr>
        <p:spPr>
          <a:xfrm>
            <a:off x="3984900" y="3710975"/>
            <a:ext cx="942000" cy="576000"/>
          </a:xfrm>
          <a:prstGeom prst="rect">
            <a:avLst/>
          </a:prstGeom>
          <a:noFill/>
        </p:spPr>
        <p:txBody>
          <a:bodyPr spcFirstLastPara="1" wrap="square" lIns="91425" tIns="64000" rIns="91425" bIns="91425" anchor="ctr" anchorCtr="0">
            <a:noAutofit/>
          </a:bodyPr>
          <a:lstStyle>
            <a:lvl1pPr lvl="0" algn="ctr" rtl="0">
              <a:spcBef>
                <a:spcPts val="0"/>
              </a:spcBef>
              <a:spcAft>
                <a:spcPts val="0"/>
              </a:spcAft>
              <a:buSzPts val="3600"/>
              <a:buNone/>
              <a:defRPr sz="36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5827" name="Google Shape;15827;p29"/>
          <p:cNvSpPr>
            <a:spLocks noGrp="1"/>
          </p:cNvSpPr>
          <p:nvPr>
            <p:ph type="pic" idx="13"/>
          </p:nvPr>
        </p:nvSpPr>
        <p:spPr>
          <a:xfrm>
            <a:off x="1147825" y="1372325"/>
            <a:ext cx="2417400" cy="3124500"/>
          </a:xfrm>
          <a:prstGeom prst="rect">
            <a:avLst/>
          </a:prstGeom>
          <a:noFill/>
          <a:ln w="9525" cap="flat" cmpd="sng">
            <a:solidFill>
              <a:schemeClr val="dk1"/>
            </a:solidFill>
            <a:prstDash val="solid"/>
            <a:round/>
            <a:headEnd type="none" w="sm" len="sm"/>
            <a:tailEnd type="none" w="sm" len="sm"/>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hree columns 2">
  <p:cSld name="BLANK_1_1_1_2_1_1">
    <p:spTree>
      <p:nvGrpSpPr>
        <p:cNvPr id="1" name="Shape 15828"/>
        <p:cNvGrpSpPr/>
        <p:nvPr/>
      </p:nvGrpSpPr>
      <p:grpSpPr>
        <a:xfrm>
          <a:off x="0" y="0"/>
          <a:ext cx="0" cy="0"/>
          <a:chOff x="0" y="0"/>
          <a:chExt cx="0" cy="0"/>
        </a:xfrm>
      </p:grpSpPr>
      <p:sp>
        <p:nvSpPr>
          <p:cNvPr id="15829" name="Google Shape;15829;p30"/>
          <p:cNvSpPr txBox="1">
            <a:spLocks noGrp="1"/>
          </p:cNvSpPr>
          <p:nvPr>
            <p:ph type="title"/>
          </p:nvPr>
        </p:nvSpPr>
        <p:spPr>
          <a:xfrm>
            <a:off x="3467930" y="1292088"/>
            <a:ext cx="3332100" cy="457200"/>
          </a:xfrm>
          <a:prstGeom prst="rect">
            <a:avLst/>
          </a:prstGeom>
        </p:spPr>
        <p:txBody>
          <a:bodyPr spcFirstLastPara="1" wrap="square" lIns="91425" tIns="64000" rIns="91425" bIns="91425" anchor="ctr" anchorCtr="0">
            <a:noAutofit/>
          </a:bodyPr>
          <a:lstStyle>
            <a:lvl1pPr lvl="0" algn="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830" name="Google Shape;15830;p30"/>
          <p:cNvSpPr txBox="1">
            <a:spLocks noGrp="1"/>
          </p:cNvSpPr>
          <p:nvPr>
            <p:ph type="subTitle" idx="1"/>
          </p:nvPr>
        </p:nvSpPr>
        <p:spPr>
          <a:xfrm>
            <a:off x="3467938" y="1675788"/>
            <a:ext cx="3332100" cy="5760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831" name="Google Shape;15831;p30"/>
          <p:cNvSpPr txBox="1">
            <a:spLocks noGrp="1"/>
          </p:cNvSpPr>
          <p:nvPr>
            <p:ph type="title" idx="2"/>
          </p:nvPr>
        </p:nvSpPr>
        <p:spPr>
          <a:xfrm>
            <a:off x="2343688" y="2389488"/>
            <a:ext cx="3332100" cy="457200"/>
          </a:xfrm>
          <a:prstGeom prst="rect">
            <a:avLst/>
          </a:prstGeom>
        </p:spPr>
        <p:txBody>
          <a:bodyPr spcFirstLastPara="1" wrap="square" lIns="91425" tIns="64000" rIns="91425" bIns="91425" anchor="ctr" anchorCtr="0">
            <a:noAutofit/>
          </a:bodyPr>
          <a:lstStyle>
            <a:lvl1pPr lvl="0" algn="l"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832" name="Google Shape;15832;p30"/>
          <p:cNvSpPr txBox="1">
            <a:spLocks noGrp="1"/>
          </p:cNvSpPr>
          <p:nvPr>
            <p:ph type="subTitle" idx="3"/>
          </p:nvPr>
        </p:nvSpPr>
        <p:spPr>
          <a:xfrm>
            <a:off x="2343688" y="2773188"/>
            <a:ext cx="3332100" cy="576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833" name="Google Shape;15833;p30"/>
          <p:cNvSpPr txBox="1">
            <a:spLocks noGrp="1"/>
          </p:cNvSpPr>
          <p:nvPr>
            <p:ph type="title" idx="4"/>
          </p:nvPr>
        </p:nvSpPr>
        <p:spPr>
          <a:xfrm>
            <a:off x="3467930" y="3486888"/>
            <a:ext cx="3332100" cy="457200"/>
          </a:xfrm>
          <a:prstGeom prst="rect">
            <a:avLst/>
          </a:prstGeom>
        </p:spPr>
        <p:txBody>
          <a:bodyPr spcFirstLastPara="1" wrap="square" lIns="91425" tIns="64000" rIns="91425" bIns="91425" anchor="ctr" anchorCtr="0">
            <a:noAutofit/>
          </a:bodyPr>
          <a:lstStyle>
            <a:lvl1pPr lvl="0" algn="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834" name="Google Shape;15834;p30"/>
          <p:cNvSpPr txBox="1">
            <a:spLocks noGrp="1"/>
          </p:cNvSpPr>
          <p:nvPr>
            <p:ph type="subTitle" idx="5"/>
          </p:nvPr>
        </p:nvSpPr>
        <p:spPr>
          <a:xfrm>
            <a:off x="3467938" y="3870588"/>
            <a:ext cx="3332100" cy="5760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835" name="Google Shape;15835;p30"/>
          <p:cNvSpPr txBox="1">
            <a:spLocks noGrp="1"/>
          </p:cNvSpPr>
          <p:nvPr>
            <p:ph type="title" idx="6"/>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836" name="Google Shape;15836;p30"/>
          <p:cNvGrpSpPr/>
          <p:nvPr/>
        </p:nvGrpSpPr>
        <p:grpSpPr>
          <a:xfrm>
            <a:off x="313503" y="376409"/>
            <a:ext cx="8516819" cy="562035"/>
            <a:chOff x="313503" y="376409"/>
            <a:chExt cx="8516819" cy="562035"/>
          </a:xfrm>
        </p:grpSpPr>
        <p:sp>
          <p:nvSpPr>
            <p:cNvPr id="15837" name="Google Shape;15837;p30"/>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30"/>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30"/>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30"/>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30"/>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30"/>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30"/>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30"/>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30"/>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30"/>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30"/>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30"/>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30"/>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30"/>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30"/>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30"/>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30"/>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30"/>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30"/>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30"/>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30"/>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30"/>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30"/>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30"/>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30"/>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30"/>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30"/>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30"/>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30"/>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30"/>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30"/>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30"/>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30"/>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30"/>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30"/>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30"/>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30"/>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30"/>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30"/>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30"/>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30"/>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30"/>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30"/>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30"/>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30"/>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30"/>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30"/>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30"/>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three columns 3">
  <p:cSld name="BLANK_1_1_1_2_1_1_1">
    <p:spTree>
      <p:nvGrpSpPr>
        <p:cNvPr id="1" name="Shape 15885"/>
        <p:cNvGrpSpPr/>
        <p:nvPr/>
      </p:nvGrpSpPr>
      <p:grpSpPr>
        <a:xfrm>
          <a:off x="0" y="0"/>
          <a:ext cx="0" cy="0"/>
          <a:chOff x="0" y="0"/>
          <a:chExt cx="0" cy="0"/>
        </a:xfrm>
      </p:grpSpPr>
      <p:sp>
        <p:nvSpPr>
          <p:cNvPr id="15886" name="Google Shape;15886;p31"/>
          <p:cNvSpPr txBox="1">
            <a:spLocks noGrp="1"/>
          </p:cNvSpPr>
          <p:nvPr>
            <p:ph type="title"/>
          </p:nvPr>
        </p:nvSpPr>
        <p:spPr>
          <a:xfrm>
            <a:off x="720100" y="3619225"/>
            <a:ext cx="2414400" cy="457200"/>
          </a:xfrm>
          <a:prstGeom prst="rect">
            <a:avLst/>
          </a:prstGeom>
        </p:spPr>
        <p:txBody>
          <a:bodyPr spcFirstLastPara="1" wrap="square" lIns="91425" tIns="64000" rIns="91425" bIns="91425" anchor="ctr" anchorCtr="0">
            <a:noAutofit/>
          </a:bodyPr>
          <a:lstStyle>
            <a:lvl1pPr marR="91440"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887" name="Google Shape;15887;p31"/>
          <p:cNvSpPr txBox="1">
            <a:spLocks noGrp="1"/>
          </p:cNvSpPr>
          <p:nvPr>
            <p:ph type="subTitle" idx="1"/>
          </p:nvPr>
        </p:nvSpPr>
        <p:spPr>
          <a:xfrm>
            <a:off x="720100" y="4004425"/>
            <a:ext cx="2414400" cy="5760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888" name="Google Shape;15888;p31"/>
          <p:cNvSpPr txBox="1">
            <a:spLocks noGrp="1"/>
          </p:cNvSpPr>
          <p:nvPr>
            <p:ph type="title" idx="2"/>
          </p:nvPr>
        </p:nvSpPr>
        <p:spPr>
          <a:xfrm>
            <a:off x="3364899" y="3619225"/>
            <a:ext cx="2414400" cy="457200"/>
          </a:xfrm>
          <a:prstGeom prst="rect">
            <a:avLst/>
          </a:prstGeom>
        </p:spPr>
        <p:txBody>
          <a:bodyPr spcFirstLastPara="1" wrap="square" lIns="91425" tIns="64000" rIns="91425" bIns="91425" anchor="ctr" anchorCtr="0">
            <a:noAutofit/>
          </a:bodyPr>
          <a:lstStyle>
            <a:lvl1pPr marR="91440"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889" name="Google Shape;15889;p31"/>
          <p:cNvSpPr txBox="1">
            <a:spLocks noGrp="1"/>
          </p:cNvSpPr>
          <p:nvPr>
            <p:ph type="subTitle" idx="3"/>
          </p:nvPr>
        </p:nvSpPr>
        <p:spPr>
          <a:xfrm>
            <a:off x="3364899" y="4004425"/>
            <a:ext cx="2414400" cy="5760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890" name="Google Shape;15890;p31"/>
          <p:cNvSpPr txBox="1">
            <a:spLocks noGrp="1"/>
          </p:cNvSpPr>
          <p:nvPr>
            <p:ph type="title" idx="4"/>
          </p:nvPr>
        </p:nvSpPr>
        <p:spPr>
          <a:xfrm>
            <a:off x="6009698" y="3619225"/>
            <a:ext cx="2414400" cy="457200"/>
          </a:xfrm>
          <a:prstGeom prst="rect">
            <a:avLst/>
          </a:prstGeom>
        </p:spPr>
        <p:txBody>
          <a:bodyPr spcFirstLastPara="1" wrap="square" lIns="91425" tIns="64000" rIns="91425" bIns="91425" anchor="ctr" anchorCtr="0">
            <a:noAutofit/>
          </a:bodyPr>
          <a:lstStyle>
            <a:lvl1pPr marR="91440"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891" name="Google Shape;15891;p31"/>
          <p:cNvSpPr txBox="1">
            <a:spLocks noGrp="1"/>
          </p:cNvSpPr>
          <p:nvPr>
            <p:ph type="subTitle" idx="5"/>
          </p:nvPr>
        </p:nvSpPr>
        <p:spPr>
          <a:xfrm>
            <a:off x="6009698" y="4004425"/>
            <a:ext cx="2414400" cy="5760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892" name="Google Shape;15892;p31"/>
          <p:cNvSpPr txBox="1">
            <a:spLocks noGrp="1"/>
          </p:cNvSpPr>
          <p:nvPr>
            <p:ph type="title" idx="6"/>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893" name="Google Shape;15893;p31"/>
          <p:cNvGrpSpPr/>
          <p:nvPr/>
        </p:nvGrpSpPr>
        <p:grpSpPr>
          <a:xfrm>
            <a:off x="313503" y="376409"/>
            <a:ext cx="8516819" cy="562035"/>
            <a:chOff x="313503" y="376409"/>
            <a:chExt cx="8516819" cy="562035"/>
          </a:xfrm>
        </p:grpSpPr>
        <p:sp>
          <p:nvSpPr>
            <p:cNvPr id="15894" name="Google Shape;15894;p31"/>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31"/>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31"/>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31"/>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31"/>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31"/>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31"/>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31"/>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31"/>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31"/>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31"/>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31"/>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31"/>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31"/>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31"/>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31"/>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31"/>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31"/>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31"/>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31"/>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31"/>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31"/>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31"/>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31"/>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31"/>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31"/>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31"/>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31"/>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31"/>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31"/>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31"/>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31"/>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31"/>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31"/>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31"/>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31"/>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31"/>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31"/>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31"/>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31"/>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31"/>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31"/>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31"/>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31"/>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31"/>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31"/>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31"/>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31"/>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2" name="Google Shape;15942;p31"/>
          <p:cNvSpPr>
            <a:spLocks noGrp="1"/>
          </p:cNvSpPr>
          <p:nvPr>
            <p:ph type="pic" idx="7"/>
          </p:nvPr>
        </p:nvSpPr>
        <p:spPr>
          <a:xfrm>
            <a:off x="2008898" y="1131883"/>
            <a:ext cx="5126400" cy="2223900"/>
          </a:xfrm>
          <a:prstGeom prst="rect">
            <a:avLst/>
          </a:prstGeom>
          <a:noFill/>
          <a:ln w="9525" cap="flat" cmpd="sng">
            <a:solidFill>
              <a:schemeClr val="dk1"/>
            </a:solidFill>
            <a:prstDash val="solid"/>
            <a:round/>
            <a:headEnd type="none" w="sm" len="sm"/>
            <a:tailEnd type="none" w="sm" len="sm"/>
          </a:ln>
        </p:spPr>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five columns">
  <p:cSld name="BLANK_1_1_1_1_1_2">
    <p:spTree>
      <p:nvGrpSpPr>
        <p:cNvPr id="1" name="Shape 15943"/>
        <p:cNvGrpSpPr/>
        <p:nvPr/>
      </p:nvGrpSpPr>
      <p:grpSpPr>
        <a:xfrm>
          <a:off x="0" y="0"/>
          <a:ext cx="0" cy="0"/>
          <a:chOff x="0" y="0"/>
          <a:chExt cx="0" cy="0"/>
        </a:xfrm>
      </p:grpSpPr>
      <p:sp>
        <p:nvSpPr>
          <p:cNvPr id="15944" name="Google Shape;15944;p32"/>
          <p:cNvSpPr txBox="1">
            <a:spLocks noGrp="1"/>
          </p:cNvSpPr>
          <p:nvPr>
            <p:ph type="title"/>
          </p:nvPr>
        </p:nvSpPr>
        <p:spPr>
          <a:xfrm>
            <a:off x="1080613" y="2013675"/>
            <a:ext cx="2072100" cy="3657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945" name="Google Shape;15945;p32"/>
          <p:cNvSpPr txBox="1">
            <a:spLocks noGrp="1"/>
          </p:cNvSpPr>
          <p:nvPr>
            <p:ph type="subTitle" idx="1"/>
          </p:nvPr>
        </p:nvSpPr>
        <p:spPr>
          <a:xfrm>
            <a:off x="1080613" y="2363680"/>
            <a:ext cx="20721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946" name="Google Shape;15946;p32"/>
          <p:cNvSpPr txBox="1">
            <a:spLocks noGrp="1"/>
          </p:cNvSpPr>
          <p:nvPr>
            <p:ph type="title" idx="2"/>
          </p:nvPr>
        </p:nvSpPr>
        <p:spPr>
          <a:xfrm>
            <a:off x="3536006" y="2013675"/>
            <a:ext cx="2072100" cy="3657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947" name="Google Shape;15947;p32"/>
          <p:cNvSpPr txBox="1">
            <a:spLocks noGrp="1"/>
          </p:cNvSpPr>
          <p:nvPr>
            <p:ph type="subTitle" idx="3"/>
          </p:nvPr>
        </p:nvSpPr>
        <p:spPr>
          <a:xfrm>
            <a:off x="3536003" y="2363680"/>
            <a:ext cx="20721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948" name="Google Shape;15948;p32"/>
          <p:cNvSpPr txBox="1">
            <a:spLocks noGrp="1"/>
          </p:cNvSpPr>
          <p:nvPr>
            <p:ph type="title" idx="4"/>
          </p:nvPr>
        </p:nvSpPr>
        <p:spPr>
          <a:xfrm>
            <a:off x="2308308" y="3769420"/>
            <a:ext cx="2072100" cy="3657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949" name="Google Shape;15949;p32"/>
          <p:cNvSpPr txBox="1">
            <a:spLocks noGrp="1"/>
          </p:cNvSpPr>
          <p:nvPr>
            <p:ph type="subTitle" idx="5"/>
          </p:nvPr>
        </p:nvSpPr>
        <p:spPr>
          <a:xfrm>
            <a:off x="2308308" y="4119425"/>
            <a:ext cx="20721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950" name="Google Shape;15950;p32"/>
          <p:cNvSpPr txBox="1">
            <a:spLocks noGrp="1"/>
          </p:cNvSpPr>
          <p:nvPr>
            <p:ph type="title" idx="6"/>
          </p:nvPr>
        </p:nvSpPr>
        <p:spPr>
          <a:xfrm>
            <a:off x="4763702" y="3769420"/>
            <a:ext cx="2072100" cy="3657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951" name="Google Shape;15951;p32"/>
          <p:cNvSpPr txBox="1">
            <a:spLocks noGrp="1"/>
          </p:cNvSpPr>
          <p:nvPr>
            <p:ph type="subTitle" idx="7"/>
          </p:nvPr>
        </p:nvSpPr>
        <p:spPr>
          <a:xfrm>
            <a:off x="4763699" y="4119425"/>
            <a:ext cx="20721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952" name="Google Shape;15952;p32"/>
          <p:cNvSpPr txBox="1">
            <a:spLocks noGrp="1"/>
          </p:cNvSpPr>
          <p:nvPr>
            <p:ph type="title" idx="8"/>
          </p:nvPr>
        </p:nvSpPr>
        <p:spPr>
          <a:xfrm>
            <a:off x="5991394" y="2013675"/>
            <a:ext cx="2072100" cy="3657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5953" name="Google Shape;15953;p32"/>
          <p:cNvSpPr txBox="1">
            <a:spLocks noGrp="1"/>
          </p:cNvSpPr>
          <p:nvPr>
            <p:ph type="subTitle" idx="9"/>
          </p:nvPr>
        </p:nvSpPr>
        <p:spPr>
          <a:xfrm>
            <a:off x="5991394" y="2363680"/>
            <a:ext cx="20721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954" name="Google Shape;15954;p32"/>
          <p:cNvSpPr txBox="1">
            <a:spLocks noGrp="1"/>
          </p:cNvSpPr>
          <p:nvPr>
            <p:ph type="title" idx="13"/>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5955" name="Google Shape;15955;p32"/>
          <p:cNvGrpSpPr/>
          <p:nvPr/>
        </p:nvGrpSpPr>
        <p:grpSpPr>
          <a:xfrm>
            <a:off x="313503" y="376409"/>
            <a:ext cx="8516819" cy="562035"/>
            <a:chOff x="313503" y="376409"/>
            <a:chExt cx="8516819" cy="562035"/>
          </a:xfrm>
        </p:grpSpPr>
        <p:sp>
          <p:nvSpPr>
            <p:cNvPr id="15956" name="Google Shape;15956;p32"/>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32"/>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32"/>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32"/>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32"/>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32"/>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32"/>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32"/>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32"/>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32"/>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32"/>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32"/>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32"/>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32"/>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32"/>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32"/>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32"/>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32"/>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32"/>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32"/>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32"/>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32"/>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32"/>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32"/>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32"/>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32"/>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32"/>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32"/>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32"/>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32"/>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32"/>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32"/>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32"/>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32"/>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32"/>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32"/>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32"/>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32"/>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32"/>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32"/>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32"/>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32"/>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32"/>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32"/>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32"/>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32"/>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32"/>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32"/>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6004"/>
        <p:cNvGrpSpPr/>
        <p:nvPr/>
      </p:nvGrpSpPr>
      <p:grpSpPr>
        <a:xfrm>
          <a:off x="0" y="0"/>
          <a:ext cx="0" cy="0"/>
          <a:chOff x="0" y="0"/>
          <a:chExt cx="0" cy="0"/>
        </a:xfrm>
      </p:grpSpPr>
      <p:sp>
        <p:nvSpPr>
          <p:cNvPr id="16005" name="Google Shape;16005;p33"/>
          <p:cNvSpPr txBox="1">
            <a:spLocks noGrp="1"/>
          </p:cNvSpPr>
          <p:nvPr>
            <p:ph type="title"/>
          </p:nvPr>
        </p:nvSpPr>
        <p:spPr>
          <a:xfrm>
            <a:off x="720000" y="2013669"/>
            <a:ext cx="2286000" cy="3657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006" name="Google Shape;16006;p33"/>
          <p:cNvSpPr txBox="1">
            <a:spLocks noGrp="1"/>
          </p:cNvSpPr>
          <p:nvPr>
            <p:ph type="subTitle" idx="1"/>
          </p:nvPr>
        </p:nvSpPr>
        <p:spPr>
          <a:xfrm>
            <a:off x="720000" y="2390550"/>
            <a:ext cx="22860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07" name="Google Shape;16007;p33"/>
          <p:cNvSpPr txBox="1">
            <a:spLocks noGrp="1"/>
          </p:cNvSpPr>
          <p:nvPr>
            <p:ph type="title" idx="2"/>
          </p:nvPr>
        </p:nvSpPr>
        <p:spPr>
          <a:xfrm>
            <a:off x="3429000" y="2013669"/>
            <a:ext cx="2286000" cy="3657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008" name="Google Shape;16008;p33"/>
          <p:cNvSpPr txBox="1">
            <a:spLocks noGrp="1"/>
          </p:cNvSpPr>
          <p:nvPr>
            <p:ph type="subTitle" idx="3"/>
          </p:nvPr>
        </p:nvSpPr>
        <p:spPr>
          <a:xfrm>
            <a:off x="3429000" y="2390550"/>
            <a:ext cx="22860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09" name="Google Shape;16009;p33"/>
          <p:cNvSpPr txBox="1">
            <a:spLocks noGrp="1"/>
          </p:cNvSpPr>
          <p:nvPr>
            <p:ph type="title" idx="4"/>
          </p:nvPr>
        </p:nvSpPr>
        <p:spPr>
          <a:xfrm>
            <a:off x="720000" y="3769419"/>
            <a:ext cx="2286000" cy="3657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010" name="Google Shape;16010;p33"/>
          <p:cNvSpPr txBox="1">
            <a:spLocks noGrp="1"/>
          </p:cNvSpPr>
          <p:nvPr>
            <p:ph type="subTitle" idx="5"/>
          </p:nvPr>
        </p:nvSpPr>
        <p:spPr>
          <a:xfrm>
            <a:off x="720000" y="4146300"/>
            <a:ext cx="22860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11" name="Google Shape;16011;p33"/>
          <p:cNvSpPr txBox="1">
            <a:spLocks noGrp="1"/>
          </p:cNvSpPr>
          <p:nvPr>
            <p:ph type="title" idx="6"/>
          </p:nvPr>
        </p:nvSpPr>
        <p:spPr>
          <a:xfrm>
            <a:off x="3429000" y="3769419"/>
            <a:ext cx="2286000" cy="3657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012" name="Google Shape;16012;p33"/>
          <p:cNvSpPr txBox="1">
            <a:spLocks noGrp="1"/>
          </p:cNvSpPr>
          <p:nvPr>
            <p:ph type="subTitle" idx="7"/>
          </p:nvPr>
        </p:nvSpPr>
        <p:spPr>
          <a:xfrm>
            <a:off x="3429000" y="4146300"/>
            <a:ext cx="22860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13" name="Google Shape;16013;p33"/>
          <p:cNvSpPr txBox="1">
            <a:spLocks noGrp="1"/>
          </p:cNvSpPr>
          <p:nvPr>
            <p:ph type="title" idx="8"/>
          </p:nvPr>
        </p:nvSpPr>
        <p:spPr>
          <a:xfrm>
            <a:off x="6137995" y="2013669"/>
            <a:ext cx="2286000" cy="3657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014" name="Google Shape;16014;p33"/>
          <p:cNvSpPr txBox="1">
            <a:spLocks noGrp="1"/>
          </p:cNvSpPr>
          <p:nvPr>
            <p:ph type="subTitle" idx="9"/>
          </p:nvPr>
        </p:nvSpPr>
        <p:spPr>
          <a:xfrm>
            <a:off x="6137995" y="2390550"/>
            <a:ext cx="22860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15" name="Google Shape;16015;p33"/>
          <p:cNvSpPr txBox="1">
            <a:spLocks noGrp="1"/>
          </p:cNvSpPr>
          <p:nvPr>
            <p:ph type="title" idx="13"/>
          </p:nvPr>
        </p:nvSpPr>
        <p:spPr>
          <a:xfrm>
            <a:off x="6137995" y="3769419"/>
            <a:ext cx="2286000" cy="3657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6016" name="Google Shape;16016;p33"/>
          <p:cNvSpPr txBox="1">
            <a:spLocks noGrp="1"/>
          </p:cNvSpPr>
          <p:nvPr>
            <p:ph type="subTitle" idx="14"/>
          </p:nvPr>
        </p:nvSpPr>
        <p:spPr>
          <a:xfrm>
            <a:off x="6137995" y="4146300"/>
            <a:ext cx="2286000" cy="457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17" name="Google Shape;16017;p33"/>
          <p:cNvSpPr txBox="1">
            <a:spLocks noGrp="1"/>
          </p:cNvSpPr>
          <p:nvPr>
            <p:ph type="title" idx="15"/>
          </p:nvPr>
        </p:nvSpPr>
        <p:spPr>
          <a:xfrm>
            <a:off x="313700" y="368725"/>
            <a:ext cx="85167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6018" name="Google Shape;16018;p33"/>
          <p:cNvGrpSpPr/>
          <p:nvPr/>
        </p:nvGrpSpPr>
        <p:grpSpPr>
          <a:xfrm>
            <a:off x="313503" y="376409"/>
            <a:ext cx="8516819" cy="562035"/>
            <a:chOff x="313503" y="376409"/>
            <a:chExt cx="8516819" cy="562035"/>
          </a:xfrm>
        </p:grpSpPr>
        <p:sp>
          <p:nvSpPr>
            <p:cNvPr id="16019" name="Google Shape;16019;p33"/>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33"/>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33"/>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33"/>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33"/>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33"/>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33"/>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33"/>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33"/>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33"/>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33"/>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33"/>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33"/>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33"/>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33"/>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33"/>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33"/>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33"/>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33"/>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33"/>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33"/>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33"/>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33"/>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33"/>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33"/>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33"/>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33"/>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33"/>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33"/>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33"/>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33"/>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33"/>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33"/>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33"/>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33"/>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33"/>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33"/>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33"/>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33"/>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33"/>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33"/>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33"/>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33"/>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33"/>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33"/>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33"/>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33"/>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33"/>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Caption 1">
  <p:cSld name="CAPTION_ONLY_1">
    <p:spTree>
      <p:nvGrpSpPr>
        <p:cNvPr id="1" name="Shape 16067"/>
        <p:cNvGrpSpPr/>
        <p:nvPr/>
      </p:nvGrpSpPr>
      <p:grpSpPr>
        <a:xfrm>
          <a:off x="0" y="0"/>
          <a:ext cx="0" cy="0"/>
          <a:chOff x="0" y="0"/>
          <a:chExt cx="0" cy="0"/>
        </a:xfrm>
      </p:grpSpPr>
      <p:sp>
        <p:nvSpPr>
          <p:cNvPr id="16068" name="Google Shape;16068;p34"/>
          <p:cNvSpPr txBox="1">
            <a:spLocks noGrp="1"/>
          </p:cNvSpPr>
          <p:nvPr>
            <p:ph type="title"/>
          </p:nvPr>
        </p:nvSpPr>
        <p:spPr>
          <a:xfrm>
            <a:off x="4245100" y="3562525"/>
            <a:ext cx="4179000" cy="1046700"/>
          </a:xfrm>
          <a:prstGeom prst="rect">
            <a:avLst/>
          </a:prstGeom>
          <a:solidFill>
            <a:schemeClr val="lt1"/>
          </a:solidFill>
          <a:ln w="19050" cap="flat" cmpd="sng">
            <a:solidFill>
              <a:schemeClr val="dk2"/>
            </a:solidFill>
            <a:prstDash val="dot"/>
            <a:round/>
            <a:headEnd type="none" w="sm" len="sm"/>
            <a:tailEnd type="none" w="sm" len="sm"/>
          </a:ln>
        </p:spPr>
        <p:txBody>
          <a:bodyPr spcFirstLastPara="1" wrap="square" lIns="91425" tIns="64000" rIns="91425" bIns="91425" anchor="ctr" anchorCtr="0">
            <a:noAutofit/>
          </a:bodyPr>
          <a:lstStyle>
            <a:lvl1pPr marR="91440" lvl="0" algn="r"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Main point 1">
  <p:cSld name="MAIN_POINT_1">
    <p:spTree>
      <p:nvGrpSpPr>
        <p:cNvPr id="1" name="Shape 16069"/>
        <p:cNvGrpSpPr/>
        <p:nvPr/>
      </p:nvGrpSpPr>
      <p:grpSpPr>
        <a:xfrm>
          <a:off x="0" y="0"/>
          <a:ext cx="0" cy="0"/>
          <a:chOff x="0" y="0"/>
          <a:chExt cx="0" cy="0"/>
        </a:xfrm>
      </p:grpSpPr>
      <p:grpSp>
        <p:nvGrpSpPr>
          <p:cNvPr id="16070" name="Google Shape;16070;p35"/>
          <p:cNvGrpSpPr/>
          <p:nvPr/>
        </p:nvGrpSpPr>
        <p:grpSpPr>
          <a:xfrm>
            <a:off x="313503" y="540001"/>
            <a:ext cx="8516808" cy="4063556"/>
            <a:chOff x="109200" y="76206"/>
            <a:chExt cx="8925600" cy="4258600"/>
          </a:xfrm>
        </p:grpSpPr>
        <p:grpSp>
          <p:nvGrpSpPr>
            <p:cNvPr id="16071" name="Google Shape;16071;p35"/>
            <p:cNvGrpSpPr/>
            <p:nvPr/>
          </p:nvGrpSpPr>
          <p:grpSpPr>
            <a:xfrm>
              <a:off x="109200" y="76206"/>
              <a:ext cx="8925600" cy="33000"/>
              <a:chOff x="76200" y="76206"/>
              <a:chExt cx="8925600" cy="33000"/>
            </a:xfrm>
          </p:grpSpPr>
          <p:sp>
            <p:nvSpPr>
              <p:cNvPr id="16072" name="Google Shape;16072;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35"/>
            <p:cNvGrpSpPr/>
            <p:nvPr/>
          </p:nvGrpSpPr>
          <p:grpSpPr>
            <a:xfrm>
              <a:off x="109200" y="187406"/>
              <a:ext cx="8925600" cy="33000"/>
              <a:chOff x="76200" y="76206"/>
              <a:chExt cx="8925600" cy="33000"/>
            </a:xfrm>
          </p:grpSpPr>
          <p:sp>
            <p:nvSpPr>
              <p:cNvPr id="16145" name="Google Shape;16145;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7" name="Google Shape;16217;p35"/>
            <p:cNvGrpSpPr/>
            <p:nvPr/>
          </p:nvGrpSpPr>
          <p:grpSpPr>
            <a:xfrm>
              <a:off x="109200" y="298606"/>
              <a:ext cx="8925600" cy="33000"/>
              <a:chOff x="76200" y="76206"/>
              <a:chExt cx="8925600" cy="33000"/>
            </a:xfrm>
          </p:grpSpPr>
          <p:sp>
            <p:nvSpPr>
              <p:cNvPr id="16218" name="Google Shape;16218;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0" name="Google Shape;16290;p35"/>
            <p:cNvGrpSpPr/>
            <p:nvPr/>
          </p:nvGrpSpPr>
          <p:grpSpPr>
            <a:xfrm>
              <a:off x="109200" y="409806"/>
              <a:ext cx="8925600" cy="33000"/>
              <a:chOff x="76200" y="76206"/>
              <a:chExt cx="8925600" cy="33000"/>
            </a:xfrm>
          </p:grpSpPr>
          <p:sp>
            <p:nvSpPr>
              <p:cNvPr id="16291" name="Google Shape;16291;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35"/>
            <p:cNvGrpSpPr/>
            <p:nvPr/>
          </p:nvGrpSpPr>
          <p:grpSpPr>
            <a:xfrm>
              <a:off x="109200" y="521006"/>
              <a:ext cx="8925600" cy="33000"/>
              <a:chOff x="76200" y="76206"/>
              <a:chExt cx="8925600" cy="33000"/>
            </a:xfrm>
          </p:grpSpPr>
          <p:sp>
            <p:nvSpPr>
              <p:cNvPr id="16364" name="Google Shape;16364;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6" name="Google Shape;16436;p35"/>
            <p:cNvGrpSpPr/>
            <p:nvPr/>
          </p:nvGrpSpPr>
          <p:grpSpPr>
            <a:xfrm>
              <a:off x="109200" y="632206"/>
              <a:ext cx="8925600" cy="33000"/>
              <a:chOff x="76200" y="76206"/>
              <a:chExt cx="8925600" cy="33000"/>
            </a:xfrm>
          </p:grpSpPr>
          <p:sp>
            <p:nvSpPr>
              <p:cNvPr id="16437" name="Google Shape;16437;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9" name="Google Shape;16509;p35"/>
            <p:cNvGrpSpPr/>
            <p:nvPr/>
          </p:nvGrpSpPr>
          <p:grpSpPr>
            <a:xfrm>
              <a:off x="109200" y="743406"/>
              <a:ext cx="8925600" cy="33000"/>
              <a:chOff x="76200" y="76206"/>
              <a:chExt cx="8925600" cy="33000"/>
            </a:xfrm>
          </p:grpSpPr>
          <p:sp>
            <p:nvSpPr>
              <p:cNvPr id="16510" name="Google Shape;16510;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2" name="Google Shape;16582;p35"/>
            <p:cNvGrpSpPr/>
            <p:nvPr/>
          </p:nvGrpSpPr>
          <p:grpSpPr>
            <a:xfrm>
              <a:off x="109200" y="854606"/>
              <a:ext cx="8925600" cy="33000"/>
              <a:chOff x="76200" y="76206"/>
              <a:chExt cx="8925600" cy="33000"/>
            </a:xfrm>
          </p:grpSpPr>
          <p:sp>
            <p:nvSpPr>
              <p:cNvPr id="16583" name="Google Shape;16583;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5" name="Google Shape;16655;p35"/>
            <p:cNvGrpSpPr/>
            <p:nvPr/>
          </p:nvGrpSpPr>
          <p:grpSpPr>
            <a:xfrm>
              <a:off x="109200" y="965806"/>
              <a:ext cx="8925600" cy="33000"/>
              <a:chOff x="76200" y="76206"/>
              <a:chExt cx="8925600" cy="33000"/>
            </a:xfrm>
          </p:grpSpPr>
          <p:sp>
            <p:nvSpPr>
              <p:cNvPr id="16656" name="Google Shape;16656;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8" name="Google Shape;16728;p35"/>
            <p:cNvGrpSpPr/>
            <p:nvPr/>
          </p:nvGrpSpPr>
          <p:grpSpPr>
            <a:xfrm>
              <a:off x="109200" y="1077006"/>
              <a:ext cx="8925600" cy="33000"/>
              <a:chOff x="76200" y="76206"/>
              <a:chExt cx="8925600" cy="33000"/>
            </a:xfrm>
          </p:grpSpPr>
          <p:sp>
            <p:nvSpPr>
              <p:cNvPr id="16729" name="Google Shape;16729;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1" name="Google Shape;16801;p35"/>
            <p:cNvGrpSpPr/>
            <p:nvPr/>
          </p:nvGrpSpPr>
          <p:grpSpPr>
            <a:xfrm>
              <a:off x="109200" y="1188206"/>
              <a:ext cx="8925600" cy="33000"/>
              <a:chOff x="76200" y="76206"/>
              <a:chExt cx="8925600" cy="33000"/>
            </a:xfrm>
          </p:grpSpPr>
          <p:sp>
            <p:nvSpPr>
              <p:cNvPr id="16802" name="Google Shape;16802;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4" name="Google Shape;16874;p35"/>
            <p:cNvGrpSpPr/>
            <p:nvPr/>
          </p:nvGrpSpPr>
          <p:grpSpPr>
            <a:xfrm>
              <a:off x="109200" y="1299406"/>
              <a:ext cx="8925600" cy="33000"/>
              <a:chOff x="76200" y="76206"/>
              <a:chExt cx="8925600" cy="33000"/>
            </a:xfrm>
          </p:grpSpPr>
          <p:sp>
            <p:nvSpPr>
              <p:cNvPr id="16875" name="Google Shape;16875;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7" name="Google Shape;16947;p35"/>
            <p:cNvGrpSpPr/>
            <p:nvPr/>
          </p:nvGrpSpPr>
          <p:grpSpPr>
            <a:xfrm>
              <a:off x="109200" y="1410606"/>
              <a:ext cx="8925600" cy="33000"/>
              <a:chOff x="76200" y="76206"/>
              <a:chExt cx="8925600" cy="33000"/>
            </a:xfrm>
          </p:grpSpPr>
          <p:sp>
            <p:nvSpPr>
              <p:cNvPr id="16948" name="Google Shape;16948;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0" name="Google Shape;17020;p35"/>
            <p:cNvGrpSpPr/>
            <p:nvPr/>
          </p:nvGrpSpPr>
          <p:grpSpPr>
            <a:xfrm>
              <a:off x="109200" y="1521806"/>
              <a:ext cx="8925600" cy="33000"/>
              <a:chOff x="76200" y="76206"/>
              <a:chExt cx="8925600" cy="33000"/>
            </a:xfrm>
          </p:grpSpPr>
          <p:sp>
            <p:nvSpPr>
              <p:cNvPr id="17021" name="Google Shape;17021;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3" name="Google Shape;17093;p35"/>
            <p:cNvGrpSpPr/>
            <p:nvPr/>
          </p:nvGrpSpPr>
          <p:grpSpPr>
            <a:xfrm>
              <a:off x="109200" y="1633006"/>
              <a:ext cx="8925600" cy="33000"/>
              <a:chOff x="76200" y="76206"/>
              <a:chExt cx="8925600" cy="33000"/>
            </a:xfrm>
          </p:grpSpPr>
          <p:sp>
            <p:nvSpPr>
              <p:cNvPr id="17094" name="Google Shape;17094;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6" name="Google Shape;17166;p35"/>
            <p:cNvGrpSpPr/>
            <p:nvPr/>
          </p:nvGrpSpPr>
          <p:grpSpPr>
            <a:xfrm>
              <a:off x="109200" y="1744206"/>
              <a:ext cx="8925600" cy="33000"/>
              <a:chOff x="76200" y="76206"/>
              <a:chExt cx="8925600" cy="33000"/>
            </a:xfrm>
          </p:grpSpPr>
          <p:sp>
            <p:nvSpPr>
              <p:cNvPr id="17167" name="Google Shape;17167;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9" name="Google Shape;17239;p35"/>
            <p:cNvGrpSpPr/>
            <p:nvPr/>
          </p:nvGrpSpPr>
          <p:grpSpPr>
            <a:xfrm>
              <a:off x="109200" y="1855406"/>
              <a:ext cx="8925600" cy="33000"/>
              <a:chOff x="76200" y="76206"/>
              <a:chExt cx="8925600" cy="33000"/>
            </a:xfrm>
          </p:grpSpPr>
          <p:sp>
            <p:nvSpPr>
              <p:cNvPr id="17240" name="Google Shape;17240;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2" name="Google Shape;17312;p35"/>
            <p:cNvGrpSpPr/>
            <p:nvPr/>
          </p:nvGrpSpPr>
          <p:grpSpPr>
            <a:xfrm>
              <a:off x="109200" y="1966606"/>
              <a:ext cx="8925600" cy="33000"/>
              <a:chOff x="76200" y="76206"/>
              <a:chExt cx="8925600" cy="33000"/>
            </a:xfrm>
          </p:grpSpPr>
          <p:sp>
            <p:nvSpPr>
              <p:cNvPr id="17313" name="Google Shape;17313;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5" name="Google Shape;17385;p35"/>
            <p:cNvGrpSpPr/>
            <p:nvPr/>
          </p:nvGrpSpPr>
          <p:grpSpPr>
            <a:xfrm>
              <a:off x="109200" y="2077806"/>
              <a:ext cx="8925600" cy="33000"/>
              <a:chOff x="76200" y="76206"/>
              <a:chExt cx="8925600" cy="33000"/>
            </a:xfrm>
          </p:grpSpPr>
          <p:sp>
            <p:nvSpPr>
              <p:cNvPr id="17386" name="Google Shape;17386;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8" name="Google Shape;17458;p35"/>
            <p:cNvGrpSpPr/>
            <p:nvPr/>
          </p:nvGrpSpPr>
          <p:grpSpPr>
            <a:xfrm>
              <a:off x="109200" y="2189006"/>
              <a:ext cx="8925600" cy="33000"/>
              <a:chOff x="76200" y="76206"/>
              <a:chExt cx="8925600" cy="33000"/>
            </a:xfrm>
          </p:grpSpPr>
          <p:sp>
            <p:nvSpPr>
              <p:cNvPr id="17459" name="Google Shape;17459;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1" name="Google Shape;17531;p35"/>
            <p:cNvGrpSpPr/>
            <p:nvPr/>
          </p:nvGrpSpPr>
          <p:grpSpPr>
            <a:xfrm>
              <a:off x="109200" y="2300206"/>
              <a:ext cx="8925600" cy="33000"/>
              <a:chOff x="76200" y="76206"/>
              <a:chExt cx="8925600" cy="33000"/>
            </a:xfrm>
          </p:grpSpPr>
          <p:sp>
            <p:nvSpPr>
              <p:cNvPr id="17532" name="Google Shape;17532;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4" name="Google Shape;17604;p35"/>
            <p:cNvGrpSpPr/>
            <p:nvPr/>
          </p:nvGrpSpPr>
          <p:grpSpPr>
            <a:xfrm>
              <a:off x="109200" y="2411406"/>
              <a:ext cx="8925600" cy="33000"/>
              <a:chOff x="76200" y="76206"/>
              <a:chExt cx="8925600" cy="33000"/>
            </a:xfrm>
          </p:grpSpPr>
          <p:sp>
            <p:nvSpPr>
              <p:cNvPr id="17605" name="Google Shape;17605;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7" name="Google Shape;17677;p35"/>
            <p:cNvGrpSpPr/>
            <p:nvPr/>
          </p:nvGrpSpPr>
          <p:grpSpPr>
            <a:xfrm>
              <a:off x="109200" y="2522606"/>
              <a:ext cx="8925600" cy="33000"/>
              <a:chOff x="76200" y="76206"/>
              <a:chExt cx="8925600" cy="33000"/>
            </a:xfrm>
          </p:grpSpPr>
          <p:sp>
            <p:nvSpPr>
              <p:cNvPr id="17678" name="Google Shape;17678;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0" name="Google Shape;17750;p35"/>
            <p:cNvGrpSpPr/>
            <p:nvPr/>
          </p:nvGrpSpPr>
          <p:grpSpPr>
            <a:xfrm>
              <a:off x="109200" y="2633806"/>
              <a:ext cx="8925600" cy="33000"/>
              <a:chOff x="76200" y="76206"/>
              <a:chExt cx="8925600" cy="33000"/>
            </a:xfrm>
          </p:grpSpPr>
          <p:sp>
            <p:nvSpPr>
              <p:cNvPr id="17751" name="Google Shape;17751;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3" name="Google Shape;17823;p35"/>
            <p:cNvGrpSpPr/>
            <p:nvPr/>
          </p:nvGrpSpPr>
          <p:grpSpPr>
            <a:xfrm>
              <a:off x="109200" y="2745006"/>
              <a:ext cx="8925600" cy="33000"/>
              <a:chOff x="76200" y="76206"/>
              <a:chExt cx="8925600" cy="33000"/>
            </a:xfrm>
          </p:grpSpPr>
          <p:sp>
            <p:nvSpPr>
              <p:cNvPr id="17824" name="Google Shape;17824;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6" name="Google Shape;17896;p35"/>
            <p:cNvGrpSpPr/>
            <p:nvPr/>
          </p:nvGrpSpPr>
          <p:grpSpPr>
            <a:xfrm>
              <a:off x="109200" y="2856206"/>
              <a:ext cx="8925600" cy="33000"/>
              <a:chOff x="76200" y="76206"/>
              <a:chExt cx="8925600" cy="33000"/>
            </a:xfrm>
          </p:grpSpPr>
          <p:sp>
            <p:nvSpPr>
              <p:cNvPr id="17897" name="Google Shape;17897;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9" name="Google Shape;17969;p35"/>
            <p:cNvGrpSpPr/>
            <p:nvPr/>
          </p:nvGrpSpPr>
          <p:grpSpPr>
            <a:xfrm>
              <a:off x="109200" y="2967406"/>
              <a:ext cx="8925600" cy="33000"/>
              <a:chOff x="76200" y="76206"/>
              <a:chExt cx="8925600" cy="33000"/>
            </a:xfrm>
          </p:grpSpPr>
          <p:sp>
            <p:nvSpPr>
              <p:cNvPr id="17970" name="Google Shape;17970;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2" name="Google Shape;18042;p35"/>
            <p:cNvGrpSpPr/>
            <p:nvPr/>
          </p:nvGrpSpPr>
          <p:grpSpPr>
            <a:xfrm>
              <a:off x="109200" y="3078606"/>
              <a:ext cx="8925600" cy="33000"/>
              <a:chOff x="76200" y="76206"/>
              <a:chExt cx="8925600" cy="33000"/>
            </a:xfrm>
          </p:grpSpPr>
          <p:sp>
            <p:nvSpPr>
              <p:cNvPr id="18043" name="Google Shape;18043;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5" name="Google Shape;18115;p35"/>
            <p:cNvGrpSpPr/>
            <p:nvPr/>
          </p:nvGrpSpPr>
          <p:grpSpPr>
            <a:xfrm>
              <a:off x="109200" y="3189806"/>
              <a:ext cx="8925600" cy="33000"/>
              <a:chOff x="76200" y="76206"/>
              <a:chExt cx="8925600" cy="33000"/>
            </a:xfrm>
          </p:grpSpPr>
          <p:sp>
            <p:nvSpPr>
              <p:cNvPr id="18116" name="Google Shape;18116;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8" name="Google Shape;18188;p35"/>
            <p:cNvGrpSpPr/>
            <p:nvPr/>
          </p:nvGrpSpPr>
          <p:grpSpPr>
            <a:xfrm>
              <a:off x="109200" y="3301006"/>
              <a:ext cx="8925600" cy="33000"/>
              <a:chOff x="76200" y="76206"/>
              <a:chExt cx="8925600" cy="33000"/>
            </a:xfrm>
          </p:grpSpPr>
          <p:sp>
            <p:nvSpPr>
              <p:cNvPr id="18189" name="Google Shape;18189;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1" name="Google Shape;18261;p35"/>
            <p:cNvGrpSpPr/>
            <p:nvPr/>
          </p:nvGrpSpPr>
          <p:grpSpPr>
            <a:xfrm>
              <a:off x="109200" y="3412206"/>
              <a:ext cx="8925600" cy="33000"/>
              <a:chOff x="76200" y="76206"/>
              <a:chExt cx="8925600" cy="33000"/>
            </a:xfrm>
          </p:grpSpPr>
          <p:sp>
            <p:nvSpPr>
              <p:cNvPr id="18262" name="Google Shape;18262;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4" name="Google Shape;18334;p35"/>
            <p:cNvGrpSpPr/>
            <p:nvPr/>
          </p:nvGrpSpPr>
          <p:grpSpPr>
            <a:xfrm>
              <a:off x="109200" y="3523406"/>
              <a:ext cx="8925600" cy="33000"/>
              <a:chOff x="76200" y="76206"/>
              <a:chExt cx="8925600" cy="33000"/>
            </a:xfrm>
          </p:grpSpPr>
          <p:sp>
            <p:nvSpPr>
              <p:cNvPr id="18335" name="Google Shape;18335;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7" name="Google Shape;18407;p35"/>
            <p:cNvGrpSpPr/>
            <p:nvPr/>
          </p:nvGrpSpPr>
          <p:grpSpPr>
            <a:xfrm>
              <a:off x="109200" y="3634606"/>
              <a:ext cx="8925600" cy="33000"/>
              <a:chOff x="76200" y="76206"/>
              <a:chExt cx="8925600" cy="33000"/>
            </a:xfrm>
          </p:grpSpPr>
          <p:sp>
            <p:nvSpPr>
              <p:cNvPr id="18408" name="Google Shape;18408;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0" name="Google Shape;18480;p35"/>
            <p:cNvGrpSpPr/>
            <p:nvPr/>
          </p:nvGrpSpPr>
          <p:grpSpPr>
            <a:xfrm>
              <a:off x="109200" y="3745806"/>
              <a:ext cx="8925600" cy="33000"/>
              <a:chOff x="76200" y="76206"/>
              <a:chExt cx="8925600" cy="33000"/>
            </a:xfrm>
          </p:grpSpPr>
          <p:sp>
            <p:nvSpPr>
              <p:cNvPr id="18481" name="Google Shape;18481;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3" name="Google Shape;18553;p35"/>
            <p:cNvGrpSpPr/>
            <p:nvPr/>
          </p:nvGrpSpPr>
          <p:grpSpPr>
            <a:xfrm>
              <a:off x="109200" y="3857006"/>
              <a:ext cx="8925600" cy="33000"/>
              <a:chOff x="76200" y="76206"/>
              <a:chExt cx="8925600" cy="33000"/>
            </a:xfrm>
          </p:grpSpPr>
          <p:sp>
            <p:nvSpPr>
              <p:cNvPr id="18554" name="Google Shape;18554;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6" name="Google Shape;18626;p35"/>
            <p:cNvGrpSpPr/>
            <p:nvPr/>
          </p:nvGrpSpPr>
          <p:grpSpPr>
            <a:xfrm>
              <a:off x="109200" y="3968206"/>
              <a:ext cx="8925600" cy="33000"/>
              <a:chOff x="76200" y="76206"/>
              <a:chExt cx="8925600" cy="33000"/>
            </a:xfrm>
          </p:grpSpPr>
          <p:sp>
            <p:nvSpPr>
              <p:cNvPr id="18627" name="Google Shape;18627;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9" name="Google Shape;18699;p35"/>
            <p:cNvGrpSpPr/>
            <p:nvPr/>
          </p:nvGrpSpPr>
          <p:grpSpPr>
            <a:xfrm>
              <a:off x="109200" y="4079406"/>
              <a:ext cx="8925600" cy="33000"/>
              <a:chOff x="76200" y="76206"/>
              <a:chExt cx="8925600" cy="33000"/>
            </a:xfrm>
          </p:grpSpPr>
          <p:sp>
            <p:nvSpPr>
              <p:cNvPr id="18700" name="Google Shape;18700;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2" name="Google Shape;18772;p35"/>
            <p:cNvGrpSpPr/>
            <p:nvPr/>
          </p:nvGrpSpPr>
          <p:grpSpPr>
            <a:xfrm>
              <a:off x="109200" y="4190606"/>
              <a:ext cx="8925600" cy="33000"/>
              <a:chOff x="76200" y="76206"/>
              <a:chExt cx="8925600" cy="33000"/>
            </a:xfrm>
          </p:grpSpPr>
          <p:sp>
            <p:nvSpPr>
              <p:cNvPr id="18773" name="Google Shape;18773;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5" name="Google Shape;18845;p35"/>
            <p:cNvGrpSpPr/>
            <p:nvPr/>
          </p:nvGrpSpPr>
          <p:grpSpPr>
            <a:xfrm>
              <a:off x="109200" y="4301806"/>
              <a:ext cx="8925600" cy="33000"/>
              <a:chOff x="76200" y="76206"/>
              <a:chExt cx="8925600" cy="33000"/>
            </a:xfrm>
          </p:grpSpPr>
          <p:sp>
            <p:nvSpPr>
              <p:cNvPr id="18846" name="Google Shape;18846;p35"/>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35"/>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35"/>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35"/>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35"/>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35"/>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35"/>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35"/>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35"/>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35"/>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35"/>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35"/>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35"/>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35"/>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35"/>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35"/>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35"/>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35"/>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35"/>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35"/>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35"/>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35"/>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35"/>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35"/>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35"/>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35"/>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35"/>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35"/>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35"/>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35"/>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35"/>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35"/>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35"/>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35"/>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35"/>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35"/>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35"/>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35"/>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35"/>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35"/>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35"/>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35"/>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35"/>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35"/>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35"/>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35"/>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35"/>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35"/>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35"/>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35"/>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35"/>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35"/>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35"/>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35"/>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35"/>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35"/>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35"/>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35"/>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35"/>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35"/>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35"/>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35"/>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35"/>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35"/>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35"/>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35"/>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35"/>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35"/>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35"/>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35"/>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35"/>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35"/>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918" name="Google Shape;18918;p35"/>
          <p:cNvGrpSpPr/>
          <p:nvPr/>
        </p:nvGrpSpPr>
        <p:grpSpPr>
          <a:xfrm>
            <a:off x="8320098" y="4866112"/>
            <a:ext cx="510133" cy="78484"/>
            <a:chOff x="3521300" y="154525"/>
            <a:chExt cx="1256175" cy="193500"/>
          </a:xfrm>
        </p:grpSpPr>
        <p:sp>
          <p:nvSpPr>
            <p:cNvPr id="18919" name="Google Shape;18919;p35"/>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35"/>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35"/>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35"/>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23" name="Google Shape;18923;p35"/>
          <p:cNvSpPr txBox="1">
            <a:spLocks noGrp="1"/>
          </p:cNvSpPr>
          <p:nvPr>
            <p:ph type="title"/>
          </p:nvPr>
        </p:nvSpPr>
        <p:spPr>
          <a:xfrm>
            <a:off x="546625" y="1473450"/>
            <a:ext cx="5390400" cy="2196600"/>
          </a:xfrm>
          <a:prstGeom prst="rect">
            <a:avLst/>
          </a:prstGeom>
          <a:solidFill>
            <a:schemeClr val="lt1"/>
          </a:solidFill>
        </p:spPr>
        <p:txBody>
          <a:bodyPr spcFirstLastPara="1" wrap="square" lIns="91425" tIns="64000" rIns="91425" bIns="91425" anchor="ctr" anchorCtr="0">
            <a:noAutofit/>
          </a:bodyPr>
          <a:lstStyle>
            <a:lvl1pPr lvl="0" algn="l" rtl="0">
              <a:lnSpc>
                <a:spcPct val="90000"/>
              </a:lnSpc>
              <a:spcBef>
                <a:spcPts val="0"/>
              </a:spcBef>
              <a:spcAft>
                <a:spcPts val="0"/>
              </a:spcAft>
              <a:buSzPts val="6000"/>
              <a:buNone/>
              <a:defRPr sz="72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ig number 1">
  <p:cSld name="BIG_NUMBER_1">
    <p:spTree>
      <p:nvGrpSpPr>
        <p:cNvPr id="1" name="Shape 18924"/>
        <p:cNvGrpSpPr/>
        <p:nvPr/>
      </p:nvGrpSpPr>
      <p:grpSpPr>
        <a:xfrm>
          <a:off x="0" y="0"/>
          <a:ext cx="0" cy="0"/>
          <a:chOff x="0" y="0"/>
          <a:chExt cx="0" cy="0"/>
        </a:xfrm>
      </p:grpSpPr>
      <p:grpSp>
        <p:nvGrpSpPr>
          <p:cNvPr id="18925" name="Google Shape;18925;p36"/>
          <p:cNvGrpSpPr/>
          <p:nvPr/>
        </p:nvGrpSpPr>
        <p:grpSpPr>
          <a:xfrm>
            <a:off x="313503" y="540001"/>
            <a:ext cx="2780178" cy="4063556"/>
            <a:chOff x="313503" y="540001"/>
            <a:chExt cx="2780178" cy="4063556"/>
          </a:xfrm>
        </p:grpSpPr>
        <p:sp>
          <p:nvSpPr>
            <p:cNvPr id="18926" name="Google Shape;18926;p36"/>
            <p:cNvSpPr/>
            <p:nvPr/>
          </p:nvSpPr>
          <p:spPr>
            <a:xfrm>
              <a:off x="31350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36"/>
            <p:cNvSpPr/>
            <p:nvPr/>
          </p:nvSpPr>
          <p:spPr>
            <a:xfrm>
              <a:off x="43301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36"/>
            <p:cNvSpPr/>
            <p:nvPr/>
          </p:nvSpPr>
          <p:spPr>
            <a:xfrm>
              <a:off x="55251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36"/>
            <p:cNvSpPr/>
            <p:nvPr/>
          </p:nvSpPr>
          <p:spPr>
            <a:xfrm>
              <a:off x="67202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36"/>
            <p:cNvSpPr/>
            <p:nvPr/>
          </p:nvSpPr>
          <p:spPr>
            <a:xfrm>
              <a:off x="79153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36"/>
            <p:cNvSpPr/>
            <p:nvPr/>
          </p:nvSpPr>
          <p:spPr>
            <a:xfrm>
              <a:off x="91104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36"/>
            <p:cNvSpPr/>
            <p:nvPr/>
          </p:nvSpPr>
          <p:spPr>
            <a:xfrm>
              <a:off x="1030552"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36"/>
            <p:cNvSpPr/>
            <p:nvPr/>
          </p:nvSpPr>
          <p:spPr>
            <a:xfrm>
              <a:off x="115006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36"/>
            <p:cNvSpPr/>
            <p:nvPr/>
          </p:nvSpPr>
          <p:spPr>
            <a:xfrm>
              <a:off x="126956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36"/>
            <p:cNvSpPr/>
            <p:nvPr/>
          </p:nvSpPr>
          <p:spPr>
            <a:xfrm>
              <a:off x="138907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36"/>
            <p:cNvSpPr/>
            <p:nvPr/>
          </p:nvSpPr>
          <p:spPr>
            <a:xfrm>
              <a:off x="1508585"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36"/>
            <p:cNvSpPr/>
            <p:nvPr/>
          </p:nvSpPr>
          <p:spPr>
            <a:xfrm>
              <a:off x="162809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36"/>
            <p:cNvSpPr/>
            <p:nvPr/>
          </p:nvSpPr>
          <p:spPr>
            <a:xfrm>
              <a:off x="174760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36"/>
            <p:cNvSpPr/>
            <p:nvPr/>
          </p:nvSpPr>
          <p:spPr>
            <a:xfrm>
              <a:off x="1867110"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36"/>
            <p:cNvSpPr/>
            <p:nvPr/>
          </p:nvSpPr>
          <p:spPr>
            <a:xfrm>
              <a:off x="198661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36"/>
            <p:cNvSpPr/>
            <p:nvPr/>
          </p:nvSpPr>
          <p:spPr>
            <a:xfrm>
              <a:off x="210612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36"/>
            <p:cNvSpPr/>
            <p:nvPr/>
          </p:nvSpPr>
          <p:spPr>
            <a:xfrm>
              <a:off x="222563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36"/>
            <p:cNvSpPr/>
            <p:nvPr/>
          </p:nvSpPr>
          <p:spPr>
            <a:xfrm>
              <a:off x="234514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36"/>
            <p:cNvSpPr/>
            <p:nvPr/>
          </p:nvSpPr>
          <p:spPr>
            <a:xfrm>
              <a:off x="246465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36"/>
            <p:cNvSpPr/>
            <p:nvPr/>
          </p:nvSpPr>
          <p:spPr>
            <a:xfrm>
              <a:off x="258415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36"/>
            <p:cNvSpPr/>
            <p:nvPr/>
          </p:nvSpPr>
          <p:spPr>
            <a:xfrm>
              <a:off x="270366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36"/>
            <p:cNvSpPr/>
            <p:nvPr/>
          </p:nvSpPr>
          <p:spPr>
            <a:xfrm>
              <a:off x="282317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36"/>
            <p:cNvSpPr/>
            <p:nvPr/>
          </p:nvSpPr>
          <p:spPr>
            <a:xfrm>
              <a:off x="294268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36"/>
            <p:cNvSpPr/>
            <p:nvPr/>
          </p:nvSpPr>
          <p:spPr>
            <a:xfrm>
              <a:off x="3062192"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36"/>
            <p:cNvSpPr/>
            <p:nvPr/>
          </p:nvSpPr>
          <p:spPr>
            <a:xfrm>
              <a:off x="31350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36"/>
            <p:cNvSpPr/>
            <p:nvPr/>
          </p:nvSpPr>
          <p:spPr>
            <a:xfrm>
              <a:off x="43301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36"/>
            <p:cNvSpPr/>
            <p:nvPr/>
          </p:nvSpPr>
          <p:spPr>
            <a:xfrm>
              <a:off x="55251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36"/>
            <p:cNvSpPr/>
            <p:nvPr/>
          </p:nvSpPr>
          <p:spPr>
            <a:xfrm>
              <a:off x="67202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36"/>
            <p:cNvSpPr/>
            <p:nvPr/>
          </p:nvSpPr>
          <p:spPr>
            <a:xfrm>
              <a:off x="79153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36"/>
            <p:cNvSpPr/>
            <p:nvPr/>
          </p:nvSpPr>
          <p:spPr>
            <a:xfrm>
              <a:off x="91104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36"/>
            <p:cNvSpPr/>
            <p:nvPr/>
          </p:nvSpPr>
          <p:spPr>
            <a:xfrm>
              <a:off x="1030552"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36"/>
            <p:cNvSpPr/>
            <p:nvPr/>
          </p:nvSpPr>
          <p:spPr>
            <a:xfrm>
              <a:off x="115006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36"/>
            <p:cNvSpPr/>
            <p:nvPr/>
          </p:nvSpPr>
          <p:spPr>
            <a:xfrm>
              <a:off x="126956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36"/>
            <p:cNvSpPr/>
            <p:nvPr/>
          </p:nvSpPr>
          <p:spPr>
            <a:xfrm>
              <a:off x="138907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36"/>
            <p:cNvSpPr/>
            <p:nvPr/>
          </p:nvSpPr>
          <p:spPr>
            <a:xfrm>
              <a:off x="1508585"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36"/>
            <p:cNvSpPr/>
            <p:nvPr/>
          </p:nvSpPr>
          <p:spPr>
            <a:xfrm>
              <a:off x="162809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36"/>
            <p:cNvSpPr/>
            <p:nvPr/>
          </p:nvSpPr>
          <p:spPr>
            <a:xfrm>
              <a:off x="174760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36"/>
            <p:cNvSpPr/>
            <p:nvPr/>
          </p:nvSpPr>
          <p:spPr>
            <a:xfrm>
              <a:off x="1867110"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36"/>
            <p:cNvSpPr/>
            <p:nvPr/>
          </p:nvSpPr>
          <p:spPr>
            <a:xfrm>
              <a:off x="198661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36"/>
            <p:cNvSpPr/>
            <p:nvPr/>
          </p:nvSpPr>
          <p:spPr>
            <a:xfrm>
              <a:off x="210612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36"/>
            <p:cNvSpPr/>
            <p:nvPr/>
          </p:nvSpPr>
          <p:spPr>
            <a:xfrm>
              <a:off x="222563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36"/>
            <p:cNvSpPr/>
            <p:nvPr/>
          </p:nvSpPr>
          <p:spPr>
            <a:xfrm>
              <a:off x="234514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36"/>
            <p:cNvSpPr/>
            <p:nvPr/>
          </p:nvSpPr>
          <p:spPr>
            <a:xfrm>
              <a:off x="246465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36"/>
            <p:cNvSpPr/>
            <p:nvPr/>
          </p:nvSpPr>
          <p:spPr>
            <a:xfrm>
              <a:off x="258415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36"/>
            <p:cNvSpPr/>
            <p:nvPr/>
          </p:nvSpPr>
          <p:spPr>
            <a:xfrm>
              <a:off x="270366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36"/>
            <p:cNvSpPr/>
            <p:nvPr/>
          </p:nvSpPr>
          <p:spPr>
            <a:xfrm>
              <a:off x="282317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36"/>
            <p:cNvSpPr/>
            <p:nvPr/>
          </p:nvSpPr>
          <p:spPr>
            <a:xfrm>
              <a:off x="294268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36"/>
            <p:cNvSpPr/>
            <p:nvPr/>
          </p:nvSpPr>
          <p:spPr>
            <a:xfrm>
              <a:off x="3062192"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36"/>
            <p:cNvSpPr/>
            <p:nvPr/>
          </p:nvSpPr>
          <p:spPr>
            <a:xfrm>
              <a:off x="31350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36"/>
            <p:cNvSpPr/>
            <p:nvPr/>
          </p:nvSpPr>
          <p:spPr>
            <a:xfrm>
              <a:off x="43301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36"/>
            <p:cNvSpPr/>
            <p:nvPr/>
          </p:nvSpPr>
          <p:spPr>
            <a:xfrm>
              <a:off x="55251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36"/>
            <p:cNvSpPr/>
            <p:nvPr/>
          </p:nvSpPr>
          <p:spPr>
            <a:xfrm>
              <a:off x="67202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36"/>
            <p:cNvSpPr/>
            <p:nvPr/>
          </p:nvSpPr>
          <p:spPr>
            <a:xfrm>
              <a:off x="79153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36"/>
            <p:cNvSpPr/>
            <p:nvPr/>
          </p:nvSpPr>
          <p:spPr>
            <a:xfrm>
              <a:off x="91104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36"/>
            <p:cNvSpPr/>
            <p:nvPr/>
          </p:nvSpPr>
          <p:spPr>
            <a:xfrm>
              <a:off x="1030552"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36"/>
            <p:cNvSpPr/>
            <p:nvPr/>
          </p:nvSpPr>
          <p:spPr>
            <a:xfrm>
              <a:off x="115006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36"/>
            <p:cNvSpPr/>
            <p:nvPr/>
          </p:nvSpPr>
          <p:spPr>
            <a:xfrm>
              <a:off x="126956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36"/>
            <p:cNvSpPr/>
            <p:nvPr/>
          </p:nvSpPr>
          <p:spPr>
            <a:xfrm>
              <a:off x="138907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36"/>
            <p:cNvSpPr/>
            <p:nvPr/>
          </p:nvSpPr>
          <p:spPr>
            <a:xfrm>
              <a:off x="1508585"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36"/>
            <p:cNvSpPr/>
            <p:nvPr/>
          </p:nvSpPr>
          <p:spPr>
            <a:xfrm>
              <a:off x="162809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36"/>
            <p:cNvSpPr/>
            <p:nvPr/>
          </p:nvSpPr>
          <p:spPr>
            <a:xfrm>
              <a:off x="174760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36"/>
            <p:cNvSpPr/>
            <p:nvPr/>
          </p:nvSpPr>
          <p:spPr>
            <a:xfrm>
              <a:off x="1867110"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36"/>
            <p:cNvSpPr/>
            <p:nvPr/>
          </p:nvSpPr>
          <p:spPr>
            <a:xfrm>
              <a:off x="198661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36"/>
            <p:cNvSpPr/>
            <p:nvPr/>
          </p:nvSpPr>
          <p:spPr>
            <a:xfrm>
              <a:off x="210612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36"/>
            <p:cNvSpPr/>
            <p:nvPr/>
          </p:nvSpPr>
          <p:spPr>
            <a:xfrm>
              <a:off x="222563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36"/>
            <p:cNvSpPr/>
            <p:nvPr/>
          </p:nvSpPr>
          <p:spPr>
            <a:xfrm>
              <a:off x="234514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36"/>
            <p:cNvSpPr/>
            <p:nvPr/>
          </p:nvSpPr>
          <p:spPr>
            <a:xfrm>
              <a:off x="246465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36"/>
            <p:cNvSpPr/>
            <p:nvPr/>
          </p:nvSpPr>
          <p:spPr>
            <a:xfrm>
              <a:off x="258415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36"/>
            <p:cNvSpPr/>
            <p:nvPr/>
          </p:nvSpPr>
          <p:spPr>
            <a:xfrm>
              <a:off x="270366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36"/>
            <p:cNvSpPr/>
            <p:nvPr/>
          </p:nvSpPr>
          <p:spPr>
            <a:xfrm>
              <a:off x="282317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36"/>
            <p:cNvSpPr/>
            <p:nvPr/>
          </p:nvSpPr>
          <p:spPr>
            <a:xfrm>
              <a:off x="294268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36"/>
            <p:cNvSpPr/>
            <p:nvPr/>
          </p:nvSpPr>
          <p:spPr>
            <a:xfrm>
              <a:off x="3062192"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36"/>
            <p:cNvSpPr/>
            <p:nvPr/>
          </p:nvSpPr>
          <p:spPr>
            <a:xfrm>
              <a:off x="31350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36"/>
            <p:cNvSpPr/>
            <p:nvPr/>
          </p:nvSpPr>
          <p:spPr>
            <a:xfrm>
              <a:off x="43301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36"/>
            <p:cNvSpPr/>
            <p:nvPr/>
          </p:nvSpPr>
          <p:spPr>
            <a:xfrm>
              <a:off x="55251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36"/>
            <p:cNvSpPr/>
            <p:nvPr/>
          </p:nvSpPr>
          <p:spPr>
            <a:xfrm>
              <a:off x="67202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36"/>
            <p:cNvSpPr/>
            <p:nvPr/>
          </p:nvSpPr>
          <p:spPr>
            <a:xfrm>
              <a:off x="79153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36"/>
            <p:cNvSpPr/>
            <p:nvPr/>
          </p:nvSpPr>
          <p:spPr>
            <a:xfrm>
              <a:off x="91104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36"/>
            <p:cNvSpPr/>
            <p:nvPr/>
          </p:nvSpPr>
          <p:spPr>
            <a:xfrm>
              <a:off x="1030552"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36"/>
            <p:cNvSpPr/>
            <p:nvPr/>
          </p:nvSpPr>
          <p:spPr>
            <a:xfrm>
              <a:off x="115006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36"/>
            <p:cNvSpPr/>
            <p:nvPr/>
          </p:nvSpPr>
          <p:spPr>
            <a:xfrm>
              <a:off x="126956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36"/>
            <p:cNvSpPr/>
            <p:nvPr/>
          </p:nvSpPr>
          <p:spPr>
            <a:xfrm>
              <a:off x="138907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36"/>
            <p:cNvSpPr/>
            <p:nvPr/>
          </p:nvSpPr>
          <p:spPr>
            <a:xfrm>
              <a:off x="1508585"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36"/>
            <p:cNvSpPr/>
            <p:nvPr/>
          </p:nvSpPr>
          <p:spPr>
            <a:xfrm>
              <a:off x="162809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36"/>
            <p:cNvSpPr/>
            <p:nvPr/>
          </p:nvSpPr>
          <p:spPr>
            <a:xfrm>
              <a:off x="174760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36"/>
            <p:cNvSpPr/>
            <p:nvPr/>
          </p:nvSpPr>
          <p:spPr>
            <a:xfrm>
              <a:off x="1867110"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36"/>
            <p:cNvSpPr/>
            <p:nvPr/>
          </p:nvSpPr>
          <p:spPr>
            <a:xfrm>
              <a:off x="198661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36"/>
            <p:cNvSpPr/>
            <p:nvPr/>
          </p:nvSpPr>
          <p:spPr>
            <a:xfrm>
              <a:off x="210612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36"/>
            <p:cNvSpPr/>
            <p:nvPr/>
          </p:nvSpPr>
          <p:spPr>
            <a:xfrm>
              <a:off x="222563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36"/>
            <p:cNvSpPr/>
            <p:nvPr/>
          </p:nvSpPr>
          <p:spPr>
            <a:xfrm>
              <a:off x="234514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36"/>
            <p:cNvSpPr/>
            <p:nvPr/>
          </p:nvSpPr>
          <p:spPr>
            <a:xfrm>
              <a:off x="246465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36"/>
            <p:cNvSpPr/>
            <p:nvPr/>
          </p:nvSpPr>
          <p:spPr>
            <a:xfrm>
              <a:off x="258415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36"/>
            <p:cNvSpPr/>
            <p:nvPr/>
          </p:nvSpPr>
          <p:spPr>
            <a:xfrm>
              <a:off x="270366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36"/>
            <p:cNvSpPr/>
            <p:nvPr/>
          </p:nvSpPr>
          <p:spPr>
            <a:xfrm>
              <a:off x="282317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36"/>
            <p:cNvSpPr/>
            <p:nvPr/>
          </p:nvSpPr>
          <p:spPr>
            <a:xfrm>
              <a:off x="294268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36"/>
            <p:cNvSpPr/>
            <p:nvPr/>
          </p:nvSpPr>
          <p:spPr>
            <a:xfrm>
              <a:off x="3062192"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36"/>
            <p:cNvSpPr/>
            <p:nvPr/>
          </p:nvSpPr>
          <p:spPr>
            <a:xfrm>
              <a:off x="31350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36"/>
            <p:cNvSpPr/>
            <p:nvPr/>
          </p:nvSpPr>
          <p:spPr>
            <a:xfrm>
              <a:off x="43301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36"/>
            <p:cNvSpPr/>
            <p:nvPr/>
          </p:nvSpPr>
          <p:spPr>
            <a:xfrm>
              <a:off x="55251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36"/>
            <p:cNvSpPr/>
            <p:nvPr/>
          </p:nvSpPr>
          <p:spPr>
            <a:xfrm>
              <a:off x="67202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36"/>
            <p:cNvSpPr/>
            <p:nvPr/>
          </p:nvSpPr>
          <p:spPr>
            <a:xfrm>
              <a:off x="79153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36"/>
            <p:cNvSpPr/>
            <p:nvPr/>
          </p:nvSpPr>
          <p:spPr>
            <a:xfrm>
              <a:off x="91104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36"/>
            <p:cNvSpPr/>
            <p:nvPr/>
          </p:nvSpPr>
          <p:spPr>
            <a:xfrm>
              <a:off x="1030552"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36"/>
            <p:cNvSpPr/>
            <p:nvPr/>
          </p:nvSpPr>
          <p:spPr>
            <a:xfrm>
              <a:off x="115006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36"/>
            <p:cNvSpPr/>
            <p:nvPr/>
          </p:nvSpPr>
          <p:spPr>
            <a:xfrm>
              <a:off x="126956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36"/>
            <p:cNvSpPr/>
            <p:nvPr/>
          </p:nvSpPr>
          <p:spPr>
            <a:xfrm>
              <a:off x="138907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36"/>
            <p:cNvSpPr/>
            <p:nvPr/>
          </p:nvSpPr>
          <p:spPr>
            <a:xfrm>
              <a:off x="1508585"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36"/>
            <p:cNvSpPr/>
            <p:nvPr/>
          </p:nvSpPr>
          <p:spPr>
            <a:xfrm>
              <a:off x="162809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36"/>
            <p:cNvSpPr/>
            <p:nvPr/>
          </p:nvSpPr>
          <p:spPr>
            <a:xfrm>
              <a:off x="174760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36"/>
            <p:cNvSpPr/>
            <p:nvPr/>
          </p:nvSpPr>
          <p:spPr>
            <a:xfrm>
              <a:off x="1867110"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36"/>
            <p:cNvSpPr/>
            <p:nvPr/>
          </p:nvSpPr>
          <p:spPr>
            <a:xfrm>
              <a:off x="198661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36"/>
            <p:cNvSpPr/>
            <p:nvPr/>
          </p:nvSpPr>
          <p:spPr>
            <a:xfrm>
              <a:off x="210612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36"/>
            <p:cNvSpPr/>
            <p:nvPr/>
          </p:nvSpPr>
          <p:spPr>
            <a:xfrm>
              <a:off x="222563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36"/>
            <p:cNvSpPr/>
            <p:nvPr/>
          </p:nvSpPr>
          <p:spPr>
            <a:xfrm>
              <a:off x="234514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36"/>
            <p:cNvSpPr/>
            <p:nvPr/>
          </p:nvSpPr>
          <p:spPr>
            <a:xfrm>
              <a:off x="246465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36"/>
            <p:cNvSpPr/>
            <p:nvPr/>
          </p:nvSpPr>
          <p:spPr>
            <a:xfrm>
              <a:off x="258415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36"/>
            <p:cNvSpPr/>
            <p:nvPr/>
          </p:nvSpPr>
          <p:spPr>
            <a:xfrm>
              <a:off x="270366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36"/>
            <p:cNvSpPr/>
            <p:nvPr/>
          </p:nvSpPr>
          <p:spPr>
            <a:xfrm>
              <a:off x="282317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36"/>
            <p:cNvSpPr/>
            <p:nvPr/>
          </p:nvSpPr>
          <p:spPr>
            <a:xfrm>
              <a:off x="294268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36"/>
            <p:cNvSpPr/>
            <p:nvPr/>
          </p:nvSpPr>
          <p:spPr>
            <a:xfrm>
              <a:off x="3062192"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36"/>
            <p:cNvSpPr/>
            <p:nvPr/>
          </p:nvSpPr>
          <p:spPr>
            <a:xfrm>
              <a:off x="31350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36"/>
            <p:cNvSpPr/>
            <p:nvPr/>
          </p:nvSpPr>
          <p:spPr>
            <a:xfrm>
              <a:off x="43301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36"/>
            <p:cNvSpPr/>
            <p:nvPr/>
          </p:nvSpPr>
          <p:spPr>
            <a:xfrm>
              <a:off x="55251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36"/>
            <p:cNvSpPr/>
            <p:nvPr/>
          </p:nvSpPr>
          <p:spPr>
            <a:xfrm>
              <a:off x="67202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36"/>
            <p:cNvSpPr/>
            <p:nvPr/>
          </p:nvSpPr>
          <p:spPr>
            <a:xfrm>
              <a:off x="79153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36"/>
            <p:cNvSpPr/>
            <p:nvPr/>
          </p:nvSpPr>
          <p:spPr>
            <a:xfrm>
              <a:off x="91104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36"/>
            <p:cNvSpPr/>
            <p:nvPr/>
          </p:nvSpPr>
          <p:spPr>
            <a:xfrm>
              <a:off x="1030552"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36"/>
            <p:cNvSpPr/>
            <p:nvPr/>
          </p:nvSpPr>
          <p:spPr>
            <a:xfrm>
              <a:off x="115006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36"/>
            <p:cNvSpPr/>
            <p:nvPr/>
          </p:nvSpPr>
          <p:spPr>
            <a:xfrm>
              <a:off x="126956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36"/>
            <p:cNvSpPr/>
            <p:nvPr/>
          </p:nvSpPr>
          <p:spPr>
            <a:xfrm>
              <a:off x="138907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36"/>
            <p:cNvSpPr/>
            <p:nvPr/>
          </p:nvSpPr>
          <p:spPr>
            <a:xfrm>
              <a:off x="1508585"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36"/>
            <p:cNvSpPr/>
            <p:nvPr/>
          </p:nvSpPr>
          <p:spPr>
            <a:xfrm>
              <a:off x="162809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36"/>
            <p:cNvSpPr/>
            <p:nvPr/>
          </p:nvSpPr>
          <p:spPr>
            <a:xfrm>
              <a:off x="174760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36"/>
            <p:cNvSpPr/>
            <p:nvPr/>
          </p:nvSpPr>
          <p:spPr>
            <a:xfrm>
              <a:off x="1867110"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36"/>
            <p:cNvSpPr/>
            <p:nvPr/>
          </p:nvSpPr>
          <p:spPr>
            <a:xfrm>
              <a:off x="198661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36"/>
            <p:cNvSpPr/>
            <p:nvPr/>
          </p:nvSpPr>
          <p:spPr>
            <a:xfrm>
              <a:off x="210612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36"/>
            <p:cNvSpPr/>
            <p:nvPr/>
          </p:nvSpPr>
          <p:spPr>
            <a:xfrm>
              <a:off x="222563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36"/>
            <p:cNvSpPr/>
            <p:nvPr/>
          </p:nvSpPr>
          <p:spPr>
            <a:xfrm>
              <a:off x="234514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36"/>
            <p:cNvSpPr/>
            <p:nvPr/>
          </p:nvSpPr>
          <p:spPr>
            <a:xfrm>
              <a:off x="246465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36"/>
            <p:cNvSpPr/>
            <p:nvPr/>
          </p:nvSpPr>
          <p:spPr>
            <a:xfrm>
              <a:off x="258415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36"/>
            <p:cNvSpPr/>
            <p:nvPr/>
          </p:nvSpPr>
          <p:spPr>
            <a:xfrm>
              <a:off x="270366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36"/>
            <p:cNvSpPr/>
            <p:nvPr/>
          </p:nvSpPr>
          <p:spPr>
            <a:xfrm>
              <a:off x="282317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36"/>
            <p:cNvSpPr/>
            <p:nvPr/>
          </p:nvSpPr>
          <p:spPr>
            <a:xfrm>
              <a:off x="294268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36"/>
            <p:cNvSpPr/>
            <p:nvPr/>
          </p:nvSpPr>
          <p:spPr>
            <a:xfrm>
              <a:off x="3062192"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36"/>
            <p:cNvSpPr/>
            <p:nvPr/>
          </p:nvSpPr>
          <p:spPr>
            <a:xfrm>
              <a:off x="31350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36"/>
            <p:cNvSpPr/>
            <p:nvPr/>
          </p:nvSpPr>
          <p:spPr>
            <a:xfrm>
              <a:off x="43301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36"/>
            <p:cNvSpPr/>
            <p:nvPr/>
          </p:nvSpPr>
          <p:spPr>
            <a:xfrm>
              <a:off x="55251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36"/>
            <p:cNvSpPr/>
            <p:nvPr/>
          </p:nvSpPr>
          <p:spPr>
            <a:xfrm>
              <a:off x="67202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36"/>
            <p:cNvSpPr/>
            <p:nvPr/>
          </p:nvSpPr>
          <p:spPr>
            <a:xfrm>
              <a:off x="79153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36"/>
            <p:cNvSpPr/>
            <p:nvPr/>
          </p:nvSpPr>
          <p:spPr>
            <a:xfrm>
              <a:off x="91104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36"/>
            <p:cNvSpPr/>
            <p:nvPr/>
          </p:nvSpPr>
          <p:spPr>
            <a:xfrm>
              <a:off x="1030552"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36"/>
            <p:cNvSpPr/>
            <p:nvPr/>
          </p:nvSpPr>
          <p:spPr>
            <a:xfrm>
              <a:off x="115006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36"/>
            <p:cNvSpPr/>
            <p:nvPr/>
          </p:nvSpPr>
          <p:spPr>
            <a:xfrm>
              <a:off x="126956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36"/>
            <p:cNvSpPr/>
            <p:nvPr/>
          </p:nvSpPr>
          <p:spPr>
            <a:xfrm>
              <a:off x="138907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36"/>
            <p:cNvSpPr/>
            <p:nvPr/>
          </p:nvSpPr>
          <p:spPr>
            <a:xfrm>
              <a:off x="1508585"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36"/>
            <p:cNvSpPr/>
            <p:nvPr/>
          </p:nvSpPr>
          <p:spPr>
            <a:xfrm>
              <a:off x="162809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36"/>
            <p:cNvSpPr/>
            <p:nvPr/>
          </p:nvSpPr>
          <p:spPr>
            <a:xfrm>
              <a:off x="174760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36"/>
            <p:cNvSpPr/>
            <p:nvPr/>
          </p:nvSpPr>
          <p:spPr>
            <a:xfrm>
              <a:off x="1867110"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36"/>
            <p:cNvSpPr/>
            <p:nvPr/>
          </p:nvSpPr>
          <p:spPr>
            <a:xfrm>
              <a:off x="198661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36"/>
            <p:cNvSpPr/>
            <p:nvPr/>
          </p:nvSpPr>
          <p:spPr>
            <a:xfrm>
              <a:off x="210612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36"/>
            <p:cNvSpPr/>
            <p:nvPr/>
          </p:nvSpPr>
          <p:spPr>
            <a:xfrm>
              <a:off x="222563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36"/>
            <p:cNvSpPr/>
            <p:nvPr/>
          </p:nvSpPr>
          <p:spPr>
            <a:xfrm>
              <a:off x="234514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36"/>
            <p:cNvSpPr/>
            <p:nvPr/>
          </p:nvSpPr>
          <p:spPr>
            <a:xfrm>
              <a:off x="246465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36"/>
            <p:cNvSpPr/>
            <p:nvPr/>
          </p:nvSpPr>
          <p:spPr>
            <a:xfrm>
              <a:off x="258415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36"/>
            <p:cNvSpPr/>
            <p:nvPr/>
          </p:nvSpPr>
          <p:spPr>
            <a:xfrm>
              <a:off x="270366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36"/>
            <p:cNvSpPr/>
            <p:nvPr/>
          </p:nvSpPr>
          <p:spPr>
            <a:xfrm>
              <a:off x="282317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36"/>
            <p:cNvSpPr/>
            <p:nvPr/>
          </p:nvSpPr>
          <p:spPr>
            <a:xfrm>
              <a:off x="294268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36"/>
            <p:cNvSpPr/>
            <p:nvPr/>
          </p:nvSpPr>
          <p:spPr>
            <a:xfrm>
              <a:off x="3062192"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36"/>
            <p:cNvSpPr/>
            <p:nvPr/>
          </p:nvSpPr>
          <p:spPr>
            <a:xfrm>
              <a:off x="31350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36"/>
            <p:cNvSpPr/>
            <p:nvPr/>
          </p:nvSpPr>
          <p:spPr>
            <a:xfrm>
              <a:off x="43301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36"/>
            <p:cNvSpPr/>
            <p:nvPr/>
          </p:nvSpPr>
          <p:spPr>
            <a:xfrm>
              <a:off x="55251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36"/>
            <p:cNvSpPr/>
            <p:nvPr/>
          </p:nvSpPr>
          <p:spPr>
            <a:xfrm>
              <a:off x="67202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36"/>
            <p:cNvSpPr/>
            <p:nvPr/>
          </p:nvSpPr>
          <p:spPr>
            <a:xfrm>
              <a:off x="79153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36"/>
            <p:cNvSpPr/>
            <p:nvPr/>
          </p:nvSpPr>
          <p:spPr>
            <a:xfrm>
              <a:off x="91104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36"/>
            <p:cNvSpPr/>
            <p:nvPr/>
          </p:nvSpPr>
          <p:spPr>
            <a:xfrm>
              <a:off x="1030552"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36"/>
            <p:cNvSpPr/>
            <p:nvPr/>
          </p:nvSpPr>
          <p:spPr>
            <a:xfrm>
              <a:off x="115006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36"/>
            <p:cNvSpPr/>
            <p:nvPr/>
          </p:nvSpPr>
          <p:spPr>
            <a:xfrm>
              <a:off x="126956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36"/>
            <p:cNvSpPr/>
            <p:nvPr/>
          </p:nvSpPr>
          <p:spPr>
            <a:xfrm>
              <a:off x="138907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36"/>
            <p:cNvSpPr/>
            <p:nvPr/>
          </p:nvSpPr>
          <p:spPr>
            <a:xfrm>
              <a:off x="1508585"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36"/>
            <p:cNvSpPr/>
            <p:nvPr/>
          </p:nvSpPr>
          <p:spPr>
            <a:xfrm>
              <a:off x="162809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36"/>
            <p:cNvSpPr/>
            <p:nvPr/>
          </p:nvSpPr>
          <p:spPr>
            <a:xfrm>
              <a:off x="174760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36"/>
            <p:cNvSpPr/>
            <p:nvPr/>
          </p:nvSpPr>
          <p:spPr>
            <a:xfrm>
              <a:off x="1867110"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36"/>
            <p:cNvSpPr/>
            <p:nvPr/>
          </p:nvSpPr>
          <p:spPr>
            <a:xfrm>
              <a:off x="198661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36"/>
            <p:cNvSpPr/>
            <p:nvPr/>
          </p:nvSpPr>
          <p:spPr>
            <a:xfrm>
              <a:off x="210612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36"/>
            <p:cNvSpPr/>
            <p:nvPr/>
          </p:nvSpPr>
          <p:spPr>
            <a:xfrm>
              <a:off x="222563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36"/>
            <p:cNvSpPr/>
            <p:nvPr/>
          </p:nvSpPr>
          <p:spPr>
            <a:xfrm>
              <a:off x="234514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36"/>
            <p:cNvSpPr/>
            <p:nvPr/>
          </p:nvSpPr>
          <p:spPr>
            <a:xfrm>
              <a:off x="246465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36"/>
            <p:cNvSpPr/>
            <p:nvPr/>
          </p:nvSpPr>
          <p:spPr>
            <a:xfrm>
              <a:off x="258415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36"/>
            <p:cNvSpPr/>
            <p:nvPr/>
          </p:nvSpPr>
          <p:spPr>
            <a:xfrm>
              <a:off x="270366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36"/>
            <p:cNvSpPr/>
            <p:nvPr/>
          </p:nvSpPr>
          <p:spPr>
            <a:xfrm>
              <a:off x="282317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36"/>
            <p:cNvSpPr/>
            <p:nvPr/>
          </p:nvSpPr>
          <p:spPr>
            <a:xfrm>
              <a:off x="294268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36"/>
            <p:cNvSpPr/>
            <p:nvPr/>
          </p:nvSpPr>
          <p:spPr>
            <a:xfrm>
              <a:off x="3062192"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36"/>
            <p:cNvSpPr/>
            <p:nvPr/>
          </p:nvSpPr>
          <p:spPr>
            <a:xfrm>
              <a:off x="31350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36"/>
            <p:cNvSpPr/>
            <p:nvPr/>
          </p:nvSpPr>
          <p:spPr>
            <a:xfrm>
              <a:off x="43301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36"/>
            <p:cNvSpPr/>
            <p:nvPr/>
          </p:nvSpPr>
          <p:spPr>
            <a:xfrm>
              <a:off x="55251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36"/>
            <p:cNvSpPr/>
            <p:nvPr/>
          </p:nvSpPr>
          <p:spPr>
            <a:xfrm>
              <a:off x="67202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36"/>
            <p:cNvSpPr/>
            <p:nvPr/>
          </p:nvSpPr>
          <p:spPr>
            <a:xfrm>
              <a:off x="79153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36"/>
            <p:cNvSpPr/>
            <p:nvPr/>
          </p:nvSpPr>
          <p:spPr>
            <a:xfrm>
              <a:off x="91104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36"/>
            <p:cNvSpPr/>
            <p:nvPr/>
          </p:nvSpPr>
          <p:spPr>
            <a:xfrm>
              <a:off x="1030552"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36"/>
            <p:cNvSpPr/>
            <p:nvPr/>
          </p:nvSpPr>
          <p:spPr>
            <a:xfrm>
              <a:off x="115006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36"/>
            <p:cNvSpPr/>
            <p:nvPr/>
          </p:nvSpPr>
          <p:spPr>
            <a:xfrm>
              <a:off x="126956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36"/>
            <p:cNvSpPr/>
            <p:nvPr/>
          </p:nvSpPr>
          <p:spPr>
            <a:xfrm>
              <a:off x="138907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36"/>
            <p:cNvSpPr/>
            <p:nvPr/>
          </p:nvSpPr>
          <p:spPr>
            <a:xfrm>
              <a:off x="1508585"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36"/>
            <p:cNvSpPr/>
            <p:nvPr/>
          </p:nvSpPr>
          <p:spPr>
            <a:xfrm>
              <a:off x="162809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36"/>
            <p:cNvSpPr/>
            <p:nvPr/>
          </p:nvSpPr>
          <p:spPr>
            <a:xfrm>
              <a:off x="174760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36"/>
            <p:cNvSpPr/>
            <p:nvPr/>
          </p:nvSpPr>
          <p:spPr>
            <a:xfrm>
              <a:off x="1867110"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36"/>
            <p:cNvSpPr/>
            <p:nvPr/>
          </p:nvSpPr>
          <p:spPr>
            <a:xfrm>
              <a:off x="198661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36"/>
            <p:cNvSpPr/>
            <p:nvPr/>
          </p:nvSpPr>
          <p:spPr>
            <a:xfrm>
              <a:off x="210612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36"/>
            <p:cNvSpPr/>
            <p:nvPr/>
          </p:nvSpPr>
          <p:spPr>
            <a:xfrm>
              <a:off x="222563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36"/>
            <p:cNvSpPr/>
            <p:nvPr/>
          </p:nvSpPr>
          <p:spPr>
            <a:xfrm>
              <a:off x="234514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36"/>
            <p:cNvSpPr/>
            <p:nvPr/>
          </p:nvSpPr>
          <p:spPr>
            <a:xfrm>
              <a:off x="246465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36"/>
            <p:cNvSpPr/>
            <p:nvPr/>
          </p:nvSpPr>
          <p:spPr>
            <a:xfrm>
              <a:off x="258415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36"/>
            <p:cNvSpPr/>
            <p:nvPr/>
          </p:nvSpPr>
          <p:spPr>
            <a:xfrm>
              <a:off x="270366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36"/>
            <p:cNvSpPr/>
            <p:nvPr/>
          </p:nvSpPr>
          <p:spPr>
            <a:xfrm>
              <a:off x="282317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36"/>
            <p:cNvSpPr/>
            <p:nvPr/>
          </p:nvSpPr>
          <p:spPr>
            <a:xfrm>
              <a:off x="294268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36"/>
            <p:cNvSpPr/>
            <p:nvPr/>
          </p:nvSpPr>
          <p:spPr>
            <a:xfrm>
              <a:off x="3062192"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36"/>
            <p:cNvSpPr/>
            <p:nvPr/>
          </p:nvSpPr>
          <p:spPr>
            <a:xfrm>
              <a:off x="31350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36"/>
            <p:cNvSpPr/>
            <p:nvPr/>
          </p:nvSpPr>
          <p:spPr>
            <a:xfrm>
              <a:off x="43301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36"/>
            <p:cNvSpPr/>
            <p:nvPr/>
          </p:nvSpPr>
          <p:spPr>
            <a:xfrm>
              <a:off x="55251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36"/>
            <p:cNvSpPr/>
            <p:nvPr/>
          </p:nvSpPr>
          <p:spPr>
            <a:xfrm>
              <a:off x="67202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36"/>
            <p:cNvSpPr/>
            <p:nvPr/>
          </p:nvSpPr>
          <p:spPr>
            <a:xfrm>
              <a:off x="79153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36"/>
            <p:cNvSpPr/>
            <p:nvPr/>
          </p:nvSpPr>
          <p:spPr>
            <a:xfrm>
              <a:off x="91104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36"/>
            <p:cNvSpPr/>
            <p:nvPr/>
          </p:nvSpPr>
          <p:spPr>
            <a:xfrm>
              <a:off x="1030552"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36"/>
            <p:cNvSpPr/>
            <p:nvPr/>
          </p:nvSpPr>
          <p:spPr>
            <a:xfrm>
              <a:off x="115006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36"/>
            <p:cNvSpPr/>
            <p:nvPr/>
          </p:nvSpPr>
          <p:spPr>
            <a:xfrm>
              <a:off x="126956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36"/>
            <p:cNvSpPr/>
            <p:nvPr/>
          </p:nvSpPr>
          <p:spPr>
            <a:xfrm>
              <a:off x="138907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36"/>
            <p:cNvSpPr/>
            <p:nvPr/>
          </p:nvSpPr>
          <p:spPr>
            <a:xfrm>
              <a:off x="1508585"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36"/>
            <p:cNvSpPr/>
            <p:nvPr/>
          </p:nvSpPr>
          <p:spPr>
            <a:xfrm>
              <a:off x="162809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36"/>
            <p:cNvSpPr/>
            <p:nvPr/>
          </p:nvSpPr>
          <p:spPr>
            <a:xfrm>
              <a:off x="174760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36"/>
            <p:cNvSpPr/>
            <p:nvPr/>
          </p:nvSpPr>
          <p:spPr>
            <a:xfrm>
              <a:off x="1867110"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36"/>
            <p:cNvSpPr/>
            <p:nvPr/>
          </p:nvSpPr>
          <p:spPr>
            <a:xfrm>
              <a:off x="198661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36"/>
            <p:cNvSpPr/>
            <p:nvPr/>
          </p:nvSpPr>
          <p:spPr>
            <a:xfrm>
              <a:off x="210612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36"/>
            <p:cNvSpPr/>
            <p:nvPr/>
          </p:nvSpPr>
          <p:spPr>
            <a:xfrm>
              <a:off x="222563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36"/>
            <p:cNvSpPr/>
            <p:nvPr/>
          </p:nvSpPr>
          <p:spPr>
            <a:xfrm>
              <a:off x="234514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36"/>
            <p:cNvSpPr/>
            <p:nvPr/>
          </p:nvSpPr>
          <p:spPr>
            <a:xfrm>
              <a:off x="246465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36"/>
            <p:cNvSpPr/>
            <p:nvPr/>
          </p:nvSpPr>
          <p:spPr>
            <a:xfrm>
              <a:off x="258415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36"/>
            <p:cNvSpPr/>
            <p:nvPr/>
          </p:nvSpPr>
          <p:spPr>
            <a:xfrm>
              <a:off x="270366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36"/>
            <p:cNvSpPr/>
            <p:nvPr/>
          </p:nvSpPr>
          <p:spPr>
            <a:xfrm>
              <a:off x="282317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36"/>
            <p:cNvSpPr/>
            <p:nvPr/>
          </p:nvSpPr>
          <p:spPr>
            <a:xfrm>
              <a:off x="294268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36"/>
            <p:cNvSpPr/>
            <p:nvPr/>
          </p:nvSpPr>
          <p:spPr>
            <a:xfrm>
              <a:off x="3062192"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36"/>
            <p:cNvSpPr/>
            <p:nvPr/>
          </p:nvSpPr>
          <p:spPr>
            <a:xfrm>
              <a:off x="31350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36"/>
            <p:cNvSpPr/>
            <p:nvPr/>
          </p:nvSpPr>
          <p:spPr>
            <a:xfrm>
              <a:off x="43301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36"/>
            <p:cNvSpPr/>
            <p:nvPr/>
          </p:nvSpPr>
          <p:spPr>
            <a:xfrm>
              <a:off x="55251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36"/>
            <p:cNvSpPr/>
            <p:nvPr/>
          </p:nvSpPr>
          <p:spPr>
            <a:xfrm>
              <a:off x="67202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36"/>
            <p:cNvSpPr/>
            <p:nvPr/>
          </p:nvSpPr>
          <p:spPr>
            <a:xfrm>
              <a:off x="79153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36"/>
            <p:cNvSpPr/>
            <p:nvPr/>
          </p:nvSpPr>
          <p:spPr>
            <a:xfrm>
              <a:off x="91104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36"/>
            <p:cNvSpPr/>
            <p:nvPr/>
          </p:nvSpPr>
          <p:spPr>
            <a:xfrm>
              <a:off x="1030552"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36"/>
            <p:cNvSpPr/>
            <p:nvPr/>
          </p:nvSpPr>
          <p:spPr>
            <a:xfrm>
              <a:off x="115006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36"/>
            <p:cNvSpPr/>
            <p:nvPr/>
          </p:nvSpPr>
          <p:spPr>
            <a:xfrm>
              <a:off x="126956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36"/>
            <p:cNvSpPr/>
            <p:nvPr/>
          </p:nvSpPr>
          <p:spPr>
            <a:xfrm>
              <a:off x="138907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36"/>
            <p:cNvSpPr/>
            <p:nvPr/>
          </p:nvSpPr>
          <p:spPr>
            <a:xfrm>
              <a:off x="1508585"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36"/>
            <p:cNvSpPr/>
            <p:nvPr/>
          </p:nvSpPr>
          <p:spPr>
            <a:xfrm>
              <a:off x="162809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36"/>
            <p:cNvSpPr/>
            <p:nvPr/>
          </p:nvSpPr>
          <p:spPr>
            <a:xfrm>
              <a:off x="174760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36"/>
            <p:cNvSpPr/>
            <p:nvPr/>
          </p:nvSpPr>
          <p:spPr>
            <a:xfrm>
              <a:off x="1867110"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36"/>
            <p:cNvSpPr/>
            <p:nvPr/>
          </p:nvSpPr>
          <p:spPr>
            <a:xfrm>
              <a:off x="198661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36"/>
            <p:cNvSpPr/>
            <p:nvPr/>
          </p:nvSpPr>
          <p:spPr>
            <a:xfrm>
              <a:off x="210612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36"/>
            <p:cNvSpPr/>
            <p:nvPr/>
          </p:nvSpPr>
          <p:spPr>
            <a:xfrm>
              <a:off x="222563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36"/>
            <p:cNvSpPr/>
            <p:nvPr/>
          </p:nvSpPr>
          <p:spPr>
            <a:xfrm>
              <a:off x="234514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36"/>
            <p:cNvSpPr/>
            <p:nvPr/>
          </p:nvSpPr>
          <p:spPr>
            <a:xfrm>
              <a:off x="246465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36"/>
            <p:cNvSpPr/>
            <p:nvPr/>
          </p:nvSpPr>
          <p:spPr>
            <a:xfrm>
              <a:off x="258415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36"/>
            <p:cNvSpPr/>
            <p:nvPr/>
          </p:nvSpPr>
          <p:spPr>
            <a:xfrm>
              <a:off x="270366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36"/>
            <p:cNvSpPr/>
            <p:nvPr/>
          </p:nvSpPr>
          <p:spPr>
            <a:xfrm>
              <a:off x="282317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36"/>
            <p:cNvSpPr/>
            <p:nvPr/>
          </p:nvSpPr>
          <p:spPr>
            <a:xfrm>
              <a:off x="294268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36"/>
            <p:cNvSpPr/>
            <p:nvPr/>
          </p:nvSpPr>
          <p:spPr>
            <a:xfrm>
              <a:off x="3062192"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36"/>
            <p:cNvSpPr/>
            <p:nvPr/>
          </p:nvSpPr>
          <p:spPr>
            <a:xfrm>
              <a:off x="31350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36"/>
            <p:cNvSpPr/>
            <p:nvPr/>
          </p:nvSpPr>
          <p:spPr>
            <a:xfrm>
              <a:off x="43301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36"/>
            <p:cNvSpPr/>
            <p:nvPr/>
          </p:nvSpPr>
          <p:spPr>
            <a:xfrm>
              <a:off x="55251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36"/>
            <p:cNvSpPr/>
            <p:nvPr/>
          </p:nvSpPr>
          <p:spPr>
            <a:xfrm>
              <a:off x="67202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36"/>
            <p:cNvSpPr/>
            <p:nvPr/>
          </p:nvSpPr>
          <p:spPr>
            <a:xfrm>
              <a:off x="79153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36"/>
            <p:cNvSpPr/>
            <p:nvPr/>
          </p:nvSpPr>
          <p:spPr>
            <a:xfrm>
              <a:off x="91104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36"/>
            <p:cNvSpPr/>
            <p:nvPr/>
          </p:nvSpPr>
          <p:spPr>
            <a:xfrm>
              <a:off x="1030552"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36"/>
            <p:cNvSpPr/>
            <p:nvPr/>
          </p:nvSpPr>
          <p:spPr>
            <a:xfrm>
              <a:off x="115006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36"/>
            <p:cNvSpPr/>
            <p:nvPr/>
          </p:nvSpPr>
          <p:spPr>
            <a:xfrm>
              <a:off x="126956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36"/>
            <p:cNvSpPr/>
            <p:nvPr/>
          </p:nvSpPr>
          <p:spPr>
            <a:xfrm>
              <a:off x="138907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36"/>
            <p:cNvSpPr/>
            <p:nvPr/>
          </p:nvSpPr>
          <p:spPr>
            <a:xfrm>
              <a:off x="1508585"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36"/>
            <p:cNvSpPr/>
            <p:nvPr/>
          </p:nvSpPr>
          <p:spPr>
            <a:xfrm>
              <a:off x="162809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36"/>
            <p:cNvSpPr/>
            <p:nvPr/>
          </p:nvSpPr>
          <p:spPr>
            <a:xfrm>
              <a:off x="174760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36"/>
            <p:cNvSpPr/>
            <p:nvPr/>
          </p:nvSpPr>
          <p:spPr>
            <a:xfrm>
              <a:off x="1867110"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36"/>
            <p:cNvSpPr/>
            <p:nvPr/>
          </p:nvSpPr>
          <p:spPr>
            <a:xfrm>
              <a:off x="198661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36"/>
            <p:cNvSpPr/>
            <p:nvPr/>
          </p:nvSpPr>
          <p:spPr>
            <a:xfrm>
              <a:off x="210612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36"/>
            <p:cNvSpPr/>
            <p:nvPr/>
          </p:nvSpPr>
          <p:spPr>
            <a:xfrm>
              <a:off x="222563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36"/>
            <p:cNvSpPr/>
            <p:nvPr/>
          </p:nvSpPr>
          <p:spPr>
            <a:xfrm>
              <a:off x="234514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36"/>
            <p:cNvSpPr/>
            <p:nvPr/>
          </p:nvSpPr>
          <p:spPr>
            <a:xfrm>
              <a:off x="246465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36"/>
            <p:cNvSpPr/>
            <p:nvPr/>
          </p:nvSpPr>
          <p:spPr>
            <a:xfrm>
              <a:off x="258415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36"/>
            <p:cNvSpPr/>
            <p:nvPr/>
          </p:nvSpPr>
          <p:spPr>
            <a:xfrm>
              <a:off x="270366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36"/>
            <p:cNvSpPr/>
            <p:nvPr/>
          </p:nvSpPr>
          <p:spPr>
            <a:xfrm>
              <a:off x="282317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36"/>
            <p:cNvSpPr/>
            <p:nvPr/>
          </p:nvSpPr>
          <p:spPr>
            <a:xfrm>
              <a:off x="294268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36"/>
            <p:cNvSpPr/>
            <p:nvPr/>
          </p:nvSpPr>
          <p:spPr>
            <a:xfrm>
              <a:off x="3062192"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36"/>
            <p:cNvSpPr/>
            <p:nvPr/>
          </p:nvSpPr>
          <p:spPr>
            <a:xfrm>
              <a:off x="31350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36"/>
            <p:cNvSpPr/>
            <p:nvPr/>
          </p:nvSpPr>
          <p:spPr>
            <a:xfrm>
              <a:off x="43301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36"/>
            <p:cNvSpPr/>
            <p:nvPr/>
          </p:nvSpPr>
          <p:spPr>
            <a:xfrm>
              <a:off x="55251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36"/>
            <p:cNvSpPr/>
            <p:nvPr/>
          </p:nvSpPr>
          <p:spPr>
            <a:xfrm>
              <a:off x="67202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36"/>
            <p:cNvSpPr/>
            <p:nvPr/>
          </p:nvSpPr>
          <p:spPr>
            <a:xfrm>
              <a:off x="79153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36"/>
            <p:cNvSpPr/>
            <p:nvPr/>
          </p:nvSpPr>
          <p:spPr>
            <a:xfrm>
              <a:off x="91104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36"/>
            <p:cNvSpPr/>
            <p:nvPr/>
          </p:nvSpPr>
          <p:spPr>
            <a:xfrm>
              <a:off x="1030552"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36"/>
            <p:cNvSpPr/>
            <p:nvPr/>
          </p:nvSpPr>
          <p:spPr>
            <a:xfrm>
              <a:off x="115006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36"/>
            <p:cNvSpPr/>
            <p:nvPr/>
          </p:nvSpPr>
          <p:spPr>
            <a:xfrm>
              <a:off x="126956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36"/>
            <p:cNvSpPr/>
            <p:nvPr/>
          </p:nvSpPr>
          <p:spPr>
            <a:xfrm>
              <a:off x="138907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36"/>
            <p:cNvSpPr/>
            <p:nvPr/>
          </p:nvSpPr>
          <p:spPr>
            <a:xfrm>
              <a:off x="1508585"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36"/>
            <p:cNvSpPr/>
            <p:nvPr/>
          </p:nvSpPr>
          <p:spPr>
            <a:xfrm>
              <a:off x="162809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36"/>
            <p:cNvSpPr/>
            <p:nvPr/>
          </p:nvSpPr>
          <p:spPr>
            <a:xfrm>
              <a:off x="174760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36"/>
            <p:cNvSpPr/>
            <p:nvPr/>
          </p:nvSpPr>
          <p:spPr>
            <a:xfrm>
              <a:off x="1867110"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36"/>
            <p:cNvSpPr/>
            <p:nvPr/>
          </p:nvSpPr>
          <p:spPr>
            <a:xfrm>
              <a:off x="198661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36"/>
            <p:cNvSpPr/>
            <p:nvPr/>
          </p:nvSpPr>
          <p:spPr>
            <a:xfrm>
              <a:off x="210612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36"/>
            <p:cNvSpPr/>
            <p:nvPr/>
          </p:nvSpPr>
          <p:spPr>
            <a:xfrm>
              <a:off x="222563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36"/>
            <p:cNvSpPr/>
            <p:nvPr/>
          </p:nvSpPr>
          <p:spPr>
            <a:xfrm>
              <a:off x="234514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36"/>
            <p:cNvSpPr/>
            <p:nvPr/>
          </p:nvSpPr>
          <p:spPr>
            <a:xfrm>
              <a:off x="246465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36"/>
            <p:cNvSpPr/>
            <p:nvPr/>
          </p:nvSpPr>
          <p:spPr>
            <a:xfrm>
              <a:off x="258415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36"/>
            <p:cNvSpPr/>
            <p:nvPr/>
          </p:nvSpPr>
          <p:spPr>
            <a:xfrm>
              <a:off x="270366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36"/>
            <p:cNvSpPr/>
            <p:nvPr/>
          </p:nvSpPr>
          <p:spPr>
            <a:xfrm>
              <a:off x="282317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36"/>
            <p:cNvSpPr/>
            <p:nvPr/>
          </p:nvSpPr>
          <p:spPr>
            <a:xfrm>
              <a:off x="294268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36"/>
            <p:cNvSpPr/>
            <p:nvPr/>
          </p:nvSpPr>
          <p:spPr>
            <a:xfrm>
              <a:off x="3062192"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36"/>
            <p:cNvSpPr/>
            <p:nvPr/>
          </p:nvSpPr>
          <p:spPr>
            <a:xfrm>
              <a:off x="31350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36"/>
            <p:cNvSpPr/>
            <p:nvPr/>
          </p:nvSpPr>
          <p:spPr>
            <a:xfrm>
              <a:off x="43301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36"/>
            <p:cNvSpPr/>
            <p:nvPr/>
          </p:nvSpPr>
          <p:spPr>
            <a:xfrm>
              <a:off x="55251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36"/>
            <p:cNvSpPr/>
            <p:nvPr/>
          </p:nvSpPr>
          <p:spPr>
            <a:xfrm>
              <a:off x="67202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36"/>
            <p:cNvSpPr/>
            <p:nvPr/>
          </p:nvSpPr>
          <p:spPr>
            <a:xfrm>
              <a:off x="79153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36"/>
            <p:cNvSpPr/>
            <p:nvPr/>
          </p:nvSpPr>
          <p:spPr>
            <a:xfrm>
              <a:off x="91104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36"/>
            <p:cNvSpPr/>
            <p:nvPr/>
          </p:nvSpPr>
          <p:spPr>
            <a:xfrm>
              <a:off x="1030552"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36"/>
            <p:cNvSpPr/>
            <p:nvPr/>
          </p:nvSpPr>
          <p:spPr>
            <a:xfrm>
              <a:off x="115006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36"/>
            <p:cNvSpPr/>
            <p:nvPr/>
          </p:nvSpPr>
          <p:spPr>
            <a:xfrm>
              <a:off x="126956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36"/>
            <p:cNvSpPr/>
            <p:nvPr/>
          </p:nvSpPr>
          <p:spPr>
            <a:xfrm>
              <a:off x="138907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36"/>
            <p:cNvSpPr/>
            <p:nvPr/>
          </p:nvSpPr>
          <p:spPr>
            <a:xfrm>
              <a:off x="1508585"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36"/>
            <p:cNvSpPr/>
            <p:nvPr/>
          </p:nvSpPr>
          <p:spPr>
            <a:xfrm>
              <a:off x="162809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36"/>
            <p:cNvSpPr/>
            <p:nvPr/>
          </p:nvSpPr>
          <p:spPr>
            <a:xfrm>
              <a:off x="174760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36"/>
            <p:cNvSpPr/>
            <p:nvPr/>
          </p:nvSpPr>
          <p:spPr>
            <a:xfrm>
              <a:off x="1867110"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36"/>
            <p:cNvSpPr/>
            <p:nvPr/>
          </p:nvSpPr>
          <p:spPr>
            <a:xfrm>
              <a:off x="198661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36"/>
            <p:cNvSpPr/>
            <p:nvPr/>
          </p:nvSpPr>
          <p:spPr>
            <a:xfrm>
              <a:off x="210612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36"/>
            <p:cNvSpPr/>
            <p:nvPr/>
          </p:nvSpPr>
          <p:spPr>
            <a:xfrm>
              <a:off x="222563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36"/>
            <p:cNvSpPr/>
            <p:nvPr/>
          </p:nvSpPr>
          <p:spPr>
            <a:xfrm>
              <a:off x="234514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36"/>
            <p:cNvSpPr/>
            <p:nvPr/>
          </p:nvSpPr>
          <p:spPr>
            <a:xfrm>
              <a:off x="246465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36"/>
            <p:cNvSpPr/>
            <p:nvPr/>
          </p:nvSpPr>
          <p:spPr>
            <a:xfrm>
              <a:off x="258415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36"/>
            <p:cNvSpPr/>
            <p:nvPr/>
          </p:nvSpPr>
          <p:spPr>
            <a:xfrm>
              <a:off x="270366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36"/>
            <p:cNvSpPr/>
            <p:nvPr/>
          </p:nvSpPr>
          <p:spPr>
            <a:xfrm>
              <a:off x="282317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36"/>
            <p:cNvSpPr/>
            <p:nvPr/>
          </p:nvSpPr>
          <p:spPr>
            <a:xfrm>
              <a:off x="294268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36"/>
            <p:cNvSpPr/>
            <p:nvPr/>
          </p:nvSpPr>
          <p:spPr>
            <a:xfrm>
              <a:off x="3062192"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36"/>
            <p:cNvSpPr/>
            <p:nvPr/>
          </p:nvSpPr>
          <p:spPr>
            <a:xfrm>
              <a:off x="31350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36"/>
            <p:cNvSpPr/>
            <p:nvPr/>
          </p:nvSpPr>
          <p:spPr>
            <a:xfrm>
              <a:off x="43301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36"/>
            <p:cNvSpPr/>
            <p:nvPr/>
          </p:nvSpPr>
          <p:spPr>
            <a:xfrm>
              <a:off x="55251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36"/>
            <p:cNvSpPr/>
            <p:nvPr/>
          </p:nvSpPr>
          <p:spPr>
            <a:xfrm>
              <a:off x="67202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36"/>
            <p:cNvSpPr/>
            <p:nvPr/>
          </p:nvSpPr>
          <p:spPr>
            <a:xfrm>
              <a:off x="79153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36"/>
            <p:cNvSpPr/>
            <p:nvPr/>
          </p:nvSpPr>
          <p:spPr>
            <a:xfrm>
              <a:off x="91104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36"/>
            <p:cNvSpPr/>
            <p:nvPr/>
          </p:nvSpPr>
          <p:spPr>
            <a:xfrm>
              <a:off x="1030552"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36"/>
            <p:cNvSpPr/>
            <p:nvPr/>
          </p:nvSpPr>
          <p:spPr>
            <a:xfrm>
              <a:off x="115006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36"/>
            <p:cNvSpPr/>
            <p:nvPr/>
          </p:nvSpPr>
          <p:spPr>
            <a:xfrm>
              <a:off x="126956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36"/>
            <p:cNvSpPr/>
            <p:nvPr/>
          </p:nvSpPr>
          <p:spPr>
            <a:xfrm>
              <a:off x="138907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36"/>
            <p:cNvSpPr/>
            <p:nvPr/>
          </p:nvSpPr>
          <p:spPr>
            <a:xfrm>
              <a:off x="1508585"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36"/>
            <p:cNvSpPr/>
            <p:nvPr/>
          </p:nvSpPr>
          <p:spPr>
            <a:xfrm>
              <a:off x="162809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36"/>
            <p:cNvSpPr/>
            <p:nvPr/>
          </p:nvSpPr>
          <p:spPr>
            <a:xfrm>
              <a:off x="174760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36"/>
            <p:cNvSpPr/>
            <p:nvPr/>
          </p:nvSpPr>
          <p:spPr>
            <a:xfrm>
              <a:off x="1867110"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36"/>
            <p:cNvSpPr/>
            <p:nvPr/>
          </p:nvSpPr>
          <p:spPr>
            <a:xfrm>
              <a:off x="198661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36"/>
            <p:cNvSpPr/>
            <p:nvPr/>
          </p:nvSpPr>
          <p:spPr>
            <a:xfrm>
              <a:off x="210612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36"/>
            <p:cNvSpPr/>
            <p:nvPr/>
          </p:nvSpPr>
          <p:spPr>
            <a:xfrm>
              <a:off x="222563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36"/>
            <p:cNvSpPr/>
            <p:nvPr/>
          </p:nvSpPr>
          <p:spPr>
            <a:xfrm>
              <a:off x="234514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36"/>
            <p:cNvSpPr/>
            <p:nvPr/>
          </p:nvSpPr>
          <p:spPr>
            <a:xfrm>
              <a:off x="246465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36"/>
            <p:cNvSpPr/>
            <p:nvPr/>
          </p:nvSpPr>
          <p:spPr>
            <a:xfrm>
              <a:off x="258415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36"/>
            <p:cNvSpPr/>
            <p:nvPr/>
          </p:nvSpPr>
          <p:spPr>
            <a:xfrm>
              <a:off x="270366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36"/>
            <p:cNvSpPr/>
            <p:nvPr/>
          </p:nvSpPr>
          <p:spPr>
            <a:xfrm>
              <a:off x="282317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36"/>
            <p:cNvSpPr/>
            <p:nvPr/>
          </p:nvSpPr>
          <p:spPr>
            <a:xfrm>
              <a:off x="294268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36"/>
            <p:cNvSpPr/>
            <p:nvPr/>
          </p:nvSpPr>
          <p:spPr>
            <a:xfrm>
              <a:off x="3062192"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36"/>
            <p:cNvSpPr/>
            <p:nvPr/>
          </p:nvSpPr>
          <p:spPr>
            <a:xfrm>
              <a:off x="31350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36"/>
            <p:cNvSpPr/>
            <p:nvPr/>
          </p:nvSpPr>
          <p:spPr>
            <a:xfrm>
              <a:off x="43301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36"/>
            <p:cNvSpPr/>
            <p:nvPr/>
          </p:nvSpPr>
          <p:spPr>
            <a:xfrm>
              <a:off x="55251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36"/>
            <p:cNvSpPr/>
            <p:nvPr/>
          </p:nvSpPr>
          <p:spPr>
            <a:xfrm>
              <a:off x="67202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36"/>
            <p:cNvSpPr/>
            <p:nvPr/>
          </p:nvSpPr>
          <p:spPr>
            <a:xfrm>
              <a:off x="79153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36"/>
            <p:cNvSpPr/>
            <p:nvPr/>
          </p:nvSpPr>
          <p:spPr>
            <a:xfrm>
              <a:off x="91104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36"/>
            <p:cNvSpPr/>
            <p:nvPr/>
          </p:nvSpPr>
          <p:spPr>
            <a:xfrm>
              <a:off x="1030552"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36"/>
            <p:cNvSpPr/>
            <p:nvPr/>
          </p:nvSpPr>
          <p:spPr>
            <a:xfrm>
              <a:off x="115006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36"/>
            <p:cNvSpPr/>
            <p:nvPr/>
          </p:nvSpPr>
          <p:spPr>
            <a:xfrm>
              <a:off x="126956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36"/>
            <p:cNvSpPr/>
            <p:nvPr/>
          </p:nvSpPr>
          <p:spPr>
            <a:xfrm>
              <a:off x="138907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36"/>
            <p:cNvSpPr/>
            <p:nvPr/>
          </p:nvSpPr>
          <p:spPr>
            <a:xfrm>
              <a:off x="1508585"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36"/>
            <p:cNvSpPr/>
            <p:nvPr/>
          </p:nvSpPr>
          <p:spPr>
            <a:xfrm>
              <a:off x="162809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36"/>
            <p:cNvSpPr/>
            <p:nvPr/>
          </p:nvSpPr>
          <p:spPr>
            <a:xfrm>
              <a:off x="174760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36"/>
            <p:cNvSpPr/>
            <p:nvPr/>
          </p:nvSpPr>
          <p:spPr>
            <a:xfrm>
              <a:off x="1867110"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36"/>
            <p:cNvSpPr/>
            <p:nvPr/>
          </p:nvSpPr>
          <p:spPr>
            <a:xfrm>
              <a:off x="198661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36"/>
            <p:cNvSpPr/>
            <p:nvPr/>
          </p:nvSpPr>
          <p:spPr>
            <a:xfrm>
              <a:off x="210612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36"/>
            <p:cNvSpPr/>
            <p:nvPr/>
          </p:nvSpPr>
          <p:spPr>
            <a:xfrm>
              <a:off x="222563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36"/>
            <p:cNvSpPr/>
            <p:nvPr/>
          </p:nvSpPr>
          <p:spPr>
            <a:xfrm>
              <a:off x="234514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36"/>
            <p:cNvSpPr/>
            <p:nvPr/>
          </p:nvSpPr>
          <p:spPr>
            <a:xfrm>
              <a:off x="246465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36"/>
            <p:cNvSpPr/>
            <p:nvPr/>
          </p:nvSpPr>
          <p:spPr>
            <a:xfrm>
              <a:off x="258415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36"/>
            <p:cNvSpPr/>
            <p:nvPr/>
          </p:nvSpPr>
          <p:spPr>
            <a:xfrm>
              <a:off x="270366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36"/>
            <p:cNvSpPr/>
            <p:nvPr/>
          </p:nvSpPr>
          <p:spPr>
            <a:xfrm>
              <a:off x="282317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36"/>
            <p:cNvSpPr/>
            <p:nvPr/>
          </p:nvSpPr>
          <p:spPr>
            <a:xfrm>
              <a:off x="294268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36"/>
            <p:cNvSpPr/>
            <p:nvPr/>
          </p:nvSpPr>
          <p:spPr>
            <a:xfrm>
              <a:off x="3062192"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36"/>
            <p:cNvSpPr/>
            <p:nvPr/>
          </p:nvSpPr>
          <p:spPr>
            <a:xfrm>
              <a:off x="31350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36"/>
            <p:cNvSpPr/>
            <p:nvPr/>
          </p:nvSpPr>
          <p:spPr>
            <a:xfrm>
              <a:off x="43301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36"/>
            <p:cNvSpPr/>
            <p:nvPr/>
          </p:nvSpPr>
          <p:spPr>
            <a:xfrm>
              <a:off x="55251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36"/>
            <p:cNvSpPr/>
            <p:nvPr/>
          </p:nvSpPr>
          <p:spPr>
            <a:xfrm>
              <a:off x="67202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36"/>
            <p:cNvSpPr/>
            <p:nvPr/>
          </p:nvSpPr>
          <p:spPr>
            <a:xfrm>
              <a:off x="79153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36"/>
            <p:cNvSpPr/>
            <p:nvPr/>
          </p:nvSpPr>
          <p:spPr>
            <a:xfrm>
              <a:off x="91104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36"/>
            <p:cNvSpPr/>
            <p:nvPr/>
          </p:nvSpPr>
          <p:spPr>
            <a:xfrm>
              <a:off x="1030552"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36"/>
            <p:cNvSpPr/>
            <p:nvPr/>
          </p:nvSpPr>
          <p:spPr>
            <a:xfrm>
              <a:off x="115006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36"/>
            <p:cNvSpPr/>
            <p:nvPr/>
          </p:nvSpPr>
          <p:spPr>
            <a:xfrm>
              <a:off x="126956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36"/>
            <p:cNvSpPr/>
            <p:nvPr/>
          </p:nvSpPr>
          <p:spPr>
            <a:xfrm>
              <a:off x="138907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36"/>
            <p:cNvSpPr/>
            <p:nvPr/>
          </p:nvSpPr>
          <p:spPr>
            <a:xfrm>
              <a:off x="1508585"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36"/>
            <p:cNvSpPr/>
            <p:nvPr/>
          </p:nvSpPr>
          <p:spPr>
            <a:xfrm>
              <a:off x="162809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36"/>
            <p:cNvSpPr/>
            <p:nvPr/>
          </p:nvSpPr>
          <p:spPr>
            <a:xfrm>
              <a:off x="174760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36"/>
            <p:cNvSpPr/>
            <p:nvPr/>
          </p:nvSpPr>
          <p:spPr>
            <a:xfrm>
              <a:off x="1867110"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36"/>
            <p:cNvSpPr/>
            <p:nvPr/>
          </p:nvSpPr>
          <p:spPr>
            <a:xfrm>
              <a:off x="198661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36"/>
            <p:cNvSpPr/>
            <p:nvPr/>
          </p:nvSpPr>
          <p:spPr>
            <a:xfrm>
              <a:off x="210612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36"/>
            <p:cNvSpPr/>
            <p:nvPr/>
          </p:nvSpPr>
          <p:spPr>
            <a:xfrm>
              <a:off x="222563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36"/>
            <p:cNvSpPr/>
            <p:nvPr/>
          </p:nvSpPr>
          <p:spPr>
            <a:xfrm>
              <a:off x="234514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36"/>
            <p:cNvSpPr/>
            <p:nvPr/>
          </p:nvSpPr>
          <p:spPr>
            <a:xfrm>
              <a:off x="246465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36"/>
            <p:cNvSpPr/>
            <p:nvPr/>
          </p:nvSpPr>
          <p:spPr>
            <a:xfrm>
              <a:off x="258415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36"/>
            <p:cNvSpPr/>
            <p:nvPr/>
          </p:nvSpPr>
          <p:spPr>
            <a:xfrm>
              <a:off x="270366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36"/>
            <p:cNvSpPr/>
            <p:nvPr/>
          </p:nvSpPr>
          <p:spPr>
            <a:xfrm>
              <a:off x="282317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36"/>
            <p:cNvSpPr/>
            <p:nvPr/>
          </p:nvSpPr>
          <p:spPr>
            <a:xfrm>
              <a:off x="294268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36"/>
            <p:cNvSpPr/>
            <p:nvPr/>
          </p:nvSpPr>
          <p:spPr>
            <a:xfrm>
              <a:off x="3062192"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36"/>
            <p:cNvSpPr/>
            <p:nvPr/>
          </p:nvSpPr>
          <p:spPr>
            <a:xfrm>
              <a:off x="31350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36"/>
            <p:cNvSpPr/>
            <p:nvPr/>
          </p:nvSpPr>
          <p:spPr>
            <a:xfrm>
              <a:off x="43301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36"/>
            <p:cNvSpPr/>
            <p:nvPr/>
          </p:nvSpPr>
          <p:spPr>
            <a:xfrm>
              <a:off x="55251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36"/>
            <p:cNvSpPr/>
            <p:nvPr/>
          </p:nvSpPr>
          <p:spPr>
            <a:xfrm>
              <a:off x="67202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36"/>
            <p:cNvSpPr/>
            <p:nvPr/>
          </p:nvSpPr>
          <p:spPr>
            <a:xfrm>
              <a:off x="79153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36"/>
            <p:cNvSpPr/>
            <p:nvPr/>
          </p:nvSpPr>
          <p:spPr>
            <a:xfrm>
              <a:off x="91104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36"/>
            <p:cNvSpPr/>
            <p:nvPr/>
          </p:nvSpPr>
          <p:spPr>
            <a:xfrm>
              <a:off x="1030552"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36"/>
            <p:cNvSpPr/>
            <p:nvPr/>
          </p:nvSpPr>
          <p:spPr>
            <a:xfrm>
              <a:off x="115006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36"/>
            <p:cNvSpPr/>
            <p:nvPr/>
          </p:nvSpPr>
          <p:spPr>
            <a:xfrm>
              <a:off x="126956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36"/>
            <p:cNvSpPr/>
            <p:nvPr/>
          </p:nvSpPr>
          <p:spPr>
            <a:xfrm>
              <a:off x="138907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36"/>
            <p:cNvSpPr/>
            <p:nvPr/>
          </p:nvSpPr>
          <p:spPr>
            <a:xfrm>
              <a:off x="1508585"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36"/>
            <p:cNvSpPr/>
            <p:nvPr/>
          </p:nvSpPr>
          <p:spPr>
            <a:xfrm>
              <a:off x="162809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36"/>
            <p:cNvSpPr/>
            <p:nvPr/>
          </p:nvSpPr>
          <p:spPr>
            <a:xfrm>
              <a:off x="174760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36"/>
            <p:cNvSpPr/>
            <p:nvPr/>
          </p:nvSpPr>
          <p:spPr>
            <a:xfrm>
              <a:off x="1867110"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36"/>
            <p:cNvSpPr/>
            <p:nvPr/>
          </p:nvSpPr>
          <p:spPr>
            <a:xfrm>
              <a:off x="198661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36"/>
            <p:cNvSpPr/>
            <p:nvPr/>
          </p:nvSpPr>
          <p:spPr>
            <a:xfrm>
              <a:off x="210612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36"/>
            <p:cNvSpPr/>
            <p:nvPr/>
          </p:nvSpPr>
          <p:spPr>
            <a:xfrm>
              <a:off x="222563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36"/>
            <p:cNvSpPr/>
            <p:nvPr/>
          </p:nvSpPr>
          <p:spPr>
            <a:xfrm>
              <a:off x="234514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36"/>
            <p:cNvSpPr/>
            <p:nvPr/>
          </p:nvSpPr>
          <p:spPr>
            <a:xfrm>
              <a:off x="246465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36"/>
            <p:cNvSpPr/>
            <p:nvPr/>
          </p:nvSpPr>
          <p:spPr>
            <a:xfrm>
              <a:off x="258415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36"/>
            <p:cNvSpPr/>
            <p:nvPr/>
          </p:nvSpPr>
          <p:spPr>
            <a:xfrm>
              <a:off x="270366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36"/>
            <p:cNvSpPr/>
            <p:nvPr/>
          </p:nvSpPr>
          <p:spPr>
            <a:xfrm>
              <a:off x="282317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36"/>
            <p:cNvSpPr/>
            <p:nvPr/>
          </p:nvSpPr>
          <p:spPr>
            <a:xfrm>
              <a:off x="294268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36"/>
            <p:cNvSpPr/>
            <p:nvPr/>
          </p:nvSpPr>
          <p:spPr>
            <a:xfrm>
              <a:off x="3062192"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36"/>
            <p:cNvSpPr/>
            <p:nvPr/>
          </p:nvSpPr>
          <p:spPr>
            <a:xfrm>
              <a:off x="31350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36"/>
            <p:cNvSpPr/>
            <p:nvPr/>
          </p:nvSpPr>
          <p:spPr>
            <a:xfrm>
              <a:off x="43301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36"/>
            <p:cNvSpPr/>
            <p:nvPr/>
          </p:nvSpPr>
          <p:spPr>
            <a:xfrm>
              <a:off x="55251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36"/>
            <p:cNvSpPr/>
            <p:nvPr/>
          </p:nvSpPr>
          <p:spPr>
            <a:xfrm>
              <a:off x="67202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36"/>
            <p:cNvSpPr/>
            <p:nvPr/>
          </p:nvSpPr>
          <p:spPr>
            <a:xfrm>
              <a:off x="79153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36"/>
            <p:cNvSpPr/>
            <p:nvPr/>
          </p:nvSpPr>
          <p:spPr>
            <a:xfrm>
              <a:off x="91104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36"/>
            <p:cNvSpPr/>
            <p:nvPr/>
          </p:nvSpPr>
          <p:spPr>
            <a:xfrm>
              <a:off x="1030552"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36"/>
            <p:cNvSpPr/>
            <p:nvPr/>
          </p:nvSpPr>
          <p:spPr>
            <a:xfrm>
              <a:off x="115006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36"/>
            <p:cNvSpPr/>
            <p:nvPr/>
          </p:nvSpPr>
          <p:spPr>
            <a:xfrm>
              <a:off x="126956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36"/>
            <p:cNvSpPr/>
            <p:nvPr/>
          </p:nvSpPr>
          <p:spPr>
            <a:xfrm>
              <a:off x="138907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36"/>
            <p:cNvSpPr/>
            <p:nvPr/>
          </p:nvSpPr>
          <p:spPr>
            <a:xfrm>
              <a:off x="1508585"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36"/>
            <p:cNvSpPr/>
            <p:nvPr/>
          </p:nvSpPr>
          <p:spPr>
            <a:xfrm>
              <a:off x="162809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36"/>
            <p:cNvSpPr/>
            <p:nvPr/>
          </p:nvSpPr>
          <p:spPr>
            <a:xfrm>
              <a:off x="174760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36"/>
            <p:cNvSpPr/>
            <p:nvPr/>
          </p:nvSpPr>
          <p:spPr>
            <a:xfrm>
              <a:off x="1867110"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36"/>
            <p:cNvSpPr/>
            <p:nvPr/>
          </p:nvSpPr>
          <p:spPr>
            <a:xfrm>
              <a:off x="198661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36"/>
            <p:cNvSpPr/>
            <p:nvPr/>
          </p:nvSpPr>
          <p:spPr>
            <a:xfrm>
              <a:off x="210612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36"/>
            <p:cNvSpPr/>
            <p:nvPr/>
          </p:nvSpPr>
          <p:spPr>
            <a:xfrm>
              <a:off x="222563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36"/>
            <p:cNvSpPr/>
            <p:nvPr/>
          </p:nvSpPr>
          <p:spPr>
            <a:xfrm>
              <a:off x="234514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36"/>
            <p:cNvSpPr/>
            <p:nvPr/>
          </p:nvSpPr>
          <p:spPr>
            <a:xfrm>
              <a:off x="246465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36"/>
            <p:cNvSpPr/>
            <p:nvPr/>
          </p:nvSpPr>
          <p:spPr>
            <a:xfrm>
              <a:off x="258415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36"/>
            <p:cNvSpPr/>
            <p:nvPr/>
          </p:nvSpPr>
          <p:spPr>
            <a:xfrm>
              <a:off x="270366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36"/>
            <p:cNvSpPr/>
            <p:nvPr/>
          </p:nvSpPr>
          <p:spPr>
            <a:xfrm>
              <a:off x="282317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36"/>
            <p:cNvSpPr/>
            <p:nvPr/>
          </p:nvSpPr>
          <p:spPr>
            <a:xfrm>
              <a:off x="294268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36"/>
            <p:cNvSpPr/>
            <p:nvPr/>
          </p:nvSpPr>
          <p:spPr>
            <a:xfrm>
              <a:off x="3062192"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36"/>
            <p:cNvSpPr/>
            <p:nvPr/>
          </p:nvSpPr>
          <p:spPr>
            <a:xfrm>
              <a:off x="31350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36"/>
            <p:cNvSpPr/>
            <p:nvPr/>
          </p:nvSpPr>
          <p:spPr>
            <a:xfrm>
              <a:off x="43301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36"/>
            <p:cNvSpPr/>
            <p:nvPr/>
          </p:nvSpPr>
          <p:spPr>
            <a:xfrm>
              <a:off x="55251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36"/>
            <p:cNvSpPr/>
            <p:nvPr/>
          </p:nvSpPr>
          <p:spPr>
            <a:xfrm>
              <a:off x="67202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36"/>
            <p:cNvSpPr/>
            <p:nvPr/>
          </p:nvSpPr>
          <p:spPr>
            <a:xfrm>
              <a:off x="79153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36"/>
            <p:cNvSpPr/>
            <p:nvPr/>
          </p:nvSpPr>
          <p:spPr>
            <a:xfrm>
              <a:off x="91104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36"/>
            <p:cNvSpPr/>
            <p:nvPr/>
          </p:nvSpPr>
          <p:spPr>
            <a:xfrm>
              <a:off x="1030552"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36"/>
            <p:cNvSpPr/>
            <p:nvPr/>
          </p:nvSpPr>
          <p:spPr>
            <a:xfrm>
              <a:off x="115006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36"/>
            <p:cNvSpPr/>
            <p:nvPr/>
          </p:nvSpPr>
          <p:spPr>
            <a:xfrm>
              <a:off x="126956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36"/>
            <p:cNvSpPr/>
            <p:nvPr/>
          </p:nvSpPr>
          <p:spPr>
            <a:xfrm>
              <a:off x="138907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36"/>
            <p:cNvSpPr/>
            <p:nvPr/>
          </p:nvSpPr>
          <p:spPr>
            <a:xfrm>
              <a:off x="1508585"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36"/>
            <p:cNvSpPr/>
            <p:nvPr/>
          </p:nvSpPr>
          <p:spPr>
            <a:xfrm>
              <a:off x="162809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36"/>
            <p:cNvSpPr/>
            <p:nvPr/>
          </p:nvSpPr>
          <p:spPr>
            <a:xfrm>
              <a:off x="174760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36"/>
            <p:cNvSpPr/>
            <p:nvPr/>
          </p:nvSpPr>
          <p:spPr>
            <a:xfrm>
              <a:off x="1867110"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36"/>
            <p:cNvSpPr/>
            <p:nvPr/>
          </p:nvSpPr>
          <p:spPr>
            <a:xfrm>
              <a:off x="198661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36"/>
            <p:cNvSpPr/>
            <p:nvPr/>
          </p:nvSpPr>
          <p:spPr>
            <a:xfrm>
              <a:off x="210612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36"/>
            <p:cNvSpPr/>
            <p:nvPr/>
          </p:nvSpPr>
          <p:spPr>
            <a:xfrm>
              <a:off x="222563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36"/>
            <p:cNvSpPr/>
            <p:nvPr/>
          </p:nvSpPr>
          <p:spPr>
            <a:xfrm>
              <a:off x="234514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36"/>
            <p:cNvSpPr/>
            <p:nvPr/>
          </p:nvSpPr>
          <p:spPr>
            <a:xfrm>
              <a:off x="246465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36"/>
            <p:cNvSpPr/>
            <p:nvPr/>
          </p:nvSpPr>
          <p:spPr>
            <a:xfrm>
              <a:off x="258415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36"/>
            <p:cNvSpPr/>
            <p:nvPr/>
          </p:nvSpPr>
          <p:spPr>
            <a:xfrm>
              <a:off x="270366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36"/>
            <p:cNvSpPr/>
            <p:nvPr/>
          </p:nvSpPr>
          <p:spPr>
            <a:xfrm>
              <a:off x="282317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36"/>
            <p:cNvSpPr/>
            <p:nvPr/>
          </p:nvSpPr>
          <p:spPr>
            <a:xfrm>
              <a:off x="294268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36"/>
            <p:cNvSpPr/>
            <p:nvPr/>
          </p:nvSpPr>
          <p:spPr>
            <a:xfrm>
              <a:off x="3062192"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36"/>
            <p:cNvSpPr/>
            <p:nvPr/>
          </p:nvSpPr>
          <p:spPr>
            <a:xfrm>
              <a:off x="31350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36"/>
            <p:cNvSpPr/>
            <p:nvPr/>
          </p:nvSpPr>
          <p:spPr>
            <a:xfrm>
              <a:off x="43301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36"/>
            <p:cNvSpPr/>
            <p:nvPr/>
          </p:nvSpPr>
          <p:spPr>
            <a:xfrm>
              <a:off x="55251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36"/>
            <p:cNvSpPr/>
            <p:nvPr/>
          </p:nvSpPr>
          <p:spPr>
            <a:xfrm>
              <a:off x="67202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36"/>
            <p:cNvSpPr/>
            <p:nvPr/>
          </p:nvSpPr>
          <p:spPr>
            <a:xfrm>
              <a:off x="79153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36"/>
            <p:cNvSpPr/>
            <p:nvPr/>
          </p:nvSpPr>
          <p:spPr>
            <a:xfrm>
              <a:off x="91104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36"/>
            <p:cNvSpPr/>
            <p:nvPr/>
          </p:nvSpPr>
          <p:spPr>
            <a:xfrm>
              <a:off x="1030552"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36"/>
            <p:cNvSpPr/>
            <p:nvPr/>
          </p:nvSpPr>
          <p:spPr>
            <a:xfrm>
              <a:off x="115006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36"/>
            <p:cNvSpPr/>
            <p:nvPr/>
          </p:nvSpPr>
          <p:spPr>
            <a:xfrm>
              <a:off x="126956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36"/>
            <p:cNvSpPr/>
            <p:nvPr/>
          </p:nvSpPr>
          <p:spPr>
            <a:xfrm>
              <a:off x="138907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36"/>
            <p:cNvSpPr/>
            <p:nvPr/>
          </p:nvSpPr>
          <p:spPr>
            <a:xfrm>
              <a:off x="1508585"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36"/>
            <p:cNvSpPr/>
            <p:nvPr/>
          </p:nvSpPr>
          <p:spPr>
            <a:xfrm>
              <a:off x="162809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36"/>
            <p:cNvSpPr/>
            <p:nvPr/>
          </p:nvSpPr>
          <p:spPr>
            <a:xfrm>
              <a:off x="174760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36"/>
            <p:cNvSpPr/>
            <p:nvPr/>
          </p:nvSpPr>
          <p:spPr>
            <a:xfrm>
              <a:off x="1867110"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36"/>
            <p:cNvSpPr/>
            <p:nvPr/>
          </p:nvSpPr>
          <p:spPr>
            <a:xfrm>
              <a:off x="198661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36"/>
            <p:cNvSpPr/>
            <p:nvPr/>
          </p:nvSpPr>
          <p:spPr>
            <a:xfrm>
              <a:off x="210612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36"/>
            <p:cNvSpPr/>
            <p:nvPr/>
          </p:nvSpPr>
          <p:spPr>
            <a:xfrm>
              <a:off x="222563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36"/>
            <p:cNvSpPr/>
            <p:nvPr/>
          </p:nvSpPr>
          <p:spPr>
            <a:xfrm>
              <a:off x="234514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36"/>
            <p:cNvSpPr/>
            <p:nvPr/>
          </p:nvSpPr>
          <p:spPr>
            <a:xfrm>
              <a:off x="246465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36"/>
            <p:cNvSpPr/>
            <p:nvPr/>
          </p:nvSpPr>
          <p:spPr>
            <a:xfrm>
              <a:off x="258415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36"/>
            <p:cNvSpPr/>
            <p:nvPr/>
          </p:nvSpPr>
          <p:spPr>
            <a:xfrm>
              <a:off x="270366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36"/>
            <p:cNvSpPr/>
            <p:nvPr/>
          </p:nvSpPr>
          <p:spPr>
            <a:xfrm>
              <a:off x="282317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36"/>
            <p:cNvSpPr/>
            <p:nvPr/>
          </p:nvSpPr>
          <p:spPr>
            <a:xfrm>
              <a:off x="294268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36"/>
            <p:cNvSpPr/>
            <p:nvPr/>
          </p:nvSpPr>
          <p:spPr>
            <a:xfrm>
              <a:off x="3062192"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36"/>
            <p:cNvSpPr/>
            <p:nvPr/>
          </p:nvSpPr>
          <p:spPr>
            <a:xfrm>
              <a:off x="31350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36"/>
            <p:cNvSpPr/>
            <p:nvPr/>
          </p:nvSpPr>
          <p:spPr>
            <a:xfrm>
              <a:off x="43301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36"/>
            <p:cNvSpPr/>
            <p:nvPr/>
          </p:nvSpPr>
          <p:spPr>
            <a:xfrm>
              <a:off x="55251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36"/>
            <p:cNvSpPr/>
            <p:nvPr/>
          </p:nvSpPr>
          <p:spPr>
            <a:xfrm>
              <a:off x="67202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36"/>
            <p:cNvSpPr/>
            <p:nvPr/>
          </p:nvSpPr>
          <p:spPr>
            <a:xfrm>
              <a:off x="79153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36"/>
            <p:cNvSpPr/>
            <p:nvPr/>
          </p:nvSpPr>
          <p:spPr>
            <a:xfrm>
              <a:off x="91104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36"/>
            <p:cNvSpPr/>
            <p:nvPr/>
          </p:nvSpPr>
          <p:spPr>
            <a:xfrm>
              <a:off x="1030552"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36"/>
            <p:cNvSpPr/>
            <p:nvPr/>
          </p:nvSpPr>
          <p:spPr>
            <a:xfrm>
              <a:off x="115006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36"/>
            <p:cNvSpPr/>
            <p:nvPr/>
          </p:nvSpPr>
          <p:spPr>
            <a:xfrm>
              <a:off x="126956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36"/>
            <p:cNvSpPr/>
            <p:nvPr/>
          </p:nvSpPr>
          <p:spPr>
            <a:xfrm>
              <a:off x="138907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36"/>
            <p:cNvSpPr/>
            <p:nvPr/>
          </p:nvSpPr>
          <p:spPr>
            <a:xfrm>
              <a:off x="1508585"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36"/>
            <p:cNvSpPr/>
            <p:nvPr/>
          </p:nvSpPr>
          <p:spPr>
            <a:xfrm>
              <a:off x="162809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36"/>
            <p:cNvSpPr/>
            <p:nvPr/>
          </p:nvSpPr>
          <p:spPr>
            <a:xfrm>
              <a:off x="174760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36"/>
            <p:cNvSpPr/>
            <p:nvPr/>
          </p:nvSpPr>
          <p:spPr>
            <a:xfrm>
              <a:off x="1867110"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36"/>
            <p:cNvSpPr/>
            <p:nvPr/>
          </p:nvSpPr>
          <p:spPr>
            <a:xfrm>
              <a:off x="198661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36"/>
            <p:cNvSpPr/>
            <p:nvPr/>
          </p:nvSpPr>
          <p:spPr>
            <a:xfrm>
              <a:off x="210612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36"/>
            <p:cNvSpPr/>
            <p:nvPr/>
          </p:nvSpPr>
          <p:spPr>
            <a:xfrm>
              <a:off x="222563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36"/>
            <p:cNvSpPr/>
            <p:nvPr/>
          </p:nvSpPr>
          <p:spPr>
            <a:xfrm>
              <a:off x="234514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36"/>
            <p:cNvSpPr/>
            <p:nvPr/>
          </p:nvSpPr>
          <p:spPr>
            <a:xfrm>
              <a:off x="246465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36"/>
            <p:cNvSpPr/>
            <p:nvPr/>
          </p:nvSpPr>
          <p:spPr>
            <a:xfrm>
              <a:off x="258415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36"/>
            <p:cNvSpPr/>
            <p:nvPr/>
          </p:nvSpPr>
          <p:spPr>
            <a:xfrm>
              <a:off x="270366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36"/>
            <p:cNvSpPr/>
            <p:nvPr/>
          </p:nvSpPr>
          <p:spPr>
            <a:xfrm>
              <a:off x="282317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36"/>
            <p:cNvSpPr/>
            <p:nvPr/>
          </p:nvSpPr>
          <p:spPr>
            <a:xfrm>
              <a:off x="294268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36"/>
            <p:cNvSpPr/>
            <p:nvPr/>
          </p:nvSpPr>
          <p:spPr>
            <a:xfrm>
              <a:off x="3062192"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36"/>
            <p:cNvSpPr/>
            <p:nvPr/>
          </p:nvSpPr>
          <p:spPr>
            <a:xfrm>
              <a:off x="31350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36"/>
            <p:cNvSpPr/>
            <p:nvPr/>
          </p:nvSpPr>
          <p:spPr>
            <a:xfrm>
              <a:off x="43301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36"/>
            <p:cNvSpPr/>
            <p:nvPr/>
          </p:nvSpPr>
          <p:spPr>
            <a:xfrm>
              <a:off x="55251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36"/>
            <p:cNvSpPr/>
            <p:nvPr/>
          </p:nvSpPr>
          <p:spPr>
            <a:xfrm>
              <a:off x="67202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36"/>
            <p:cNvSpPr/>
            <p:nvPr/>
          </p:nvSpPr>
          <p:spPr>
            <a:xfrm>
              <a:off x="79153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36"/>
            <p:cNvSpPr/>
            <p:nvPr/>
          </p:nvSpPr>
          <p:spPr>
            <a:xfrm>
              <a:off x="91104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36"/>
            <p:cNvSpPr/>
            <p:nvPr/>
          </p:nvSpPr>
          <p:spPr>
            <a:xfrm>
              <a:off x="1030552"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36"/>
            <p:cNvSpPr/>
            <p:nvPr/>
          </p:nvSpPr>
          <p:spPr>
            <a:xfrm>
              <a:off x="115006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36"/>
            <p:cNvSpPr/>
            <p:nvPr/>
          </p:nvSpPr>
          <p:spPr>
            <a:xfrm>
              <a:off x="126956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36"/>
            <p:cNvSpPr/>
            <p:nvPr/>
          </p:nvSpPr>
          <p:spPr>
            <a:xfrm>
              <a:off x="138907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36"/>
            <p:cNvSpPr/>
            <p:nvPr/>
          </p:nvSpPr>
          <p:spPr>
            <a:xfrm>
              <a:off x="1508585"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36"/>
            <p:cNvSpPr/>
            <p:nvPr/>
          </p:nvSpPr>
          <p:spPr>
            <a:xfrm>
              <a:off x="162809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36"/>
            <p:cNvSpPr/>
            <p:nvPr/>
          </p:nvSpPr>
          <p:spPr>
            <a:xfrm>
              <a:off x="174760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36"/>
            <p:cNvSpPr/>
            <p:nvPr/>
          </p:nvSpPr>
          <p:spPr>
            <a:xfrm>
              <a:off x="1867110"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36"/>
            <p:cNvSpPr/>
            <p:nvPr/>
          </p:nvSpPr>
          <p:spPr>
            <a:xfrm>
              <a:off x="198661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36"/>
            <p:cNvSpPr/>
            <p:nvPr/>
          </p:nvSpPr>
          <p:spPr>
            <a:xfrm>
              <a:off x="210612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36"/>
            <p:cNvSpPr/>
            <p:nvPr/>
          </p:nvSpPr>
          <p:spPr>
            <a:xfrm>
              <a:off x="222563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36"/>
            <p:cNvSpPr/>
            <p:nvPr/>
          </p:nvSpPr>
          <p:spPr>
            <a:xfrm>
              <a:off x="234514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36"/>
            <p:cNvSpPr/>
            <p:nvPr/>
          </p:nvSpPr>
          <p:spPr>
            <a:xfrm>
              <a:off x="246465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36"/>
            <p:cNvSpPr/>
            <p:nvPr/>
          </p:nvSpPr>
          <p:spPr>
            <a:xfrm>
              <a:off x="258415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36"/>
            <p:cNvSpPr/>
            <p:nvPr/>
          </p:nvSpPr>
          <p:spPr>
            <a:xfrm>
              <a:off x="270366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36"/>
            <p:cNvSpPr/>
            <p:nvPr/>
          </p:nvSpPr>
          <p:spPr>
            <a:xfrm>
              <a:off x="282317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36"/>
            <p:cNvSpPr/>
            <p:nvPr/>
          </p:nvSpPr>
          <p:spPr>
            <a:xfrm>
              <a:off x="294268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36"/>
            <p:cNvSpPr/>
            <p:nvPr/>
          </p:nvSpPr>
          <p:spPr>
            <a:xfrm>
              <a:off x="3062192"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36"/>
            <p:cNvSpPr/>
            <p:nvPr/>
          </p:nvSpPr>
          <p:spPr>
            <a:xfrm>
              <a:off x="31350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36"/>
            <p:cNvSpPr/>
            <p:nvPr/>
          </p:nvSpPr>
          <p:spPr>
            <a:xfrm>
              <a:off x="43301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36"/>
            <p:cNvSpPr/>
            <p:nvPr/>
          </p:nvSpPr>
          <p:spPr>
            <a:xfrm>
              <a:off x="55251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36"/>
            <p:cNvSpPr/>
            <p:nvPr/>
          </p:nvSpPr>
          <p:spPr>
            <a:xfrm>
              <a:off x="67202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36"/>
            <p:cNvSpPr/>
            <p:nvPr/>
          </p:nvSpPr>
          <p:spPr>
            <a:xfrm>
              <a:off x="79153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36"/>
            <p:cNvSpPr/>
            <p:nvPr/>
          </p:nvSpPr>
          <p:spPr>
            <a:xfrm>
              <a:off x="91104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36"/>
            <p:cNvSpPr/>
            <p:nvPr/>
          </p:nvSpPr>
          <p:spPr>
            <a:xfrm>
              <a:off x="1030552"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36"/>
            <p:cNvSpPr/>
            <p:nvPr/>
          </p:nvSpPr>
          <p:spPr>
            <a:xfrm>
              <a:off x="115006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36"/>
            <p:cNvSpPr/>
            <p:nvPr/>
          </p:nvSpPr>
          <p:spPr>
            <a:xfrm>
              <a:off x="126956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36"/>
            <p:cNvSpPr/>
            <p:nvPr/>
          </p:nvSpPr>
          <p:spPr>
            <a:xfrm>
              <a:off x="138907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36"/>
            <p:cNvSpPr/>
            <p:nvPr/>
          </p:nvSpPr>
          <p:spPr>
            <a:xfrm>
              <a:off x="1508585"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36"/>
            <p:cNvSpPr/>
            <p:nvPr/>
          </p:nvSpPr>
          <p:spPr>
            <a:xfrm>
              <a:off x="162809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36"/>
            <p:cNvSpPr/>
            <p:nvPr/>
          </p:nvSpPr>
          <p:spPr>
            <a:xfrm>
              <a:off x="174760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36"/>
            <p:cNvSpPr/>
            <p:nvPr/>
          </p:nvSpPr>
          <p:spPr>
            <a:xfrm>
              <a:off x="1867110"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36"/>
            <p:cNvSpPr/>
            <p:nvPr/>
          </p:nvSpPr>
          <p:spPr>
            <a:xfrm>
              <a:off x="198661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36"/>
            <p:cNvSpPr/>
            <p:nvPr/>
          </p:nvSpPr>
          <p:spPr>
            <a:xfrm>
              <a:off x="210612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36"/>
            <p:cNvSpPr/>
            <p:nvPr/>
          </p:nvSpPr>
          <p:spPr>
            <a:xfrm>
              <a:off x="222563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36"/>
            <p:cNvSpPr/>
            <p:nvPr/>
          </p:nvSpPr>
          <p:spPr>
            <a:xfrm>
              <a:off x="234514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36"/>
            <p:cNvSpPr/>
            <p:nvPr/>
          </p:nvSpPr>
          <p:spPr>
            <a:xfrm>
              <a:off x="246465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36"/>
            <p:cNvSpPr/>
            <p:nvPr/>
          </p:nvSpPr>
          <p:spPr>
            <a:xfrm>
              <a:off x="258415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36"/>
            <p:cNvSpPr/>
            <p:nvPr/>
          </p:nvSpPr>
          <p:spPr>
            <a:xfrm>
              <a:off x="270366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36"/>
            <p:cNvSpPr/>
            <p:nvPr/>
          </p:nvSpPr>
          <p:spPr>
            <a:xfrm>
              <a:off x="282317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36"/>
            <p:cNvSpPr/>
            <p:nvPr/>
          </p:nvSpPr>
          <p:spPr>
            <a:xfrm>
              <a:off x="294268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36"/>
            <p:cNvSpPr/>
            <p:nvPr/>
          </p:nvSpPr>
          <p:spPr>
            <a:xfrm>
              <a:off x="3062192"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36"/>
            <p:cNvSpPr/>
            <p:nvPr/>
          </p:nvSpPr>
          <p:spPr>
            <a:xfrm>
              <a:off x="31350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36"/>
            <p:cNvSpPr/>
            <p:nvPr/>
          </p:nvSpPr>
          <p:spPr>
            <a:xfrm>
              <a:off x="43301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36"/>
            <p:cNvSpPr/>
            <p:nvPr/>
          </p:nvSpPr>
          <p:spPr>
            <a:xfrm>
              <a:off x="55251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36"/>
            <p:cNvSpPr/>
            <p:nvPr/>
          </p:nvSpPr>
          <p:spPr>
            <a:xfrm>
              <a:off x="67202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36"/>
            <p:cNvSpPr/>
            <p:nvPr/>
          </p:nvSpPr>
          <p:spPr>
            <a:xfrm>
              <a:off x="79153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36"/>
            <p:cNvSpPr/>
            <p:nvPr/>
          </p:nvSpPr>
          <p:spPr>
            <a:xfrm>
              <a:off x="91104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36"/>
            <p:cNvSpPr/>
            <p:nvPr/>
          </p:nvSpPr>
          <p:spPr>
            <a:xfrm>
              <a:off x="1030552"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36"/>
            <p:cNvSpPr/>
            <p:nvPr/>
          </p:nvSpPr>
          <p:spPr>
            <a:xfrm>
              <a:off x="115006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36"/>
            <p:cNvSpPr/>
            <p:nvPr/>
          </p:nvSpPr>
          <p:spPr>
            <a:xfrm>
              <a:off x="126956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36"/>
            <p:cNvSpPr/>
            <p:nvPr/>
          </p:nvSpPr>
          <p:spPr>
            <a:xfrm>
              <a:off x="138907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36"/>
            <p:cNvSpPr/>
            <p:nvPr/>
          </p:nvSpPr>
          <p:spPr>
            <a:xfrm>
              <a:off x="1508585"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36"/>
            <p:cNvSpPr/>
            <p:nvPr/>
          </p:nvSpPr>
          <p:spPr>
            <a:xfrm>
              <a:off x="162809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36"/>
            <p:cNvSpPr/>
            <p:nvPr/>
          </p:nvSpPr>
          <p:spPr>
            <a:xfrm>
              <a:off x="174760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36"/>
            <p:cNvSpPr/>
            <p:nvPr/>
          </p:nvSpPr>
          <p:spPr>
            <a:xfrm>
              <a:off x="1867110"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36"/>
            <p:cNvSpPr/>
            <p:nvPr/>
          </p:nvSpPr>
          <p:spPr>
            <a:xfrm>
              <a:off x="198661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36"/>
            <p:cNvSpPr/>
            <p:nvPr/>
          </p:nvSpPr>
          <p:spPr>
            <a:xfrm>
              <a:off x="210612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36"/>
            <p:cNvSpPr/>
            <p:nvPr/>
          </p:nvSpPr>
          <p:spPr>
            <a:xfrm>
              <a:off x="222563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36"/>
            <p:cNvSpPr/>
            <p:nvPr/>
          </p:nvSpPr>
          <p:spPr>
            <a:xfrm>
              <a:off x="234514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36"/>
            <p:cNvSpPr/>
            <p:nvPr/>
          </p:nvSpPr>
          <p:spPr>
            <a:xfrm>
              <a:off x="246465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36"/>
            <p:cNvSpPr/>
            <p:nvPr/>
          </p:nvSpPr>
          <p:spPr>
            <a:xfrm>
              <a:off x="258415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36"/>
            <p:cNvSpPr/>
            <p:nvPr/>
          </p:nvSpPr>
          <p:spPr>
            <a:xfrm>
              <a:off x="270366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36"/>
            <p:cNvSpPr/>
            <p:nvPr/>
          </p:nvSpPr>
          <p:spPr>
            <a:xfrm>
              <a:off x="282317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36"/>
            <p:cNvSpPr/>
            <p:nvPr/>
          </p:nvSpPr>
          <p:spPr>
            <a:xfrm>
              <a:off x="294268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36"/>
            <p:cNvSpPr/>
            <p:nvPr/>
          </p:nvSpPr>
          <p:spPr>
            <a:xfrm>
              <a:off x="3062192"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36"/>
            <p:cNvSpPr/>
            <p:nvPr/>
          </p:nvSpPr>
          <p:spPr>
            <a:xfrm>
              <a:off x="31350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36"/>
            <p:cNvSpPr/>
            <p:nvPr/>
          </p:nvSpPr>
          <p:spPr>
            <a:xfrm>
              <a:off x="43301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36"/>
            <p:cNvSpPr/>
            <p:nvPr/>
          </p:nvSpPr>
          <p:spPr>
            <a:xfrm>
              <a:off x="55251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36"/>
            <p:cNvSpPr/>
            <p:nvPr/>
          </p:nvSpPr>
          <p:spPr>
            <a:xfrm>
              <a:off x="67202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36"/>
            <p:cNvSpPr/>
            <p:nvPr/>
          </p:nvSpPr>
          <p:spPr>
            <a:xfrm>
              <a:off x="79153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36"/>
            <p:cNvSpPr/>
            <p:nvPr/>
          </p:nvSpPr>
          <p:spPr>
            <a:xfrm>
              <a:off x="91104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36"/>
            <p:cNvSpPr/>
            <p:nvPr/>
          </p:nvSpPr>
          <p:spPr>
            <a:xfrm>
              <a:off x="1030552"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36"/>
            <p:cNvSpPr/>
            <p:nvPr/>
          </p:nvSpPr>
          <p:spPr>
            <a:xfrm>
              <a:off x="115006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36"/>
            <p:cNvSpPr/>
            <p:nvPr/>
          </p:nvSpPr>
          <p:spPr>
            <a:xfrm>
              <a:off x="126956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36"/>
            <p:cNvSpPr/>
            <p:nvPr/>
          </p:nvSpPr>
          <p:spPr>
            <a:xfrm>
              <a:off x="138907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36"/>
            <p:cNvSpPr/>
            <p:nvPr/>
          </p:nvSpPr>
          <p:spPr>
            <a:xfrm>
              <a:off x="1508585"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36"/>
            <p:cNvSpPr/>
            <p:nvPr/>
          </p:nvSpPr>
          <p:spPr>
            <a:xfrm>
              <a:off x="162809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36"/>
            <p:cNvSpPr/>
            <p:nvPr/>
          </p:nvSpPr>
          <p:spPr>
            <a:xfrm>
              <a:off x="174760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36"/>
            <p:cNvSpPr/>
            <p:nvPr/>
          </p:nvSpPr>
          <p:spPr>
            <a:xfrm>
              <a:off x="1867110"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36"/>
            <p:cNvSpPr/>
            <p:nvPr/>
          </p:nvSpPr>
          <p:spPr>
            <a:xfrm>
              <a:off x="198661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36"/>
            <p:cNvSpPr/>
            <p:nvPr/>
          </p:nvSpPr>
          <p:spPr>
            <a:xfrm>
              <a:off x="210612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36"/>
            <p:cNvSpPr/>
            <p:nvPr/>
          </p:nvSpPr>
          <p:spPr>
            <a:xfrm>
              <a:off x="222563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36"/>
            <p:cNvSpPr/>
            <p:nvPr/>
          </p:nvSpPr>
          <p:spPr>
            <a:xfrm>
              <a:off x="234514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36"/>
            <p:cNvSpPr/>
            <p:nvPr/>
          </p:nvSpPr>
          <p:spPr>
            <a:xfrm>
              <a:off x="246465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36"/>
            <p:cNvSpPr/>
            <p:nvPr/>
          </p:nvSpPr>
          <p:spPr>
            <a:xfrm>
              <a:off x="258415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36"/>
            <p:cNvSpPr/>
            <p:nvPr/>
          </p:nvSpPr>
          <p:spPr>
            <a:xfrm>
              <a:off x="270366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36"/>
            <p:cNvSpPr/>
            <p:nvPr/>
          </p:nvSpPr>
          <p:spPr>
            <a:xfrm>
              <a:off x="282317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36"/>
            <p:cNvSpPr/>
            <p:nvPr/>
          </p:nvSpPr>
          <p:spPr>
            <a:xfrm>
              <a:off x="294268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36"/>
            <p:cNvSpPr/>
            <p:nvPr/>
          </p:nvSpPr>
          <p:spPr>
            <a:xfrm>
              <a:off x="3062192"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36"/>
            <p:cNvSpPr/>
            <p:nvPr/>
          </p:nvSpPr>
          <p:spPr>
            <a:xfrm>
              <a:off x="31350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36"/>
            <p:cNvSpPr/>
            <p:nvPr/>
          </p:nvSpPr>
          <p:spPr>
            <a:xfrm>
              <a:off x="43301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36"/>
            <p:cNvSpPr/>
            <p:nvPr/>
          </p:nvSpPr>
          <p:spPr>
            <a:xfrm>
              <a:off x="55251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36"/>
            <p:cNvSpPr/>
            <p:nvPr/>
          </p:nvSpPr>
          <p:spPr>
            <a:xfrm>
              <a:off x="67202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36"/>
            <p:cNvSpPr/>
            <p:nvPr/>
          </p:nvSpPr>
          <p:spPr>
            <a:xfrm>
              <a:off x="79153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36"/>
            <p:cNvSpPr/>
            <p:nvPr/>
          </p:nvSpPr>
          <p:spPr>
            <a:xfrm>
              <a:off x="91104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36"/>
            <p:cNvSpPr/>
            <p:nvPr/>
          </p:nvSpPr>
          <p:spPr>
            <a:xfrm>
              <a:off x="1030552"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36"/>
            <p:cNvSpPr/>
            <p:nvPr/>
          </p:nvSpPr>
          <p:spPr>
            <a:xfrm>
              <a:off x="115006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36"/>
            <p:cNvSpPr/>
            <p:nvPr/>
          </p:nvSpPr>
          <p:spPr>
            <a:xfrm>
              <a:off x="126956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36"/>
            <p:cNvSpPr/>
            <p:nvPr/>
          </p:nvSpPr>
          <p:spPr>
            <a:xfrm>
              <a:off x="138907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36"/>
            <p:cNvSpPr/>
            <p:nvPr/>
          </p:nvSpPr>
          <p:spPr>
            <a:xfrm>
              <a:off x="1508585"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36"/>
            <p:cNvSpPr/>
            <p:nvPr/>
          </p:nvSpPr>
          <p:spPr>
            <a:xfrm>
              <a:off x="162809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36"/>
            <p:cNvSpPr/>
            <p:nvPr/>
          </p:nvSpPr>
          <p:spPr>
            <a:xfrm>
              <a:off x="174760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36"/>
            <p:cNvSpPr/>
            <p:nvPr/>
          </p:nvSpPr>
          <p:spPr>
            <a:xfrm>
              <a:off x="1867110"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36"/>
            <p:cNvSpPr/>
            <p:nvPr/>
          </p:nvSpPr>
          <p:spPr>
            <a:xfrm>
              <a:off x="198661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36"/>
            <p:cNvSpPr/>
            <p:nvPr/>
          </p:nvSpPr>
          <p:spPr>
            <a:xfrm>
              <a:off x="210612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36"/>
            <p:cNvSpPr/>
            <p:nvPr/>
          </p:nvSpPr>
          <p:spPr>
            <a:xfrm>
              <a:off x="222563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36"/>
            <p:cNvSpPr/>
            <p:nvPr/>
          </p:nvSpPr>
          <p:spPr>
            <a:xfrm>
              <a:off x="234514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36"/>
            <p:cNvSpPr/>
            <p:nvPr/>
          </p:nvSpPr>
          <p:spPr>
            <a:xfrm>
              <a:off x="246465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36"/>
            <p:cNvSpPr/>
            <p:nvPr/>
          </p:nvSpPr>
          <p:spPr>
            <a:xfrm>
              <a:off x="258415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36"/>
            <p:cNvSpPr/>
            <p:nvPr/>
          </p:nvSpPr>
          <p:spPr>
            <a:xfrm>
              <a:off x="270366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36"/>
            <p:cNvSpPr/>
            <p:nvPr/>
          </p:nvSpPr>
          <p:spPr>
            <a:xfrm>
              <a:off x="282317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36"/>
            <p:cNvSpPr/>
            <p:nvPr/>
          </p:nvSpPr>
          <p:spPr>
            <a:xfrm>
              <a:off x="294268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36"/>
            <p:cNvSpPr/>
            <p:nvPr/>
          </p:nvSpPr>
          <p:spPr>
            <a:xfrm>
              <a:off x="3062192"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36"/>
            <p:cNvSpPr/>
            <p:nvPr/>
          </p:nvSpPr>
          <p:spPr>
            <a:xfrm>
              <a:off x="31350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36"/>
            <p:cNvSpPr/>
            <p:nvPr/>
          </p:nvSpPr>
          <p:spPr>
            <a:xfrm>
              <a:off x="43301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36"/>
            <p:cNvSpPr/>
            <p:nvPr/>
          </p:nvSpPr>
          <p:spPr>
            <a:xfrm>
              <a:off x="55251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36"/>
            <p:cNvSpPr/>
            <p:nvPr/>
          </p:nvSpPr>
          <p:spPr>
            <a:xfrm>
              <a:off x="67202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36"/>
            <p:cNvSpPr/>
            <p:nvPr/>
          </p:nvSpPr>
          <p:spPr>
            <a:xfrm>
              <a:off x="79153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36"/>
            <p:cNvSpPr/>
            <p:nvPr/>
          </p:nvSpPr>
          <p:spPr>
            <a:xfrm>
              <a:off x="91104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36"/>
            <p:cNvSpPr/>
            <p:nvPr/>
          </p:nvSpPr>
          <p:spPr>
            <a:xfrm>
              <a:off x="1030552"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36"/>
            <p:cNvSpPr/>
            <p:nvPr/>
          </p:nvSpPr>
          <p:spPr>
            <a:xfrm>
              <a:off x="115006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36"/>
            <p:cNvSpPr/>
            <p:nvPr/>
          </p:nvSpPr>
          <p:spPr>
            <a:xfrm>
              <a:off x="126956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36"/>
            <p:cNvSpPr/>
            <p:nvPr/>
          </p:nvSpPr>
          <p:spPr>
            <a:xfrm>
              <a:off x="138907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36"/>
            <p:cNvSpPr/>
            <p:nvPr/>
          </p:nvSpPr>
          <p:spPr>
            <a:xfrm>
              <a:off x="1508585"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36"/>
            <p:cNvSpPr/>
            <p:nvPr/>
          </p:nvSpPr>
          <p:spPr>
            <a:xfrm>
              <a:off x="162809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36"/>
            <p:cNvSpPr/>
            <p:nvPr/>
          </p:nvSpPr>
          <p:spPr>
            <a:xfrm>
              <a:off x="174760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36"/>
            <p:cNvSpPr/>
            <p:nvPr/>
          </p:nvSpPr>
          <p:spPr>
            <a:xfrm>
              <a:off x="1867110"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36"/>
            <p:cNvSpPr/>
            <p:nvPr/>
          </p:nvSpPr>
          <p:spPr>
            <a:xfrm>
              <a:off x="198661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36"/>
            <p:cNvSpPr/>
            <p:nvPr/>
          </p:nvSpPr>
          <p:spPr>
            <a:xfrm>
              <a:off x="210612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36"/>
            <p:cNvSpPr/>
            <p:nvPr/>
          </p:nvSpPr>
          <p:spPr>
            <a:xfrm>
              <a:off x="222563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36"/>
            <p:cNvSpPr/>
            <p:nvPr/>
          </p:nvSpPr>
          <p:spPr>
            <a:xfrm>
              <a:off x="234514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36"/>
            <p:cNvSpPr/>
            <p:nvPr/>
          </p:nvSpPr>
          <p:spPr>
            <a:xfrm>
              <a:off x="246465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36"/>
            <p:cNvSpPr/>
            <p:nvPr/>
          </p:nvSpPr>
          <p:spPr>
            <a:xfrm>
              <a:off x="258415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36"/>
            <p:cNvSpPr/>
            <p:nvPr/>
          </p:nvSpPr>
          <p:spPr>
            <a:xfrm>
              <a:off x="270366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36"/>
            <p:cNvSpPr/>
            <p:nvPr/>
          </p:nvSpPr>
          <p:spPr>
            <a:xfrm>
              <a:off x="282317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36"/>
            <p:cNvSpPr/>
            <p:nvPr/>
          </p:nvSpPr>
          <p:spPr>
            <a:xfrm>
              <a:off x="294268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36"/>
            <p:cNvSpPr/>
            <p:nvPr/>
          </p:nvSpPr>
          <p:spPr>
            <a:xfrm>
              <a:off x="3062192"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36"/>
            <p:cNvSpPr/>
            <p:nvPr/>
          </p:nvSpPr>
          <p:spPr>
            <a:xfrm>
              <a:off x="31350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36"/>
            <p:cNvSpPr/>
            <p:nvPr/>
          </p:nvSpPr>
          <p:spPr>
            <a:xfrm>
              <a:off x="43301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36"/>
            <p:cNvSpPr/>
            <p:nvPr/>
          </p:nvSpPr>
          <p:spPr>
            <a:xfrm>
              <a:off x="55251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36"/>
            <p:cNvSpPr/>
            <p:nvPr/>
          </p:nvSpPr>
          <p:spPr>
            <a:xfrm>
              <a:off x="67202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36"/>
            <p:cNvSpPr/>
            <p:nvPr/>
          </p:nvSpPr>
          <p:spPr>
            <a:xfrm>
              <a:off x="79153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36"/>
            <p:cNvSpPr/>
            <p:nvPr/>
          </p:nvSpPr>
          <p:spPr>
            <a:xfrm>
              <a:off x="91104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36"/>
            <p:cNvSpPr/>
            <p:nvPr/>
          </p:nvSpPr>
          <p:spPr>
            <a:xfrm>
              <a:off x="1030552"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36"/>
            <p:cNvSpPr/>
            <p:nvPr/>
          </p:nvSpPr>
          <p:spPr>
            <a:xfrm>
              <a:off x="115006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36"/>
            <p:cNvSpPr/>
            <p:nvPr/>
          </p:nvSpPr>
          <p:spPr>
            <a:xfrm>
              <a:off x="126956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36"/>
            <p:cNvSpPr/>
            <p:nvPr/>
          </p:nvSpPr>
          <p:spPr>
            <a:xfrm>
              <a:off x="138907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36"/>
            <p:cNvSpPr/>
            <p:nvPr/>
          </p:nvSpPr>
          <p:spPr>
            <a:xfrm>
              <a:off x="1508585"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36"/>
            <p:cNvSpPr/>
            <p:nvPr/>
          </p:nvSpPr>
          <p:spPr>
            <a:xfrm>
              <a:off x="162809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36"/>
            <p:cNvSpPr/>
            <p:nvPr/>
          </p:nvSpPr>
          <p:spPr>
            <a:xfrm>
              <a:off x="174760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36"/>
            <p:cNvSpPr/>
            <p:nvPr/>
          </p:nvSpPr>
          <p:spPr>
            <a:xfrm>
              <a:off x="1867110"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36"/>
            <p:cNvSpPr/>
            <p:nvPr/>
          </p:nvSpPr>
          <p:spPr>
            <a:xfrm>
              <a:off x="198661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36"/>
            <p:cNvSpPr/>
            <p:nvPr/>
          </p:nvSpPr>
          <p:spPr>
            <a:xfrm>
              <a:off x="210612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36"/>
            <p:cNvSpPr/>
            <p:nvPr/>
          </p:nvSpPr>
          <p:spPr>
            <a:xfrm>
              <a:off x="222563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36"/>
            <p:cNvSpPr/>
            <p:nvPr/>
          </p:nvSpPr>
          <p:spPr>
            <a:xfrm>
              <a:off x="234514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36"/>
            <p:cNvSpPr/>
            <p:nvPr/>
          </p:nvSpPr>
          <p:spPr>
            <a:xfrm>
              <a:off x="246465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36"/>
            <p:cNvSpPr/>
            <p:nvPr/>
          </p:nvSpPr>
          <p:spPr>
            <a:xfrm>
              <a:off x="258415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36"/>
            <p:cNvSpPr/>
            <p:nvPr/>
          </p:nvSpPr>
          <p:spPr>
            <a:xfrm>
              <a:off x="270366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36"/>
            <p:cNvSpPr/>
            <p:nvPr/>
          </p:nvSpPr>
          <p:spPr>
            <a:xfrm>
              <a:off x="282317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36"/>
            <p:cNvSpPr/>
            <p:nvPr/>
          </p:nvSpPr>
          <p:spPr>
            <a:xfrm>
              <a:off x="294268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36"/>
            <p:cNvSpPr/>
            <p:nvPr/>
          </p:nvSpPr>
          <p:spPr>
            <a:xfrm>
              <a:off x="3062192"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36"/>
            <p:cNvSpPr/>
            <p:nvPr/>
          </p:nvSpPr>
          <p:spPr>
            <a:xfrm>
              <a:off x="31350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36"/>
            <p:cNvSpPr/>
            <p:nvPr/>
          </p:nvSpPr>
          <p:spPr>
            <a:xfrm>
              <a:off x="43301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36"/>
            <p:cNvSpPr/>
            <p:nvPr/>
          </p:nvSpPr>
          <p:spPr>
            <a:xfrm>
              <a:off x="55251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36"/>
            <p:cNvSpPr/>
            <p:nvPr/>
          </p:nvSpPr>
          <p:spPr>
            <a:xfrm>
              <a:off x="67202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36"/>
            <p:cNvSpPr/>
            <p:nvPr/>
          </p:nvSpPr>
          <p:spPr>
            <a:xfrm>
              <a:off x="79153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36"/>
            <p:cNvSpPr/>
            <p:nvPr/>
          </p:nvSpPr>
          <p:spPr>
            <a:xfrm>
              <a:off x="91104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36"/>
            <p:cNvSpPr/>
            <p:nvPr/>
          </p:nvSpPr>
          <p:spPr>
            <a:xfrm>
              <a:off x="1030552"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36"/>
            <p:cNvSpPr/>
            <p:nvPr/>
          </p:nvSpPr>
          <p:spPr>
            <a:xfrm>
              <a:off x="115006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36"/>
            <p:cNvSpPr/>
            <p:nvPr/>
          </p:nvSpPr>
          <p:spPr>
            <a:xfrm>
              <a:off x="126956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36"/>
            <p:cNvSpPr/>
            <p:nvPr/>
          </p:nvSpPr>
          <p:spPr>
            <a:xfrm>
              <a:off x="138907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36"/>
            <p:cNvSpPr/>
            <p:nvPr/>
          </p:nvSpPr>
          <p:spPr>
            <a:xfrm>
              <a:off x="1508585"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36"/>
            <p:cNvSpPr/>
            <p:nvPr/>
          </p:nvSpPr>
          <p:spPr>
            <a:xfrm>
              <a:off x="162809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36"/>
            <p:cNvSpPr/>
            <p:nvPr/>
          </p:nvSpPr>
          <p:spPr>
            <a:xfrm>
              <a:off x="174760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36"/>
            <p:cNvSpPr/>
            <p:nvPr/>
          </p:nvSpPr>
          <p:spPr>
            <a:xfrm>
              <a:off x="1867110"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36"/>
            <p:cNvSpPr/>
            <p:nvPr/>
          </p:nvSpPr>
          <p:spPr>
            <a:xfrm>
              <a:off x="198661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36"/>
            <p:cNvSpPr/>
            <p:nvPr/>
          </p:nvSpPr>
          <p:spPr>
            <a:xfrm>
              <a:off x="210612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36"/>
            <p:cNvSpPr/>
            <p:nvPr/>
          </p:nvSpPr>
          <p:spPr>
            <a:xfrm>
              <a:off x="222563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36"/>
            <p:cNvSpPr/>
            <p:nvPr/>
          </p:nvSpPr>
          <p:spPr>
            <a:xfrm>
              <a:off x="234514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36"/>
            <p:cNvSpPr/>
            <p:nvPr/>
          </p:nvSpPr>
          <p:spPr>
            <a:xfrm>
              <a:off x="246465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36"/>
            <p:cNvSpPr/>
            <p:nvPr/>
          </p:nvSpPr>
          <p:spPr>
            <a:xfrm>
              <a:off x="258415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36"/>
            <p:cNvSpPr/>
            <p:nvPr/>
          </p:nvSpPr>
          <p:spPr>
            <a:xfrm>
              <a:off x="270366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36"/>
            <p:cNvSpPr/>
            <p:nvPr/>
          </p:nvSpPr>
          <p:spPr>
            <a:xfrm>
              <a:off x="282317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36"/>
            <p:cNvSpPr/>
            <p:nvPr/>
          </p:nvSpPr>
          <p:spPr>
            <a:xfrm>
              <a:off x="294268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36"/>
            <p:cNvSpPr/>
            <p:nvPr/>
          </p:nvSpPr>
          <p:spPr>
            <a:xfrm>
              <a:off x="3062192"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36"/>
            <p:cNvSpPr/>
            <p:nvPr/>
          </p:nvSpPr>
          <p:spPr>
            <a:xfrm>
              <a:off x="31350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36"/>
            <p:cNvSpPr/>
            <p:nvPr/>
          </p:nvSpPr>
          <p:spPr>
            <a:xfrm>
              <a:off x="43301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36"/>
            <p:cNvSpPr/>
            <p:nvPr/>
          </p:nvSpPr>
          <p:spPr>
            <a:xfrm>
              <a:off x="55251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36"/>
            <p:cNvSpPr/>
            <p:nvPr/>
          </p:nvSpPr>
          <p:spPr>
            <a:xfrm>
              <a:off x="67202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36"/>
            <p:cNvSpPr/>
            <p:nvPr/>
          </p:nvSpPr>
          <p:spPr>
            <a:xfrm>
              <a:off x="79153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36"/>
            <p:cNvSpPr/>
            <p:nvPr/>
          </p:nvSpPr>
          <p:spPr>
            <a:xfrm>
              <a:off x="91104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36"/>
            <p:cNvSpPr/>
            <p:nvPr/>
          </p:nvSpPr>
          <p:spPr>
            <a:xfrm>
              <a:off x="1030552"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36"/>
            <p:cNvSpPr/>
            <p:nvPr/>
          </p:nvSpPr>
          <p:spPr>
            <a:xfrm>
              <a:off x="115006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36"/>
            <p:cNvSpPr/>
            <p:nvPr/>
          </p:nvSpPr>
          <p:spPr>
            <a:xfrm>
              <a:off x="126956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36"/>
            <p:cNvSpPr/>
            <p:nvPr/>
          </p:nvSpPr>
          <p:spPr>
            <a:xfrm>
              <a:off x="138907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36"/>
            <p:cNvSpPr/>
            <p:nvPr/>
          </p:nvSpPr>
          <p:spPr>
            <a:xfrm>
              <a:off x="1508585"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36"/>
            <p:cNvSpPr/>
            <p:nvPr/>
          </p:nvSpPr>
          <p:spPr>
            <a:xfrm>
              <a:off x="162809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36"/>
            <p:cNvSpPr/>
            <p:nvPr/>
          </p:nvSpPr>
          <p:spPr>
            <a:xfrm>
              <a:off x="174760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36"/>
            <p:cNvSpPr/>
            <p:nvPr/>
          </p:nvSpPr>
          <p:spPr>
            <a:xfrm>
              <a:off x="1867110"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36"/>
            <p:cNvSpPr/>
            <p:nvPr/>
          </p:nvSpPr>
          <p:spPr>
            <a:xfrm>
              <a:off x="198661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36"/>
            <p:cNvSpPr/>
            <p:nvPr/>
          </p:nvSpPr>
          <p:spPr>
            <a:xfrm>
              <a:off x="210612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36"/>
            <p:cNvSpPr/>
            <p:nvPr/>
          </p:nvSpPr>
          <p:spPr>
            <a:xfrm>
              <a:off x="222563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36"/>
            <p:cNvSpPr/>
            <p:nvPr/>
          </p:nvSpPr>
          <p:spPr>
            <a:xfrm>
              <a:off x="234514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36"/>
            <p:cNvSpPr/>
            <p:nvPr/>
          </p:nvSpPr>
          <p:spPr>
            <a:xfrm>
              <a:off x="246465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36"/>
            <p:cNvSpPr/>
            <p:nvPr/>
          </p:nvSpPr>
          <p:spPr>
            <a:xfrm>
              <a:off x="258415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36"/>
            <p:cNvSpPr/>
            <p:nvPr/>
          </p:nvSpPr>
          <p:spPr>
            <a:xfrm>
              <a:off x="270366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36"/>
            <p:cNvSpPr/>
            <p:nvPr/>
          </p:nvSpPr>
          <p:spPr>
            <a:xfrm>
              <a:off x="282317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36"/>
            <p:cNvSpPr/>
            <p:nvPr/>
          </p:nvSpPr>
          <p:spPr>
            <a:xfrm>
              <a:off x="294268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36"/>
            <p:cNvSpPr/>
            <p:nvPr/>
          </p:nvSpPr>
          <p:spPr>
            <a:xfrm>
              <a:off x="3062192"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36"/>
            <p:cNvSpPr/>
            <p:nvPr/>
          </p:nvSpPr>
          <p:spPr>
            <a:xfrm>
              <a:off x="31350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36"/>
            <p:cNvSpPr/>
            <p:nvPr/>
          </p:nvSpPr>
          <p:spPr>
            <a:xfrm>
              <a:off x="43301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36"/>
            <p:cNvSpPr/>
            <p:nvPr/>
          </p:nvSpPr>
          <p:spPr>
            <a:xfrm>
              <a:off x="55251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36"/>
            <p:cNvSpPr/>
            <p:nvPr/>
          </p:nvSpPr>
          <p:spPr>
            <a:xfrm>
              <a:off x="67202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36"/>
            <p:cNvSpPr/>
            <p:nvPr/>
          </p:nvSpPr>
          <p:spPr>
            <a:xfrm>
              <a:off x="79153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36"/>
            <p:cNvSpPr/>
            <p:nvPr/>
          </p:nvSpPr>
          <p:spPr>
            <a:xfrm>
              <a:off x="91104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36"/>
            <p:cNvSpPr/>
            <p:nvPr/>
          </p:nvSpPr>
          <p:spPr>
            <a:xfrm>
              <a:off x="1030552"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36"/>
            <p:cNvSpPr/>
            <p:nvPr/>
          </p:nvSpPr>
          <p:spPr>
            <a:xfrm>
              <a:off x="115006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36"/>
            <p:cNvSpPr/>
            <p:nvPr/>
          </p:nvSpPr>
          <p:spPr>
            <a:xfrm>
              <a:off x="126956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36"/>
            <p:cNvSpPr/>
            <p:nvPr/>
          </p:nvSpPr>
          <p:spPr>
            <a:xfrm>
              <a:off x="138907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36"/>
            <p:cNvSpPr/>
            <p:nvPr/>
          </p:nvSpPr>
          <p:spPr>
            <a:xfrm>
              <a:off x="1508585"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36"/>
            <p:cNvSpPr/>
            <p:nvPr/>
          </p:nvSpPr>
          <p:spPr>
            <a:xfrm>
              <a:off x="162809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36"/>
            <p:cNvSpPr/>
            <p:nvPr/>
          </p:nvSpPr>
          <p:spPr>
            <a:xfrm>
              <a:off x="174760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36"/>
            <p:cNvSpPr/>
            <p:nvPr/>
          </p:nvSpPr>
          <p:spPr>
            <a:xfrm>
              <a:off x="1867110"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36"/>
            <p:cNvSpPr/>
            <p:nvPr/>
          </p:nvSpPr>
          <p:spPr>
            <a:xfrm>
              <a:off x="198661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36"/>
            <p:cNvSpPr/>
            <p:nvPr/>
          </p:nvSpPr>
          <p:spPr>
            <a:xfrm>
              <a:off x="210612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36"/>
            <p:cNvSpPr/>
            <p:nvPr/>
          </p:nvSpPr>
          <p:spPr>
            <a:xfrm>
              <a:off x="222563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36"/>
            <p:cNvSpPr/>
            <p:nvPr/>
          </p:nvSpPr>
          <p:spPr>
            <a:xfrm>
              <a:off x="234514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36"/>
            <p:cNvSpPr/>
            <p:nvPr/>
          </p:nvSpPr>
          <p:spPr>
            <a:xfrm>
              <a:off x="246465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36"/>
            <p:cNvSpPr/>
            <p:nvPr/>
          </p:nvSpPr>
          <p:spPr>
            <a:xfrm>
              <a:off x="258415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36"/>
            <p:cNvSpPr/>
            <p:nvPr/>
          </p:nvSpPr>
          <p:spPr>
            <a:xfrm>
              <a:off x="270366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36"/>
            <p:cNvSpPr/>
            <p:nvPr/>
          </p:nvSpPr>
          <p:spPr>
            <a:xfrm>
              <a:off x="282317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36"/>
            <p:cNvSpPr/>
            <p:nvPr/>
          </p:nvSpPr>
          <p:spPr>
            <a:xfrm>
              <a:off x="294268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36"/>
            <p:cNvSpPr/>
            <p:nvPr/>
          </p:nvSpPr>
          <p:spPr>
            <a:xfrm>
              <a:off x="3062192"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36"/>
            <p:cNvSpPr/>
            <p:nvPr/>
          </p:nvSpPr>
          <p:spPr>
            <a:xfrm>
              <a:off x="31350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36"/>
            <p:cNvSpPr/>
            <p:nvPr/>
          </p:nvSpPr>
          <p:spPr>
            <a:xfrm>
              <a:off x="43301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36"/>
            <p:cNvSpPr/>
            <p:nvPr/>
          </p:nvSpPr>
          <p:spPr>
            <a:xfrm>
              <a:off x="55251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36"/>
            <p:cNvSpPr/>
            <p:nvPr/>
          </p:nvSpPr>
          <p:spPr>
            <a:xfrm>
              <a:off x="67202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36"/>
            <p:cNvSpPr/>
            <p:nvPr/>
          </p:nvSpPr>
          <p:spPr>
            <a:xfrm>
              <a:off x="79153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36"/>
            <p:cNvSpPr/>
            <p:nvPr/>
          </p:nvSpPr>
          <p:spPr>
            <a:xfrm>
              <a:off x="91104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36"/>
            <p:cNvSpPr/>
            <p:nvPr/>
          </p:nvSpPr>
          <p:spPr>
            <a:xfrm>
              <a:off x="1030552"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36"/>
            <p:cNvSpPr/>
            <p:nvPr/>
          </p:nvSpPr>
          <p:spPr>
            <a:xfrm>
              <a:off x="115006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36"/>
            <p:cNvSpPr/>
            <p:nvPr/>
          </p:nvSpPr>
          <p:spPr>
            <a:xfrm>
              <a:off x="126956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36"/>
            <p:cNvSpPr/>
            <p:nvPr/>
          </p:nvSpPr>
          <p:spPr>
            <a:xfrm>
              <a:off x="138907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36"/>
            <p:cNvSpPr/>
            <p:nvPr/>
          </p:nvSpPr>
          <p:spPr>
            <a:xfrm>
              <a:off x="1508585"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36"/>
            <p:cNvSpPr/>
            <p:nvPr/>
          </p:nvSpPr>
          <p:spPr>
            <a:xfrm>
              <a:off x="162809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36"/>
            <p:cNvSpPr/>
            <p:nvPr/>
          </p:nvSpPr>
          <p:spPr>
            <a:xfrm>
              <a:off x="174760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36"/>
            <p:cNvSpPr/>
            <p:nvPr/>
          </p:nvSpPr>
          <p:spPr>
            <a:xfrm>
              <a:off x="1867110"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36"/>
            <p:cNvSpPr/>
            <p:nvPr/>
          </p:nvSpPr>
          <p:spPr>
            <a:xfrm>
              <a:off x="198661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36"/>
            <p:cNvSpPr/>
            <p:nvPr/>
          </p:nvSpPr>
          <p:spPr>
            <a:xfrm>
              <a:off x="210612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36"/>
            <p:cNvSpPr/>
            <p:nvPr/>
          </p:nvSpPr>
          <p:spPr>
            <a:xfrm>
              <a:off x="222563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36"/>
            <p:cNvSpPr/>
            <p:nvPr/>
          </p:nvSpPr>
          <p:spPr>
            <a:xfrm>
              <a:off x="234514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36"/>
            <p:cNvSpPr/>
            <p:nvPr/>
          </p:nvSpPr>
          <p:spPr>
            <a:xfrm>
              <a:off x="246465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36"/>
            <p:cNvSpPr/>
            <p:nvPr/>
          </p:nvSpPr>
          <p:spPr>
            <a:xfrm>
              <a:off x="258415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36"/>
            <p:cNvSpPr/>
            <p:nvPr/>
          </p:nvSpPr>
          <p:spPr>
            <a:xfrm>
              <a:off x="270366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36"/>
            <p:cNvSpPr/>
            <p:nvPr/>
          </p:nvSpPr>
          <p:spPr>
            <a:xfrm>
              <a:off x="282317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36"/>
            <p:cNvSpPr/>
            <p:nvPr/>
          </p:nvSpPr>
          <p:spPr>
            <a:xfrm>
              <a:off x="294268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36"/>
            <p:cNvSpPr/>
            <p:nvPr/>
          </p:nvSpPr>
          <p:spPr>
            <a:xfrm>
              <a:off x="3062192"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36"/>
            <p:cNvSpPr/>
            <p:nvPr/>
          </p:nvSpPr>
          <p:spPr>
            <a:xfrm>
              <a:off x="31350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36"/>
            <p:cNvSpPr/>
            <p:nvPr/>
          </p:nvSpPr>
          <p:spPr>
            <a:xfrm>
              <a:off x="43301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36"/>
            <p:cNvSpPr/>
            <p:nvPr/>
          </p:nvSpPr>
          <p:spPr>
            <a:xfrm>
              <a:off x="55251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36"/>
            <p:cNvSpPr/>
            <p:nvPr/>
          </p:nvSpPr>
          <p:spPr>
            <a:xfrm>
              <a:off x="67202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36"/>
            <p:cNvSpPr/>
            <p:nvPr/>
          </p:nvSpPr>
          <p:spPr>
            <a:xfrm>
              <a:off x="79153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36"/>
            <p:cNvSpPr/>
            <p:nvPr/>
          </p:nvSpPr>
          <p:spPr>
            <a:xfrm>
              <a:off x="91104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36"/>
            <p:cNvSpPr/>
            <p:nvPr/>
          </p:nvSpPr>
          <p:spPr>
            <a:xfrm>
              <a:off x="1030552"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36"/>
            <p:cNvSpPr/>
            <p:nvPr/>
          </p:nvSpPr>
          <p:spPr>
            <a:xfrm>
              <a:off x="115006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36"/>
            <p:cNvSpPr/>
            <p:nvPr/>
          </p:nvSpPr>
          <p:spPr>
            <a:xfrm>
              <a:off x="126956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36"/>
            <p:cNvSpPr/>
            <p:nvPr/>
          </p:nvSpPr>
          <p:spPr>
            <a:xfrm>
              <a:off x="138907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36"/>
            <p:cNvSpPr/>
            <p:nvPr/>
          </p:nvSpPr>
          <p:spPr>
            <a:xfrm>
              <a:off x="1508585"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36"/>
            <p:cNvSpPr/>
            <p:nvPr/>
          </p:nvSpPr>
          <p:spPr>
            <a:xfrm>
              <a:off x="162809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36"/>
            <p:cNvSpPr/>
            <p:nvPr/>
          </p:nvSpPr>
          <p:spPr>
            <a:xfrm>
              <a:off x="174760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36"/>
            <p:cNvSpPr/>
            <p:nvPr/>
          </p:nvSpPr>
          <p:spPr>
            <a:xfrm>
              <a:off x="1867110"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36"/>
            <p:cNvSpPr/>
            <p:nvPr/>
          </p:nvSpPr>
          <p:spPr>
            <a:xfrm>
              <a:off x="198661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36"/>
            <p:cNvSpPr/>
            <p:nvPr/>
          </p:nvSpPr>
          <p:spPr>
            <a:xfrm>
              <a:off x="210612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36"/>
            <p:cNvSpPr/>
            <p:nvPr/>
          </p:nvSpPr>
          <p:spPr>
            <a:xfrm>
              <a:off x="222563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36"/>
            <p:cNvSpPr/>
            <p:nvPr/>
          </p:nvSpPr>
          <p:spPr>
            <a:xfrm>
              <a:off x="234514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36"/>
            <p:cNvSpPr/>
            <p:nvPr/>
          </p:nvSpPr>
          <p:spPr>
            <a:xfrm>
              <a:off x="246465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36"/>
            <p:cNvSpPr/>
            <p:nvPr/>
          </p:nvSpPr>
          <p:spPr>
            <a:xfrm>
              <a:off x="258415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36"/>
            <p:cNvSpPr/>
            <p:nvPr/>
          </p:nvSpPr>
          <p:spPr>
            <a:xfrm>
              <a:off x="270366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36"/>
            <p:cNvSpPr/>
            <p:nvPr/>
          </p:nvSpPr>
          <p:spPr>
            <a:xfrm>
              <a:off x="282317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36"/>
            <p:cNvSpPr/>
            <p:nvPr/>
          </p:nvSpPr>
          <p:spPr>
            <a:xfrm>
              <a:off x="294268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36"/>
            <p:cNvSpPr/>
            <p:nvPr/>
          </p:nvSpPr>
          <p:spPr>
            <a:xfrm>
              <a:off x="3062192"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36"/>
            <p:cNvSpPr/>
            <p:nvPr/>
          </p:nvSpPr>
          <p:spPr>
            <a:xfrm>
              <a:off x="31350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36"/>
            <p:cNvSpPr/>
            <p:nvPr/>
          </p:nvSpPr>
          <p:spPr>
            <a:xfrm>
              <a:off x="43301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36"/>
            <p:cNvSpPr/>
            <p:nvPr/>
          </p:nvSpPr>
          <p:spPr>
            <a:xfrm>
              <a:off x="55251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36"/>
            <p:cNvSpPr/>
            <p:nvPr/>
          </p:nvSpPr>
          <p:spPr>
            <a:xfrm>
              <a:off x="67202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36"/>
            <p:cNvSpPr/>
            <p:nvPr/>
          </p:nvSpPr>
          <p:spPr>
            <a:xfrm>
              <a:off x="79153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36"/>
            <p:cNvSpPr/>
            <p:nvPr/>
          </p:nvSpPr>
          <p:spPr>
            <a:xfrm>
              <a:off x="91104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36"/>
            <p:cNvSpPr/>
            <p:nvPr/>
          </p:nvSpPr>
          <p:spPr>
            <a:xfrm>
              <a:off x="1030552"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36"/>
            <p:cNvSpPr/>
            <p:nvPr/>
          </p:nvSpPr>
          <p:spPr>
            <a:xfrm>
              <a:off x="115006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36"/>
            <p:cNvSpPr/>
            <p:nvPr/>
          </p:nvSpPr>
          <p:spPr>
            <a:xfrm>
              <a:off x="126956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36"/>
            <p:cNvSpPr/>
            <p:nvPr/>
          </p:nvSpPr>
          <p:spPr>
            <a:xfrm>
              <a:off x="138907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36"/>
            <p:cNvSpPr/>
            <p:nvPr/>
          </p:nvSpPr>
          <p:spPr>
            <a:xfrm>
              <a:off x="1508585"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36"/>
            <p:cNvSpPr/>
            <p:nvPr/>
          </p:nvSpPr>
          <p:spPr>
            <a:xfrm>
              <a:off x="162809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36"/>
            <p:cNvSpPr/>
            <p:nvPr/>
          </p:nvSpPr>
          <p:spPr>
            <a:xfrm>
              <a:off x="174760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36"/>
            <p:cNvSpPr/>
            <p:nvPr/>
          </p:nvSpPr>
          <p:spPr>
            <a:xfrm>
              <a:off x="1867110"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36"/>
            <p:cNvSpPr/>
            <p:nvPr/>
          </p:nvSpPr>
          <p:spPr>
            <a:xfrm>
              <a:off x="198661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36"/>
            <p:cNvSpPr/>
            <p:nvPr/>
          </p:nvSpPr>
          <p:spPr>
            <a:xfrm>
              <a:off x="210612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36"/>
            <p:cNvSpPr/>
            <p:nvPr/>
          </p:nvSpPr>
          <p:spPr>
            <a:xfrm>
              <a:off x="222563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36"/>
            <p:cNvSpPr/>
            <p:nvPr/>
          </p:nvSpPr>
          <p:spPr>
            <a:xfrm>
              <a:off x="234514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36"/>
            <p:cNvSpPr/>
            <p:nvPr/>
          </p:nvSpPr>
          <p:spPr>
            <a:xfrm>
              <a:off x="246465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36"/>
            <p:cNvSpPr/>
            <p:nvPr/>
          </p:nvSpPr>
          <p:spPr>
            <a:xfrm>
              <a:off x="258415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36"/>
            <p:cNvSpPr/>
            <p:nvPr/>
          </p:nvSpPr>
          <p:spPr>
            <a:xfrm>
              <a:off x="270366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36"/>
            <p:cNvSpPr/>
            <p:nvPr/>
          </p:nvSpPr>
          <p:spPr>
            <a:xfrm>
              <a:off x="282317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36"/>
            <p:cNvSpPr/>
            <p:nvPr/>
          </p:nvSpPr>
          <p:spPr>
            <a:xfrm>
              <a:off x="294268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36"/>
            <p:cNvSpPr/>
            <p:nvPr/>
          </p:nvSpPr>
          <p:spPr>
            <a:xfrm>
              <a:off x="3062192"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36"/>
            <p:cNvSpPr/>
            <p:nvPr/>
          </p:nvSpPr>
          <p:spPr>
            <a:xfrm>
              <a:off x="31350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36"/>
            <p:cNvSpPr/>
            <p:nvPr/>
          </p:nvSpPr>
          <p:spPr>
            <a:xfrm>
              <a:off x="43301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36"/>
            <p:cNvSpPr/>
            <p:nvPr/>
          </p:nvSpPr>
          <p:spPr>
            <a:xfrm>
              <a:off x="55251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36"/>
            <p:cNvSpPr/>
            <p:nvPr/>
          </p:nvSpPr>
          <p:spPr>
            <a:xfrm>
              <a:off x="67202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36"/>
            <p:cNvSpPr/>
            <p:nvPr/>
          </p:nvSpPr>
          <p:spPr>
            <a:xfrm>
              <a:off x="79153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36"/>
            <p:cNvSpPr/>
            <p:nvPr/>
          </p:nvSpPr>
          <p:spPr>
            <a:xfrm>
              <a:off x="91104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36"/>
            <p:cNvSpPr/>
            <p:nvPr/>
          </p:nvSpPr>
          <p:spPr>
            <a:xfrm>
              <a:off x="1030552"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36"/>
            <p:cNvSpPr/>
            <p:nvPr/>
          </p:nvSpPr>
          <p:spPr>
            <a:xfrm>
              <a:off x="115006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36"/>
            <p:cNvSpPr/>
            <p:nvPr/>
          </p:nvSpPr>
          <p:spPr>
            <a:xfrm>
              <a:off x="126956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36"/>
            <p:cNvSpPr/>
            <p:nvPr/>
          </p:nvSpPr>
          <p:spPr>
            <a:xfrm>
              <a:off x="138907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36"/>
            <p:cNvSpPr/>
            <p:nvPr/>
          </p:nvSpPr>
          <p:spPr>
            <a:xfrm>
              <a:off x="1508585"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36"/>
            <p:cNvSpPr/>
            <p:nvPr/>
          </p:nvSpPr>
          <p:spPr>
            <a:xfrm>
              <a:off x="162809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36"/>
            <p:cNvSpPr/>
            <p:nvPr/>
          </p:nvSpPr>
          <p:spPr>
            <a:xfrm>
              <a:off x="174760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36"/>
            <p:cNvSpPr/>
            <p:nvPr/>
          </p:nvSpPr>
          <p:spPr>
            <a:xfrm>
              <a:off x="1867110"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36"/>
            <p:cNvSpPr/>
            <p:nvPr/>
          </p:nvSpPr>
          <p:spPr>
            <a:xfrm>
              <a:off x="198661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36"/>
            <p:cNvSpPr/>
            <p:nvPr/>
          </p:nvSpPr>
          <p:spPr>
            <a:xfrm>
              <a:off x="210612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36"/>
            <p:cNvSpPr/>
            <p:nvPr/>
          </p:nvSpPr>
          <p:spPr>
            <a:xfrm>
              <a:off x="222563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36"/>
            <p:cNvSpPr/>
            <p:nvPr/>
          </p:nvSpPr>
          <p:spPr>
            <a:xfrm>
              <a:off x="234514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36"/>
            <p:cNvSpPr/>
            <p:nvPr/>
          </p:nvSpPr>
          <p:spPr>
            <a:xfrm>
              <a:off x="246465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36"/>
            <p:cNvSpPr/>
            <p:nvPr/>
          </p:nvSpPr>
          <p:spPr>
            <a:xfrm>
              <a:off x="258415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36"/>
            <p:cNvSpPr/>
            <p:nvPr/>
          </p:nvSpPr>
          <p:spPr>
            <a:xfrm>
              <a:off x="270366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36"/>
            <p:cNvSpPr/>
            <p:nvPr/>
          </p:nvSpPr>
          <p:spPr>
            <a:xfrm>
              <a:off x="282317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36"/>
            <p:cNvSpPr/>
            <p:nvPr/>
          </p:nvSpPr>
          <p:spPr>
            <a:xfrm>
              <a:off x="294268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36"/>
            <p:cNvSpPr/>
            <p:nvPr/>
          </p:nvSpPr>
          <p:spPr>
            <a:xfrm>
              <a:off x="3062192"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36"/>
            <p:cNvSpPr/>
            <p:nvPr/>
          </p:nvSpPr>
          <p:spPr>
            <a:xfrm>
              <a:off x="31350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36"/>
            <p:cNvSpPr/>
            <p:nvPr/>
          </p:nvSpPr>
          <p:spPr>
            <a:xfrm>
              <a:off x="43301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36"/>
            <p:cNvSpPr/>
            <p:nvPr/>
          </p:nvSpPr>
          <p:spPr>
            <a:xfrm>
              <a:off x="55251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36"/>
            <p:cNvSpPr/>
            <p:nvPr/>
          </p:nvSpPr>
          <p:spPr>
            <a:xfrm>
              <a:off x="67202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36"/>
            <p:cNvSpPr/>
            <p:nvPr/>
          </p:nvSpPr>
          <p:spPr>
            <a:xfrm>
              <a:off x="79153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36"/>
            <p:cNvSpPr/>
            <p:nvPr/>
          </p:nvSpPr>
          <p:spPr>
            <a:xfrm>
              <a:off x="91104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36"/>
            <p:cNvSpPr/>
            <p:nvPr/>
          </p:nvSpPr>
          <p:spPr>
            <a:xfrm>
              <a:off x="1030552"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36"/>
            <p:cNvSpPr/>
            <p:nvPr/>
          </p:nvSpPr>
          <p:spPr>
            <a:xfrm>
              <a:off x="115006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36"/>
            <p:cNvSpPr/>
            <p:nvPr/>
          </p:nvSpPr>
          <p:spPr>
            <a:xfrm>
              <a:off x="126956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36"/>
            <p:cNvSpPr/>
            <p:nvPr/>
          </p:nvSpPr>
          <p:spPr>
            <a:xfrm>
              <a:off x="138907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36"/>
            <p:cNvSpPr/>
            <p:nvPr/>
          </p:nvSpPr>
          <p:spPr>
            <a:xfrm>
              <a:off x="1508585"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36"/>
            <p:cNvSpPr/>
            <p:nvPr/>
          </p:nvSpPr>
          <p:spPr>
            <a:xfrm>
              <a:off x="162809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36"/>
            <p:cNvSpPr/>
            <p:nvPr/>
          </p:nvSpPr>
          <p:spPr>
            <a:xfrm>
              <a:off x="174760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36"/>
            <p:cNvSpPr/>
            <p:nvPr/>
          </p:nvSpPr>
          <p:spPr>
            <a:xfrm>
              <a:off x="1867110"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36"/>
            <p:cNvSpPr/>
            <p:nvPr/>
          </p:nvSpPr>
          <p:spPr>
            <a:xfrm>
              <a:off x="198661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36"/>
            <p:cNvSpPr/>
            <p:nvPr/>
          </p:nvSpPr>
          <p:spPr>
            <a:xfrm>
              <a:off x="210612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36"/>
            <p:cNvSpPr/>
            <p:nvPr/>
          </p:nvSpPr>
          <p:spPr>
            <a:xfrm>
              <a:off x="222563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36"/>
            <p:cNvSpPr/>
            <p:nvPr/>
          </p:nvSpPr>
          <p:spPr>
            <a:xfrm>
              <a:off x="234514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36"/>
            <p:cNvSpPr/>
            <p:nvPr/>
          </p:nvSpPr>
          <p:spPr>
            <a:xfrm>
              <a:off x="246465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36"/>
            <p:cNvSpPr/>
            <p:nvPr/>
          </p:nvSpPr>
          <p:spPr>
            <a:xfrm>
              <a:off x="258415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36"/>
            <p:cNvSpPr/>
            <p:nvPr/>
          </p:nvSpPr>
          <p:spPr>
            <a:xfrm>
              <a:off x="270366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36"/>
            <p:cNvSpPr/>
            <p:nvPr/>
          </p:nvSpPr>
          <p:spPr>
            <a:xfrm>
              <a:off x="282317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36"/>
            <p:cNvSpPr/>
            <p:nvPr/>
          </p:nvSpPr>
          <p:spPr>
            <a:xfrm>
              <a:off x="294268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36"/>
            <p:cNvSpPr/>
            <p:nvPr/>
          </p:nvSpPr>
          <p:spPr>
            <a:xfrm>
              <a:off x="3062192"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36"/>
            <p:cNvSpPr/>
            <p:nvPr/>
          </p:nvSpPr>
          <p:spPr>
            <a:xfrm>
              <a:off x="31350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36"/>
            <p:cNvSpPr/>
            <p:nvPr/>
          </p:nvSpPr>
          <p:spPr>
            <a:xfrm>
              <a:off x="43301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36"/>
            <p:cNvSpPr/>
            <p:nvPr/>
          </p:nvSpPr>
          <p:spPr>
            <a:xfrm>
              <a:off x="55251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36"/>
            <p:cNvSpPr/>
            <p:nvPr/>
          </p:nvSpPr>
          <p:spPr>
            <a:xfrm>
              <a:off x="67202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36"/>
            <p:cNvSpPr/>
            <p:nvPr/>
          </p:nvSpPr>
          <p:spPr>
            <a:xfrm>
              <a:off x="79153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36"/>
            <p:cNvSpPr/>
            <p:nvPr/>
          </p:nvSpPr>
          <p:spPr>
            <a:xfrm>
              <a:off x="91104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36"/>
            <p:cNvSpPr/>
            <p:nvPr/>
          </p:nvSpPr>
          <p:spPr>
            <a:xfrm>
              <a:off x="1030552"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36"/>
            <p:cNvSpPr/>
            <p:nvPr/>
          </p:nvSpPr>
          <p:spPr>
            <a:xfrm>
              <a:off x="115006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36"/>
            <p:cNvSpPr/>
            <p:nvPr/>
          </p:nvSpPr>
          <p:spPr>
            <a:xfrm>
              <a:off x="126956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36"/>
            <p:cNvSpPr/>
            <p:nvPr/>
          </p:nvSpPr>
          <p:spPr>
            <a:xfrm>
              <a:off x="138907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36"/>
            <p:cNvSpPr/>
            <p:nvPr/>
          </p:nvSpPr>
          <p:spPr>
            <a:xfrm>
              <a:off x="1508585"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36"/>
            <p:cNvSpPr/>
            <p:nvPr/>
          </p:nvSpPr>
          <p:spPr>
            <a:xfrm>
              <a:off x="162809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36"/>
            <p:cNvSpPr/>
            <p:nvPr/>
          </p:nvSpPr>
          <p:spPr>
            <a:xfrm>
              <a:off x="174760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36"/>
            <p:cNvSpPr/>
            <p:nvPr/>
          </p:nvSpPr>
          <p:spPr>
            <a:xfrm>
              <a:off x="1867110"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36"/>
            <p:cNvSpPr/>
            <p:nvPr/>
          </p:nvSpPr>
          <p:spPr>
            <a:xfrm>
              <a:off x="198661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36"/>
            <p:cNvSpPr/>
            <p:nvPr/>
          </p:nvSpPr>
          <p:spPr>
            <a:xfrm>
              <a:off x="210612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36"/>
            <p:cNvSpPr/>
            <p:nvPr/>
          </p:nvSpPr>
          <p:spPr>
            <a:xfrm>
              <a:off x="222563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36"/>
            <p:cNvSpPr/>
            <p:nvPr/>
          </p:nvSpPr>
          <p:spPr>
            <a:xfrm>
              <a:off x="234514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36"/>
            <p:cNvSpPr/>
            <p:nvPr/>
          </p:nvSpPr>
          <p:spPr>
            <a:xfrm>
              <a:off x="246465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36"/>
            <p:cNvSpPr/>
            <p:nvPr/>
          </p:nvSpPr>
          <p:spPr>
            <a:xfrm>
              <a:off x="258415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36"/>
            <p:cNvSpPr/>
            <p:nvPr/>
          </p:nvSpPr>
          <p:spPr>
            <a:xfrm>
              <a:off x="270366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36"/>
            <p:cNvSpPr/>
            <p:nvPr/>
          </p:nvSpPr>
          <p:spPr>
            <a:xfrm>
              <a:off x="282317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36"/>
            <p:cNvSpPr/>
            <p:nvPr/>
          </p:nvSpPr>
          <p:spPr>
            <a:xfrm>
              <a:off x="294268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36"/>
            <p:cNvSpPr/>
            <p:nvPr/>
          </p:nvSpPr>
          <p:spPr>
            <a:xfrm>
              <a:off x="3062192"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36"/>
            <p:cNvSpPr/>
            <p:nvPr/>
          </p:nvSpPr>
          <p:spPr>
            <a:xfrm>
              <a:off x="31350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36"/>
            <p:cNvSpPr/>
            <p:nvPr/>
          </p:nvSpPr>
          <p:spPr>
            <a:xfrm>
              <a:off x="43301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36"/>
            <p:cNvSpPr/>
            <p:nvPr/>
          </p:nvSpPr>
          <p:spPr>
            <a:xfrm>
              <a:off x="55251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36"/>
            <p:cNvSpPr/>
            <p:nvPr/>
          </p:nvSpPr>
          <p:spPr>
            <a:xfrm>
              <a:off x="67202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36"/>
            <p:cNvSpPr/>
            <p:nvPr/>
          </p:nvSpPr>
          <p:spPr>
            <a:xfrm>
              <a:off x="79153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36"/>
            <p:cNvSpPr/>
            <p:nvPr/>
          </p:nvSpPr>
          <p:spPr>
            <a:xfrm>
              <a:off x="91104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36"/>
            <p:cNvSpPr/>
            <p:nvPr/>
          </p:nvSpPr>
          <p:spPr>
            <a:xfrm>
              <a:off x="1030552"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36"/>
            <p:cNvSpPr/>
            <p:nvPr/>
          </p:nvSpPr>
          <p:spPr>
            <a:xfrm>
              <a:off x="115006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36"/>
            <p:cNvSpPr/>
            <p:nvPr/>
          </p:nvSpPr>
          <p:spPr>
            <a:xfrm>
              <a:off x="126956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36"/>
            <p:cNvSpPr/>
            <p:nvPr/>
          </p:nvSpPr>
          <p:spPr>
            <a:xfrm>
              <a:off x="138907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36"/>
            <p:cNvSpPr/>
            <p:nvPr/>
          </p:nvSpPr>
          <p:spPr>
            <a:xfrm>
              <a:off x="1508585"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36"/>
            <p:cNvSpPr/>
            <p:nvPr/>
          </p:nvSpPr>
          <p:spPr>
            <a:xfrm>
              <a:off x="162809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36"/>
            <p:cNvSpPr/>
            <p:nvPr/>
          </p:nvSpPr>
          <p:spPr>
            <a:xfrm>
              <a:off x="174760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36"/>
            <p:cNvSpPr/>
            <p:nvPr/>
          </p:nvSpPr>
          <p:spPr>
            <a:xfrm>
              <a:off x="1867110"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36"/>
            <p:cNvSpPr/>
            <p:nvPr/>
          </p:nvSpPr>
          <p:spPr>
            <a:xfrm>
              <a:off x="198661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36"/>
            <p:cNvSpPr/>
            <p:nvPr/>
          </p:nvSpPr>
          <p:spPr>
            <a:xfrm>
              <a:off x="210612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36"/>
            <p:cNvSpPr/>
            <p:nvPr/>
          </p:nvSpPr>
          <p:spPr>
            <a:xfrm>
              <a:off x="222563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36"/>
            <p:cNvSpPr/>
            <p:nvPr/>
          </p:nvSpPr>
          <p:spPr>
            <a:xfrm>
              <a:off x="234514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36"/>
            <p:cNvSpPr/>
            <p:nvPr/>
          </p:nvSpPr>
          <p:spPr>
            <a:xfrm>
              <a:off x="246465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36"/>
            <p:cNvSpPr/>
            <p:nvPr/>
          </p:nvSpPr>
          <p:spPr>
            <a:xfrm>
              <a:off x="258415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36"/>
            <p:cNvSpPr/>
            <p:nvPr/>
          </p:nvSpPr>
          <p:spPr>
            <a:xfrm>
              <a:off x="270366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36"/>
            <p:cNvSpPr/>
            <p:nvPr/>
          </p:nvSpPr>
          <p:spPr>
            <a:xfrm>
              <a:off x="282317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36"/>
            <p:cNvSpPr/>
            <p:nvPr/>
          </p:nvSpPr>
          <p:spPr>
            <a:xfrm>
              <a:off x="294268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36"/>
            <p:cNvSpPr/>
            <p:nvPr/>
          </p:nvSpPr>
          <p:spPr>
            <a:xfrm>
              <a:off x="3062192"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62" name="Google Shape;19862;p36"/>
          <p:cNvGrpSpPr/>
          <p:nvPr/>
        </p:nvGrpSpPr>
        <p:grpSpPr>
          <a:xfrm>
            <a:off x="8320098" y="4866112"/>
            <a:ext cx="510133" cy="78484"/>
            <a:chOff x="3521300" y="154525"/>
            <a:chExt cx="1256175" cy="193500"/>
          </a:xfrm>
        </p:grpSpPr>
        <p:sp>
          <p:nvSpPr>
            <p:cNvPr id="19863" name="Google Shape;19863;p36"/>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36"/>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36"/>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36"/>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67" name="Google Shape;19867;p36"/>
          <p:cNvSpPr txBox="1">
            <a:spLocks noGrp="1"/>
          </p:cNvSpPr>
          <p:nvPr>
            <p:ph type="title" hasCustomPrompt="1"/>
          </p:nvPr>
        </p:nvSpPr>
        <p:spPr>
          <a:xfrm>
            <a:off x="3447675" y="1758325"/>
            <a:ext cx="5358600" cy="1319400"/>
          </a:xfrm>
          <a:prstGeom prst="rect">
            <a:avLst/>
          </a:prstGeom>
          <a:solidFill>
            <a:schemeClr val="lt1"/>
          </a:solidFill>
        </p:spPr>
        <p:txBody>
          <a:bodyPr spcFirstLastPara="1" wrap="square" lIns="91425" tIns="64000" rIns="91425" bIns="91425" anchor="b" anchorCtr="0">
            <a:noAutofit/>
          </a:bodyPr>
          <a:lstStyle>
            <a:lvl1pPr lvl="0" algn="l" rtl="0">
              <a:spcBef>
                <a:spcPts val="0"/>
              </a:spcBef>
              <a:spcAft>
                <a:spcPts val="0"/>
              </a:spcAft>
              <a:buSzPts val="9600"/>
              <a:buNone/>
              <a:defRPr sz="87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19868" name="Google Shape;19868;p36"/>
          <p:cNvSpPr txBox="1">
            <a:spLocks noGrp="1"/>
          </p:cNvSpPr>
          <p:nvPr>
            <p:ph type="subTitle" idx="1"/>
          </p:nvPr>
        </p:nvSpPr>
        <p:spPr>
          <a:xfrm>
            <a:off x="3447675" y="3016229"/>
            <a:ext cx="4277100" cy="397500"/>
          </a:xfrm>
          <a:prstGeom prst="rect">
            <a:avLst/>
          </a:prstGeom>
          <a:solidFill>
            <a:schemeClr val="lt1"/>
          </a:solidFill>
        </p:spPr>
        <p:txBody>
          <a:bodyPr spcFirstLastPara="1" wrap="square" lIns="0" tIns="0" rIns="0" bIns="0"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9869"/>
        <p:cNvGrpSpPr/>
        <p:nvPr/>
      </p:nvGrpSpPr>
      <p:grpSpPr>
        <a:xfrm>
          <a:off x="0" y="0"/>
          <a:ext cx="0" cy="0"/>
          <a:chOff x="0" y="0"/>
          <a:chExt cx="0" cy="0"/>
        </a:xfrm>
      </p:grpSpPr>
      <p:sp>
        <p:nvSpPr>
          <p:cNvPr id="19870" name="Google Shape;19870;p37"/>
          <p:cNvSpPr txBox="1">
            <a:spLocks noGrp="1"/>
          </p:cNvSpPr>
          <p:nvPr>
            <p:ph type="title" hasCustomPrompt="1"/>
          </p:nvPr>
        </p:nvSpPr>
        <p:spPr>
          <a:xfrm>
            <a:off x="2514600" y="540000"/>
            <a:ext cx="41148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9871" name="Google Shape;19871;p37"/>
          <p:cNvSpPr txBox="1">
            <a:spLocks noGrp="1"/>
          </p:cNvSpPr>
          <p:nvPr>
            <p:ph type="subTitle" idx="1"/>
          </p:nvPr>
        </p:nvSpPr>
        <p:spPr>
          <a:xfrm>
            <a:off x="2514600" y="1368300"/>
            <a:ext cx="41148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872" name="Google Shape;19872;p37"/>
          <p:cNvSpPr txBox="1">
            <a:spLocks noGrp="1"/>
          </p:cNvSpPr>
          <p:nvPr>
            <p:ph type="title" idx="2" hasCustomPrompt="1"/>
          </p:nvPr>
        </p:nvSpPr>
        <p:spPr>
          <a:xfrm>
            <a:off x="2514600" y="2020488"/>
            <a:ext cx="41148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9873" name="Google Shape;19873;p37"/>
          <p:cNvSpPr txBox="1">
            <a:spLocks noGrp="1"/>
          </p:cNvSpPr>
          <p:nvPr>
            <p:ph type="subTitle" idx="3"/>
          </p:nvPr>
        </p:nvSpPr>
        <p:spPr>
          <a:xfrm>
            <a:off x="2514600" y="2848788"/>
            <a:ext cx="41148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874" name="Google Shape;19874;p37"/>
          <p:cNvSpPr txBox="1">
            <a:spLocks noGrp="1"/>
          </p:cNvSpPr>
          <p:nvPr>
            <p:ph type="title" idx="4" hasCustomPrompt="1"/>
          </p:nvPr>
        </p:nvSpPr>
        <p:spPr>
          <a:xfrm>
            <a:off x="2514600" y="3500988"/>
            <a:ext cx="41148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9875" name="Google Shape;19875;p37"/>
          <p:cNvSpPr txBox="1">
            <a:spLocks noGrp="1"/>
          </p:cNvSpPr>
          <p:nvPr>
            <p:ph type="subTitle" idx="5"/>
          </p:nvPr>
        </p:nvSpPr>
        <p:spPr>
          <a:xfrm>
            <a:off x="2514600" y="4329288"/>
            <a:ext cx="41148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9876" name="Google Shape;19876;p37"/>
          <p:cNvGrpSpPr/>
          <p:nvPr/>
        </p:nvGrpSpPr>
        <p:grpSpPr>
          <a:xfrm>
            <a:off x="313503" y="540001"/>
            <a:ext cx="8516819" cy="4063568"/>
            <a:chOff x="313503" y="540001"/>
            <a:chExt cx="8516819" cy="4063568"/>
          </a:xfrm>
        </p:grpSpPr>
        <p:sp>
          <p:nvSpPr>
            <p:cNvPr id="19877" name="Google Shape;19877;p37"/>
            <p:cNvSpPr/>
            <p:nvPr/>
          </p:nvSpPr>
          <p:spPr>
            <a:xfrm>
              <a:off x="31350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37"/>
            <p:cNvSpPr/>
            <p:nvPr/>
          </p:nvSpPr>
          <p:spPr>
            <a:xfrm>
              <a:off x="43301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37"/>
            <p:cNvSpPr/>
            <p:nvPr/>
          </p:nvSpPr>
          <p:spPr>
            <a:xfrm>
              <a:off x="55251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37"/>
            <p:cNvSpPr/>
            <p:nvPr/>
          </p:nvSpPr>
          <p:spPr>
            <a:xfrm>
              <a:off x="67202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37"/>
            <p:cNvSpPr/>
            <p:nvPr/>
          </p:nvSpPr>
          <p:spPr>
            <a:xfrm>
              <a:off x="79153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37"/>
            <p:cNvSpPr/>
            <p:nvPr/>
          </p:nvSpPr>
          <p:spPr>
            <a:xfrm>
              <a:off x="91104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37"/>
            <p:cNvSpPr/>
            <p:nvPr/>
          </p:nvSpPr>
          <p:spPr>
            <a:xfrm>
              <a:off x="103055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37"/>
            <p:cNvSpPr/>
            <p:nvPr/>
          </p:nvSpPr>
          <p:spPr>
            <a:xfrm>
              <a:off x="820125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37"/>
            <p:cNvSpPr/>
            <p:nvPr/>
          </p:nvSpPr>
          <p:spPr>
            <a:xfrm>
              <a:off x="832076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37"/>
            <p:cNvSpPr/>
            <p:nvPr/>
          </p:nvSpPr>
          <p:spPr>
            <a:xfrm>
              <a:off x="844028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37"/>
            <p:cNvSpPr/>
            <p:nvPr/>
          </p:nvSpPr>
          <p:spPr>
            <a:xfrm>
              <a:off x="855979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37"/>
            <p:cNvSpPr/>
            <p:nvPr/>
          </p:nvSpPr>
          <p:spPr>
            <a:xfrm>
              <a:off x="867930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37"/>
            <p:cNvSpPr/>
            <p:nvPr/>
          </p:nvSpPr>
          <p:spPr>
            <a:xfrm>
              <a:off x="879882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37"/>
            <p:cNvSpPr/>
            <p:nvPr/>
          </p:nvSpPr>
          <p:spPr>
            <a:xfrm>
              <a:off x="31350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37"/>
            <p:cNvSpPr/>
            <p:nvPr/>
          </p:nvSpPr>
          <p:spPr>
            <a:xfrm>
              <a:off x="43301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37"/>
            <p:cNvSpPr/>
            <p:nvPr/>
          </p:nvSpPr>
          <p:spPr>
            <a:xfrm>
              <a:off x="55251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37"/>
            <p:cNvSpPr/>
            <p:nvPr/>
          </p:nvSpPr>
          <p:spPr>
            <a:xfrm>
              <a:off x="67202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37"/>
            <p:cNvSpPr/>
            <p:nvPr/>
          </p:nvSpPr>
          <p:spPr>
            <a:xfrm>
              <a:off x="79153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37"/>
            <p:cNvSpPr/>
            <p:nvPr/>
          </p:nvSpPr>
          <p:spPr>
            <a:xfrm>
              <a:off x="91104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37"/>
            <p:cNvSpPr/>
            <p:nvPr/>
          </p:nvSpPr>
          <p:spPr>
            <a:xfrm>
              <a:off x="103055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37"/>
            <p:cNvSpPr/>
            <p:nvPr/>
          </p:nvSpPr>
          <p:spPr>
            <a:xfrm>
              <a:off x="820125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37"/>
            <p:cNvSpPr/>
            <p:nvPr/>
          </p:nvSpPr>
          <p:spPr>
            <a:xfrm>
              <a:off x="832076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37"/>
            <p:cNvSpPr/>
            <p:nvPr/>
          </p:nvSpPr>
          <p:spPr>
            <a:xfrm>
              <a:off x="844028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37"/>
            <p:cNvSpPr/>
            <p:nvPr/>
          </p:nvSpPr>
          <p:spPr>
            <a:xfrm>
              <a:off x="855979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37"/>
            <p:cNvSpPr/>
            <p:nvPr/>
          </p:nvSpPr>
          <p:spPr>
            <a:xfrm>
              <a:off x="867930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37"/>
            <p:cNvSpPr/>
            <p:nvPr/>
          </p:nvSpPr>
          <p:spPr>
            <a:xfrm>
              <a:off x="879882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37"/>
            <p:cNvSpPr/>
            <p:nvPr/>
          </p:nvSpPr>
          <p:spPr>
            <a:xfrm>
              <a:off x="31350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37"/>
            <p:cNvSpPr/>
            <p:nvPr/>
          </p:nvSpPr>
          <p:spPr>
            <a:xfrm>
              <a:off x="43301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37"/>
            <p:cNvSpPr/>
            <p:nvPr/>
          </p:nvSpPr>
          <p:spPr>
            <a:xfrm>
              <a:off x="55251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37"/>
            <p:cNvSpPr/>
            <p:nvPr/>
          </p:nvSpPr>
          <p:spPr>
            <a:xfrm>
              <a:off x="67202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37"/>
            <p:cNvSpPr/>
            <p:nvPr/>
          </p:nvSpPr>
          <p:spPr>
            <a:xfrm>
              <a:off x="79153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37"/>
            <p:cNvSpPr/>
            <p:nvPr/>
          </p:nvSpPr>
          <p:spPr>
            <a:xfrm>
              <a:off x="91104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37"/>
            <p:cNvSpPr/>
            <p:nvPr/>
          </p:nvSpPr>
          <p:spPr>
            <a:xfrm>
              <a:off x="103055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37"/>
            <p:cNvSpPr/>
            <p:nvPr/>
          </p:nvSpPr>
          <p:spPr>
            <a:xfrm>
              <a:off x="820125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37"/>
            <p:cNvSpPr/>
            <p:nvPr/>
          </p:nvSpPr>
          <p:spPr>
            <a:xfrm>
              <a:off x="832076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37"/>
            <p:cNvSpPr/>
            <p:nvPr/>
          </p:nvSpPr>
          <p:spPr>
            <a:xfrm>
              <a:off x="844028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37"/>
            <p:cNvSpPr/>
            <p:nvPr/>
          </p:nvSpPr>
          <p:spPr>
            <a:xfrm>
              <a:off x="855979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37"/>
            <p:cNvSpPr/>
            <p:nvPr/>
          </p:nvSpPr>
          <p:spPr>
            <a:xfrm>
              <a:off x="867930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37"/>
            <p:cNvSpPr/>
            <p:nvPr/>
          </p:nvSpPr>
          <p:spPr>
            <a:xfrm>
              <a:off x="879882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37"/>
            <p:cNvSpPr/>
            <p:nvPr/>
          </p:nvSpPr>
          <p:spPr>
            <a:xfrm>
              <a:off x="31350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37"/>
            <p:cNvSpPr/>
            <p:nvPr/>
          </p:nvSpPr>
          <p:spPr>
            <a:xfrm>
              <a:off x="43301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37"/>
            <p:cNvSpPr/>
            <p:nvPr/>
          </p:nvSpPr>
          <p:spPr>
            <a:xfrm>
              <a:off x="55251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37"/>
            <p:cNvSpPr/>
            <p:nvPr/>
          </p:nvSpPr>
          <p:spPr>
            <a:xfrm>
              <a:off x="67202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37"/>
            <p:cNvSpPr/>
            <p:nvPr/>
          </p:nvSpPr>
          <p:spPr>
            <a:xfrm>
              <a:off x="79153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37"/>
            <p:cNvSpPr/>
            <p:nvPr/>
          </p:nvSpPr>
          <p:spPr>
            <a:xfrm>
              <a:off x="91104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37"/>
            <p:cNvSpPr/>
            <p:nvPr/>
          </p:nvSpPr>
          <p:spPr>
            <a:xfrm>
              <a:off x="103055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37"/>
            <p:cNvSpPr/>
            <p:nvPr/>
          </p:nvSpPr>
          <p:spPr>
            <a:xfrm>
              <a:off x="820125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37"/>
            <p:cNvSpPr/>
            <p:nvPr/>
          </p:nvSpPr>
          <p:spPr>
            <a:xfrm>
              <a:off x="832076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37"/>
            <p:cNvSpPr/>
            <p:nvPr/>
          </p:nvSpPr>
          <p:spPr>
            <a:xfrm>
              <a:off x="844028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37"/>
            <p:cNvSpPr/>
            <p:nvPr/>
          </p:nvSpPr>
          <p:spPr>
            <a:xfrm>
              <a:off x="855979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37"/>
            <p:cNvSpPr/>
            <p:nvPr/>
          </p:nvSpPr>
          <p:spPr>
            <a:xfrm>
              <a:off x="867930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37"/>
            <p:cNvSpPr/>
            <p:nvPr/>
          </p:nvSpPr>
          <p:spPr>
            <a:xfrm>
              <a:off x="879882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37"/>
            <p:cNvSpPr/>
            <p:nvPr/>
          </p:nvSpPr>
          <p:spPr>
            <a:xfrm>
              <a:off x="31350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37"/>
            <p:cNvSpPr/>
            <p:nvPr/>
          </p:nvSpPr>
          <p:spPr>
            <a:xfrm>
              <a:off x="43301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37"/>
            <p:cNvSpPr/>
            <p:nvPr/>
          </p:nvSpPr>
          <p:spPr>
            <a:xfrm>
              <a:off x="55251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37"/>
            <p:cNvSpPr/>
            <p:nvPr/>
          </p:nvSpPr>
          <p:spPr>
            <a:xfrm>
              <a:off x="67202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37"/>
            <p:cNvSpPr/>
            <p:nvPr/>
          </p:nvSpPr>
          <p:spPr>
            <a:xfrm>
              <a:off x="79153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37"/>
            <p:cNvSpPr/>
            <p:nvPr/>
          </p:nvSpPr>
          <p:spPr>
            <a:xfrm>
              <a:off x="91104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37"/>
            <p:cNvSpPr/>
            <p:nvPr/>
          </p:nvSpPr>
          <p:spPr>
            <a:xfrm>
              <a:off x="103055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37"/>
            <p:cNvSpPr/>
            <p:nvPr/>
          </p:nvSpPr>
          <p:spPr>
            <a:xfrm>
              <a:off x="820125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37"/>
            <p:cNvSpPr/>
            <p:nvPr/>
          </p:nvSpPr>
          <p:spPr>
            <a:xfrm>
              <a:off x="832076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37"/>
            <p:cNvSpPr/>
            <p:nvPr/>
          </p:nvSpPr>
          <p:spPr>
            <a:xfrm>
              <a:off x="844028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37"/>
            <p:cNvSpPr/>
            <p:nvPr/>
          </p:nvSpPr>
          <p:spPr>
            <a:xfrm>
              <a:off x="855979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37"/>
            <p:cNvSpPr/>
            <p:nvPr/>
          </p:nvSpPr>
          <p:spPr>
            <a:xfrm>
              <a:off x="867930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37"/>
            <p:cNvSpPr/>
            <p:nvPr/>
          </p:nvSpPr>
          <p:spPr>
            <a:xfrm>
              <a:off x="879882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37"/>
            <p:cNvSpPr/>
            <p:nvPr/>
          </p:nvSpPr>
          <p:spPr>
            <a:xfrm>
              <a:off x="31350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37"/>
            <p:cNvSpPr/>
            <p:nvPr/>
          </p:nvSpPr>
          <p:spPr>
            <a:xfrm>
              <a:off x="43301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37"/>
            <p:cNvSpPr/>
            <p:nvPr/>
          </p:nvSpPr>
          <p:spPr>
            <a:xfrm>
              <a:off x="55251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37"/>
            <p:cNvSpPr/>
            <p:nvPr/>
          </p:nvSpPr>
          <p:spPr>
            <a:xfrm>
              <a:off x="67202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37"/>
            <p:cNvSpPr/>
            <p:nvPr/>
          </p:nvSpPr>
          <p:spPr>
            <a:xfrm>
              <a:off x="79153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37"/>
            <p:cNvSpPr/>
            <p:nvPr/>
          </p:nvSpPr>
          <p:spPr>
            <a:xfrm>
              <a:off x="91104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37"/>
            <p:cNvSpPr/>
            <p:nvPr/>
          </p:nvSpPr>
          <p:spPr>
            <a:xfrm>
              <a:off x="103055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37"/>
            <p:cNvSpPr/>
            <p:nvPr/>
          </p:nvSpPr>
          <p:spPr>
            <a:xfrm>
              <a:off x="820125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37"/>
            <p:cNvSpPr/>
            <p:nvPr/>
          </p:nvSpPr>
          <p:spPr>
            <a:xfrm>
              <a:off x="832076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37"/>
            <p:cNvSpPr/>
            <p:nvPr/>
          </p:nvSpPr>
          <p:spPr>
            <a:xfrm>
              <a:off x="844028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37"/>
            <p:cNvSpPr/>
            <p:nvPr/>
          </p:nvSpPr>
          <p:spPr>
            <a:xfrm>
              <a:off x="855979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37"/>
            <p:cNvSpPr/>
            <p:nvPr/>
          </p:nvSpPr>
          <p:spPr>
            <a:xfrm>
              <a:off x="867930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37"/>
            <p:cNvSpPr/>
            <p:nvPr/>
          </p:nvSpPr>
          <p:spPr>
            <a:xfrm>
              <a:off x="879882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37"/>
            <p:cNvSpPr/>
            <p:nvPr/>
          </p:nvSpPr>
          <p:spPr>
            <a:xfrm>
              <a:off x="31350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37"/>
            <p:cNvSpPr/>
            <p:nvPr/>
          </p:nvSpPr>
          <p:spPr>
            <a:xfrm>
              <a:off x="43301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37"/>
            <p:cNvSpPr/>
            <p:nvPr/>
          </p:nvSpPr>
          <p:spPr>
            <a:xfrm>
              <a:off x="55251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37"/>
            <p:cNvSpPr/>
            <p:nvPr/>
          </p:nvSpPr>
          <p:spPr>
            <a:xfrm>
              <a:off x="67202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37"/>
            <p:cNvSpPr/>
            <p:nvPr/>
          </p:nvSpPr>
          <p:spPr>
            <a:xfrm>
              <a:off x="79153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37"/>
            <p:cNvSpPr/>
            <p:nvPr/>
          </p:nvSpPr>
          <p:spPr>
            <a:xfrm>
              <a:off x="91104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37"/>
            <p:cNvSpPr/>
            <p:nvPr/>
          </p:nvSpPr>
          <p:spPr>
            <a:xfrm>
              <a:off x="103055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37"/>
            <p:cNvSpPr/>
            <p:nvPr/>
          </p:nvSpPr>
          <p:spPr>
            <a:xfrm>
              <a:off x="820125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37"/>
            <p:cNvSpPr/>
            <p:nvPr/>
          </p:nvSpPr>
          <p:spPr>
            <a:xfrm>
              <a:off x="832076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37"/>
            <p:cNvSpPr/>
            <p:nvPr/>
          </p:nvSpPr>
          <p:spPr>
            <a:xfrm>
              <a:off x="844028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37"/>
            <p:cNvSpPr/>
            <p:nvPr/>
          </p:nvSpPr>
          <p:spPr>
            <a:xfrm>
              <a:off x="855979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37"/>
            <p:cNvSpPr/>
            <p:nvPr/>
          </p:nvSpPr>
          <p:spPr>
            <a:xfrm>
              <a:off x="867930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37"/>
            <p:cNvSpPr/>
            <p:nvPr/>
          </p:nvSpPr>
          <p:spPr>
            <a:xfrm>
              <a:off x="879882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37"/>
            <p:cNvSpPr/>
            <p:nvPr/>
          </p:nvSpPr>
          <p:spPr>
            <a:xfrm>
              <a:off x="31350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37"/>
            <p:cNvSpPr/>
            <p:nvPr/>
          </p:nvSpPr>
          <p:spPr>
            <a:xfrm>
              <a:off x="43301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37"/>
            <p:cNvSpPr/>
            <p:nvPr/>
          </p:nvSpPr>
          <p:spPr>
            <a:xfrm>
              <a:off x="55251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37"/>
            <p:cNvSpPr/>
            <p:nvPr/>
          </p:nvSpPr>
          <p:spPr>
            <a:xfrm>
              <a:off x="67202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37"/>
            <p:cNvSpPr/>
            <p:nvPr/>
          </p:nvSpPr>
          <p:spPr>
            <a:xfrm>
              <a:off x="79153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37"/>
            <p:cNvSpPr/>
            <p:nvPr/>
          </p:nvSpPr>
          <p:spPr>
            <a:xfrm>
              <a:off x="91104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37"/>
            <p:cNvSpPr/>
            <p:nvPr/>
          </p:nvSpPr>
          <p:spPr>
            <a:xfrm>
              <a:off x="103055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37"/>
            <p:cNvSpPr/>
            <p:nvPr/>
          </p:nvSpPr>
          <p:spPr>
            <a:xfrm>
              <a:off x="820125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37"/>
            <p:cNvSpPr/>
            <p:nvPr/>
          </p:nvSpPr>
          <p:spPr>
            <a:xfrm>
              <a:off x="832076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37"/>
            <p:cNvSpPr/>
            <p:nvPr/>
          </p:nvSpPr>
          <p:spPr>
            <a:xfrm>
              <a:off x="844028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37"/>
            <p:cNvSpPr/>
            <p:nvPr/>
          </p:nvSpPr>
          <p:spPr>
            <a:xfrm>
              <a:off x="855979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37"/>
            <p:cNvSpPr/>
            <p:nvPr/>
          </p:nvSpPr>
          <p:spPr>
            <a:xfrm>
              <a:off x="867930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37"/>
            <p:cNvSpPr/>
            <p:nvPr/>
          </p:nvSpPr>
          <p:spPr>
            <a:xfrm>
              <a:off x="879882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37"/>
            <p:cNvSpPr/>
            <p:nvPr/>
          </p:nvSpPr>
          <p:spPr>
            <a:xfrm>
              <a:off x="31350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37"/>
            <p:cNvSpPr/>
            <p:nvPr/>
          </p:nvSpPr>
          <p:spPr>
            <a:xfrm>
              <a:off x="43301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37"/>
            <p:cNvSpPr/>
            <p:nvPr/>
          </p:nvSpPr>
          <p:spPr>
            <a:xfrm>
              <a:off x="55251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37"/>
            <p:cNvSpPr/>
            <p:nvPr/>
          </p:nvSpPr>
          <p:spPr>
            <a:xfrm>
              <a:off x="67202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37"/>
            <p:cNvSpPr/>
            <p:nvPr/>
          </p:nvSpPr>
          <p:spPr>
            <a:xfrm>
              <a:off x="79153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37"/>
            <p:cNvSpPr/>
            <p:nvPr/>
          </p:nvSpPr>
          <p:spPr>
            <a:xfrm>
              <a:off x="91104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37"/>
            <p:cNvSpPr/>
            <p:nvPr/>
          </p:nvSpPr>
          <p:spPr>
            <a:xfrm>
              <a:off x="103055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37"/>
            <p:cNvSpPr/>
            <p:nvPr/>
          </p:nvSpPr>
          <p:spPr>
            <a:xfrm>
              <a:off x="820125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37"/>
            <p:cNvSpPr/>
            <p:nvPr/>
          </p:nvSpPr>
          <p:spPr>
            <a:xfrm>
              <a:off x="832076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37"/>
            <p:cNvSpPr/>
            <p:nvPr/>
          </p:nvSpPr>
          <p:spPr>
            <a:xfrm>
              <a:off x="844028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37"/>
            <p:cNvSpPr/>
            <p:nvPr/>
          </p:nvSpPr>
          <p:spPr>
            <a:xfrm>
              <a:off x="855979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37"/>
            <p:cNvSpPr/>
            <p:nvPr/>
          </p:nvSpPr>
          <p:spPr>
            <a:xfrm>
              <a:off x="867930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37"/>
            <p:cNvSpPr/>
            <p:nvPr/>
          </p:nvSpPr>
          <p:spPr>
            <a:xfrm>
              <a:off x="879882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37"/>
            <p:cNvSpPr/>
            <p:nvPr/>
          </p:nvSpPr>
          <p:spPr>
            <a:xfrm>
              <a:off x="31350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37"/>
            <p:cNvSpPr/>
            <p:nvPr/>
          </p:nvSpPr>
          <p:spPr>
            <a:xfrm>
              <a:off x="43301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37"/>
            <p:cNvSpPr/>
            <p:nvPr/>
          </p:nvSpPr>
          <p:spPr>
            <a:xfrm>
              <a:off x="55251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37"/>
            <p:cNvSpPr/>
            <p:nvPr/>
          </p:nvSpPr>
          <p:spPr>
            <a:xfrm>
              <a:off x="67202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37"/>
            <p:cNvSpPr/>
            <p:nvPr/>
          </p:nvSpPr>
          <p:spPr>
            <a:xfrm>
              <a:off x="79153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37"/>
            <p:cNvSpPr/>
            <p:nvPr/>
          </p:nvSpPr>
          <p:spPr>
            <a:xfrm>
              <a:off x="91104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37"/>
            <p:cNvSpPr/>
            <p:nvPr/>
          </p:nvSpPr>
          <p:spPr>
            <a:xfrm>
              <a:off x="103055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37"/>
            <p:cNvSpPr/>
            <p:nvPr/>
          </p:nvSpPr>
          <p:spPr>
            <a:xfrm>
              <a:off x="820125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37"/>
            <p:cNvSpPr/>
            <p:nvPr/>
          </p:nvSpPr>
          <p:spPr>
            <a:xfrm>
              <a:off x="832076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37"/>
            <p:cNvSpPr/>
            <p:nvPr/>
          </p:nvSpPr>
          <p:spPr>
            <a:xfrm>
              <a:off x="844028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37"/>
            <p:cNvSpPr/>
            <p:nvPr/>
          </p:nvSpPr>
          <p:spPr>
            <a:xfrm>
              <a:off x="855979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37"/>
            <p:cNvSpPr/>
            <p:nvPr/>
          </p:nvSpPr>
          <p:spPr>
            <a:xfrm>
              <a:off x="867930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37"/>
            <p:cNvSpPr/>
            <p:nvPr/>
          </p:nvSpPr>
          <p:spPr>
            <a:xfrm>
              <a:off x="879882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37"/>
            <p:cNvSpPr/>
            <p:nvPr/>
          </p:nvSpPr>
          <p:spPr>
            <a:xfrm>
              <a:off x="31350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37"/>
            <p:cNvSpPr/>
            <p:nvPr/>
          </p:nvSpPr>
          <p:spPr>
            <a:xfrm>
              <a:off x="43301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37"/>
            <p:cNvSpPr/>
            <p:nvPr/>
          </p:nvSpPr>
          <p:spPr>
            <a:xfrm>
              <a:off x="55251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37"/>
            <p:cNvSpPr/>
            <p:nvPr/>
          </p:nvSpPr>
          <p:spPr>
            <a:xfrm>
              <a:off x="67202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37"/>
            <p:cNvSpPr/>
            <p:nvPr/>
          </p:nvSpPr>
          <p:spPr>
            <a:xfrm>
              <a:off x="79153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37"/>
            <p:cNvSpPr/>
            <p:nvPr/>
          </p:nvSpPr>
          <p:spPr>
            <a:xfrm>
              <a:off x="91104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37"/>
            <p:cNvSpPr/>
            <p:nvPr/>
          </p:nvSpPr>
          <p:spPr>
            <a:xfrm>
              <a:off x="103055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37"/>
            <p:cNvSpPr/>
            <p:nvPr/>
          </p:nvSpPr>
          <p:spPr>
            <a:xfrm>
              <a:off x="820125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37"/>
            <p:cNvSpPr/>
            <p:nvPr/>
          </p:nvSpPr>
          <p:spPr>
            <a:xfrm>
              <a:off x="832076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37"/>
            <p:cNvSpPr/>
            <p:nvPr/>
          </p:nvSpPr>
          <p:spPr>
            <a:xfrm>
              <a:off x="844028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37"/>
            <p:cNvSpPr/>
            <p:nvPr/>
          </p:nvSpPr>
          <p:spPr>
            <a:xfrm>
              <a:off x="855979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37"/>
            <p:cNvSpPr/>
            <p:nvPr/>
          </p:nvSpPr>
          <p:spPr>
            <a:xfrm>
              <a:off x="867930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37"/>
            <p:cNvSpPr/>
            <p:nvPr/>
          </p:nvSpPr>
          <p:spPr>
            <a:xfrm>
              <a:off x="879882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37"/>
            <p:cNvSpPr/>
            <p:nvPr/>
          </p:nvSpPr>
          <p:spPr>
            <a:xfrm>
              <a:off x="31350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37"/>
            <p:cNvSpPr/>
            <p:nvPr/>
          </p:nvSpPr>
          <p:spPr>
            <a:xfrm>
              <a:off x="43301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37"/>
            <p:cNvSpPr/>
            <p:nvPr/>
          </p:nvSpPr>
          <p:spPr>
            <a:xfrm>
              <a:off x="55251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37"/>
            <p:cNvSpPr/>
            <p:nvPr/>
          </p:nvSpPr>
          <p:spPr>
            <a:xfrm>
              <a:off x="67202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37"/>
            <p:cNvSpPr/>
            <p:nvPr/>
          </p:nvSpPr>
          <p:spPr>
            <a:xfrm>
              <a:off x="79153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37"/>
            <p:cNvSpPr/>
            <p:nvPr/>
          </p:nvSpPr>
          <p:spPr>
            <a:xfrm>
              <a:off x="91104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37"/>
            <p:cNvSpPr/>
            <p:nvPr/>
          </p:nvSpPr>
          <p:spPr>
            <a:xfrm>
              <a:off x="103055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37"/>
            <p:cNvSpPr/>
            <p:nvPr/>
          </p:nvSpPr>
          <p:spPr>
            <a:xfrm>
              <a:off x="820125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37"/>
            <p:cNvSpPr/>
            <p:nvPr/>
          </p:nvSpPr>
          <p:spPr>
            <a:xfrm>
              <a:off x="832076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37"/>
            <p:cNvSpPr/>
            <p:nvPr/>
          </p:nvSpPr>
          <p:spPr>
            <a:xfrm>
              <a:off x="844028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37"/>
            <p:cNvSpPr/>
            <p:nvPr/>
          </p:nvSpPr>
          <p:spPr>
            <a:xfrm>
              <a:off x="855979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37"/>
            <p:cNvSpPr/>
            <p:nvPr/>
          </p:nvSpPr>
          <p:spPr>
            <a:xfrm>
              <a:off x="867930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37"/>
            <p:cNvSpPr/>
            <p:nvPr/>
          </p:nvSpPr>
          <p:spPr>
            <a:xfrm>
              <a:off x="879882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37"/>
            <p:cNvSpPr/>
            <p:nvPr/>
          </p:nvSpPr>
          <p:spPr>
            <a:xfrm>
              <a:off x="31350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37"/>
            <p:cNvSpPr/>
            <p:nvPr/>
          </p:nvSpPr>
          <p:spPr>
            <a:xfrm>
              <a:off x="43301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37"/>
            <p:cNvSpPr/>
            <p:nvPr/>
          </p:nvSpPr>
          <p:spPr>
            <a:xfrm>
              <a:off x="55251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37"/>
            <p:cNvSpPr/>
            <p:nvPr/>
          </p:nvSpPr>
          <p:spPr>
            <a:xfrm>
              <a:off x="67202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37"/>
            <p:cNvSpPr/>
            <p:nvPr/>
          </p:nvSpPr>
          <p:spPr>
            <a:xfrm>
              <a:off x="79153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37"/>
            <p:cNvSpPr/>
            <p:nvPr/>
          </p:nvSpPr>
          <p:spPr>
            <a:xfrm>
              <a:off x="91104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37"/>
            <p:cNvSpPr/>
            <p:nvPr/>
          </p:nvSpPr>
          <p:spPr>
            <a:xfrm>
              <a:off x="103055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37"/>
            <p:cNvSpPr/>
            <p:nvPr/>
          </p:nvSpPr>
          <p:spPr>
            <a:xfrm>
              <a:off x="820125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37"/>
            <p:cNvSpPr/>
            <p:nvPr/>
          </p:nvSpPr>
          <p:spPr>
            <a:xfrm>
              <a:off x="832076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37"/>
            <p:cNvSpPr/>
            <p:nvPr/>
          </p:nvSpPr>
          <p:spPr>
            <a:xfrm>
              <a:off x="844028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37"/>
            <p:cNvSpPr/>
            <p:nvPr/>
          </p:nvSpPr>
          <p:spPr>
            <a:xfrm>
              <a:off x="855979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37"/>
            <p:cNvSpPr/>
            <p:nvPr/>
          </p:nvSpPr>
          <p:spPr>
            <a:xfrm>
              <a:off x="867930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37"/>
            <p:cNvSpPr/>
            <p:nvPr/>
          </p:nvSpPr>
          <p:spPr>
            <a:xfrm>
              <a:off x="879882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37"/>
            <p:cNvSpPr/>
            <p:nvPr/>
          </p:nvSpPr>
          <p:spPr>
            <a:xfrm>
              <a:off x="31350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37"/>
            <p:cNvSpPr/>
            <p:nvPr/>
          </p:nvSpPr>
          <p:spPr>
            <a:xfrm>
              <a:off x="43301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37"/>
            <p:cNvSpPr/>
            <p:nvPr/>
          </p:nvSpPr>
          <p:spPr>
            <a:xfrm>
              <a:off x="55251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37"/>
            <p:cNvSpPr/>
            <p:nvPr/>
          </p:nvSpPr>
          <p:spPr>
            <a:xfrm>
              <a:off x="67202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37"/>
            <p:cNvSpPr/>
            <p:nvPr/>
          </p:nvSpPr>
          <p:spPr>
            <a:xfrm>
              <a:off x="79153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37"/>
            <p:cNvSpPr/>
            <p:nvPr/>
          </p:nvSpPr>
          <p:spPr>
            <a:xfrm>
              <a:off x="91104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37"/>
            <p:cNvSpPr/>
            <p:nvPr/>
          </p:nvSpPr>
          <p:spPr>
            <a:xfrm>
              <a:off x="103055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37"/>
            <p:cNvSpPr/>
            <p:nvPr/>
          </p:nvSpPr>
          <p:spPr>
            <a:xfrm>
              <a:off x="820125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37"/>
            <p:cNvSpPr/>
            <p:nvPr/>
          </p:nvSpPr>
          <p:spPr>
            <a:xfrm>
              <a:off x="832076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37"/>
            <p:cNvSpPr/>
            <p:nvPr/>
          </p:nvSpPr>
          <p:spPr>
            <a:xfrm>
              <a:off x="844028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37"/>
            <p:cNvSpPr/>
            <p:nvPr/>
          </p:nvSpPr>
          <p:spPr>
            <a:xfrm>
              <a:off x="855979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37"/>
            <p:cNvSpPr/>
            <p:nvPr/>
          </p:nvSpPr>
          <p:spPr>
            <a:xfrm>
              <a:off x="867930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37"/>
            <p:cNvSpPr/>
            <p:nvPr/>
          </p:nvSpPr>
          <p:spPr>
            <a:xfrm>
              <a:off x="879882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37"/>
            <p:cNvSpPr/>
            <p:nvPr/>
          </p:nvSpPr>
          <p:spPr>
            <a:xfrm>
              <a:off x="31350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37"/>
            <p:cNvSpPr/>
            <p:nvPr/>
          </p:nvSpPr>
          <p:spPr>
            <a:xfrm>
              <a:off x="43301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37"/>
            <p:cNvSpPr/>
            <p:nvPr/>
          </p:nvSpPr>
          <p:spPr>
            <a:xfrm>
              <a:off x="55251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37"/>
            <p:cNvSpPr/>
            <p:nvPr/>
          </p:nvSpPr>
          <p:spPr>
            <a:xfrm>
              <a:off x="67202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37"/>
            <p:cNvSpPr/>
            <p:nvPr/>
          </p:nvSpPr>
          <p:spPr>
            <a:xfrm>
              <a:off x="79153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37"/>
            <p:cNvSpPr/>
            <p:nvPr/>
          </p:nvSpPr>
          <p:spPr>
            <a:xfrm>
              <a:off x="91104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37"/>
            <p:cNvSpPr/>
            <p:nvPr/>
          </p:nvSpPr>
          <p:spPr>
            <a:xfrm>
              <a:off x="103055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37"/>
            <p:cNvSpPr/>
            <p:nvPr/>
          </p:nvSpPr>
          <p:spPr>
            <a:xfrm>
              <a:off x="820125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37"/>
            <p:cNvSpPr/>
            <p:nvPr/>
          </p:nvSpPr>
          <p:spPr>
            <a:xfrm>
              <a:off x="832076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37"/>
            <p:cNvSpPr/>
            <p:nvPr/>
          </p:nvSpPr>
          <p:spPr>
            <a:xfrm>
              <a:off x="844028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37"/>
            <p:cNvSpPr/>
            <p:nvPr/>
          </p:nvSpPr>
          <p:spPr>
            <a:xfrm>
              <a:off x="855979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37"/>
            <p:cNvSpPr/>
            <p:nvPr/>
          </p:nvSpPr>
          <p:spPr>
            <a:xfrm>
              <a:off x="867930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37"/>
            <p:cNvSpPr/>
            <p:nvPr/>
          </p:nvSpPr>
          <p:spPr>
            <a:xfrm>
              <a:off x="879882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37"/>
            <p:cNvSpPr/>
            <p:nvPr/>
          </p:nvSpPr>
          <p:spPr>
            <a:xfrm>
              <a:off x="31350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37"/>
            <p:cNvSpPr/>
            <p:nvPr/>
          </p:nvSpPr>
          <p:spPr>
            <a:xfrm>
              <a:off x="43301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37"/>
            <p:cNvSpPr/>
            <p:nvPr/>
          </p:nvSpPr>
          <p:spPr>
            <a:xfrm>
              <a:off x="55251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37"/>
            <p:cNvSpPr/>
            <p:nvPr/>
          </p:nvSpPr>
          <p:spPr>
            <a:xfrm>
              <a:off x="67202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37"/>
            <p:cNvSpPr/>
            <p:nvPr/>
          </p:nvSpPr>
          <p:spPr>
            <a:xfrm>
              <a:off x="79153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37"/>
            <p:cNvSpPr/>
            <p:nvPr/>
          </p:nvSpPr>
          <p:spPr>
            <a:xfrm>
              <a:off x="91104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37"/>
            <p:cNvSpPr/>
            <p:nvPr/>
          </p:nvSpPr>
          <p:spPr>
            <a:xfrm>
              <a:off x="103055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37"/>
            <p:cNvSpPr/>
            <p:nvPr/>
          </p:nvSpPr>
          <p:spPr>
            <a:xfrm>
              <a:off x="820125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37"/>
            <p:cNvSpPr/>
            <p:nvPr/>
          </p:nvSpPr>
          <p:spPr>
            <a:xfrm>
              <a:off x="832076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37"/>
            <p:cNvSpPr/>
            <p:nvPr/>
          </p:nvSpPr>
          <p:spPr>
            <a:xfrm>
              <a:off x="844028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37"/>
            <p:cNvSpPr/>
            <p:nvPr/>
          </p:nvSpPr>
          <p:spPr>
            <a:xfrm>
              <a:off x="855979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37"/>
            <p:cNvSpPr/>
            <p:nvPr/>
          </p:nvSpPr>
          <p:spPr>
            <a:xfrm>
              <a:off x="867930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37"/>
            <p:cNvSpPr/>
            <p:nvPr/>
          </p:nvSpPr>
          <p:spPr>
            <a:xfrm>
              <a:off x="879882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37"/>
            <p:cNvSpPr/>
            <p:nvPr/>
          </p:nvSpPr>
          <p:spPr>
            <a:xfrm>
              <a:off x="31350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37"/>
            <p:cNvSpPr/>
            <p:nvPr/>
          </p:nvSpPr>
          <p:spPr>
            <a:xfrm>
              <a:off x="43301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37"/>
            <p:cNvSpPr/>
            <p:nvPr/>
          </p:nvSpPr>
          <p:spPr>
            <a:xfrm>
              <a:off x="55251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37"/>
            <p:cNvSpPr/>
            <p:nvPr/>
          </p:nvSpPr>
          <p:spPr>
            <a:xfrm>
              <a:off x="67202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37"/>
            <p:cNvSpPr/>
            <p:nvPr/>
          </p:nvSpPr>
          <p:spPr>
            <a:xfrm>
              <a:off x="79153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37"/>
            <p:cNvSpPr/>
            <p:nvPr/>
          </p:nvSpPr>
          <p:spPr>
            <a:xfrm>
              <a:off x="91104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37"/>
            <p:cNvSpPr/>
            <p:nvPr/>
          </p:nvSpPr>
          <p:spPr>
            <a:xfrm>
              <a:off x="103055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37"/>
            <p:cNvSpPr/>
            <p:nvPr/>
          </p:nvSpPr>
          <p:spPr>
            <a:xfrm>
              <a:off x="820125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37"/>
            <p:cNvSpPr/>
            <p:nvPr/>
          </p:nvSpPr>
          <p:spPr>
            <a:xfrm>
              <a:off x="832076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37"/>
            <p:cNvSpPr/>
            <p:nvPr/>
          </p:nvSpPr>
          <p:spPr>
            <a:xfrm>
              <a:off x="844028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37"/>
            <p:cNvSpPr/>
            <p:nvPr/>
          </p:nvSpPr>
          <p:spPr>
            <a:xfrm>
              <a:off x="855979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37"/>
            <p:cNvSpPr/>
            <p:nvPr/>
          </p:nvSpPr>
          <p:spPr>
            <a:xfrm>
              <a:off x="867930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37"/>
            <p:cNvSpPr/>
            <p:nvPr/>
          </p:nvSpPr>
          <p:spPr>
            <a:xfrm>
              <a:off x="879882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37"/>
            <p:cNvSpPr/>
            <p:nvPr/>
          </p:nvSpPr>
          <p:spPr>
            <a:xfrm>
              <a:off x="31350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37"/>
            <p:cNvSpPr/>
            <p:nvPr/>
          </p:nvSpPr>
          <p:spPr>
            <a:xfrm>
              <a:off x="43301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37"/>
            <p:cNvSpPr/>
            <p:nvPr/>
          </p:nvSpPr>
          <p:spPr>
            <a:xfrm>
              <a:off x="55251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37"/>
            <p:cNvSpPr/>
            <p:nvPr/>
          </p:nvSpPr>
          <p:spPr>
            <a:xfrm>
              <a:off x="67202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37"/>
            <p:cNvSpPr/>
            <p:nvPr/>
          </p:nvSpPr>
          <p:spPr>
            <a:xfrm>
              <a:off x="79153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37"/>
            <p:cNvSpPr/>
            <p:nvPr/>
          </p:nvSpPr>
          <p:spPr>
            <a:xfrm>
              <a:off x="91104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37"/>
            <p:cNvSpPr/>
            <p:nvPr/>
          </p:nvSpPr>
          <p:spPr>
            <a:xfrm>
              <a:off x="103055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37"/>
            <p:cNvSpPr/>
            <p:nvPr/>
          </p:nvSpPr>
          <p:spPr>
            <a:xfrm>
              <a:off x="820125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37"/>
            <p:cNvSpPr/>
            <p:nvPr/>
          </p:nvSpPr>
          <p:spPr>
            <a:xfrm>
              <a:off x="832076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37"/>
            <p:cNvSpPr/>
            <p:nvPr/>
          </p:nvSpPr>
          <p:spPr>
            <a:xfrm>
              <a:off x="844028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37"/>
            <p:cNvSpPr/>
            <p:nvPr/>
          </p:nvSpPr>
          <p:spPr>
            <a:xfrm>
              <a:off x="855979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37"/>
            <p:cNvSpPr/>
            <p:nvPr/>
          </p:nvSpPr>
          <p:spPr>
            <a:xfrm>
              <a:off x="867930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37"/>
            <p:cNvSpPr/>
            <p:nvPr/>
          </p:nvSpPr>
          <p:spPr>
            <a:xfrm>
              <a:off x="879882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37"/>
            <p:cNvSpPr/>
            <p:nvPr/>
          </p:nvSpPr>
          <p:spPr>
            <a:xfrm>
              <a:off x="31350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37"/>
            <p:cNvSpPr/>
            <p:nvPr/>
          </p:nvSpPr>
          <p:spPr>
            <a:xfrm>
              <a:off x="43301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37"/>
            <p:cNvSpPr/>
            <p:nvPr/>
          </p:nvSpPr>
          <p:spPr>
            <a:xfrm>
              <a:off x="55251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37"/>
            <p:cNvSpPr/>
            <p:nvPr/>
          </p:nvSpPr>
          <p:spPr>
            <a:xfrm>
              <a:off x="67202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37"/>
            <p:cNvSpPr/>
            <p:nvPr/>
          </p:nvSpPr>
          <p:spPr>
            <a:xfrm>
              <a:off x="79153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37"/>
            <p:cNvSpPr/>
            <p:nvPr/>
          </p:nvSpPr>
          <p:spPr>
            <a:xfrm>
              <a:off x="91104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37"/>
            <p:cNvSpPr/>
            <p:nvPr/>
          </p:nvSpPr>
          <p:spPr>
            <a:xfrm>
              <a:off x="103055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37"/>
            <p:cNvSpPr/>
            <p:nvPr/>
          </p:nvSpPr>
          <p:spPr>
            <a:xfrm>
              <a:off x="820125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37"/>
            <p:cNvSpPr/>
            <p:nvPr/>
          </p:nvSpPr>
          <p:spPr>
            <a:xfrm>
              <a:off x="832076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37"/>
            <p:cNvSpPr/>
            <p:nvPr/>
          </p:nvSpPr>
          <p:spPr>
            <a:xfrm>
              <a:off x="844028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37"/>
            <p:cNvSpPr/>
            <p:nvPr/>
          </p:nvSpPr>
          <p:spPr>
            <a:xfrm>
              <a:off x="855979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37"/>
            <p:cNvSpPr/>
            <p:nvPr/>
          </p:nvSpPr>
          <p:spPr>
            <a:xfrm>
              <a:off x="867930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37"/>
            <p:cNvSpPr/>
            <p:nvPr/>
          </p:nvSpPr>
          <p:spPr>
            <a:xfrm>
              <a:off x="879882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37"/>
            <p:cNvSpPr/>
            <p:nvPr/>
          </p:nvSpPr>
          <p:spPr>
            <a:xfrm>
              <a:off x="31350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37"/>
            <p:cNvSpPr/>
            <p:nvPr/>
          </p:nvSpPr>
          <p:spPr>
            <a:xfrm>
              <a:off x="43301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37"/>
            <p:cNvSpPr/>
            <p:nvPr/>
          </p:nvSpPr>
          <p:spPr>
            <a:xfrm>
              <a:off x="55251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37"/>
            <p:cNvSpPr/>
            <p:nvPr/>
          </p:nvSpPr>
          <p:spPr>
            <a:xfrm>
              <a:off x="67202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37"/>
            <p:cNvSpPr/>
            <p:nvPr/>
          </p:nvSpPr>
          <p:spPr>
            <a:xfrm>
              <a:off x="79153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37"/>
            <p:cNvSpPr/>
            <p:nvPr/>
          </p:nvSpPr>
          <p:spPr>
            <a:xfrm>
              <a:off x="91104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37"/>
            <p:cNvSpPr/>
            <p:nvPr/>
          </p:nvSpPr>
          <p:spPr>
            <a:xfrm>
              <a:off x="103055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37"/>
            <p:cNvSpPr/>
            <p:nvPr/>
          </p:nvSpPr>
          <p:spPr>
            <a:xfrm>
              <a:off x="820125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37"/>
            <p:cNvSpPr/>
            <p:nvPr/>
          </p:nvSpPr>
          <p:spPr>
            <a:xfrm>
              <a:off x="832076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37"/>
            <p:cNvSpPr/>
            <p:nvPr/>
          </p:nvSpPr>
          <p:spPr>
            <a:xfrm>
              <a:off x="844028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37"/>
            <p:cNvSpPr/>
            <p:nvPr/>
          </p:nvSpPr>
          <p:spPr>
            <a:xfrm>
              <a:off x="855979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37"/>
            <p:cNvSpPr/>
            <p:nvPr/>
          </p:nvSpPr>
          <p:spPr>
            <a:xfrm>
              <a:off x="867930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37"/>
            <p:cNvSpPr/>
            <p:nvPr/>
          </p:nvSpPr>
          <p:spPr>
            <a:xfrm>
              <a:off x="879882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37"/>
            <p:cNvSpPr/>
            <p:nvPr/>
          </p:nvSpPr>
          <p:spPr>
            <a:xfrm>
              <a:off x="31350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37"/>
            <p:cNvSpPr/>
            <p:nvPr/>
          </p:nvSpPr>
          <p:spPr>
            <a:xfrm>
              <a:off x="43301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37"/>
            <p:cNvSpPr/>
            <p:nvPr/>
          </p:nvSpPr>
          <p:spPr>
            <a:xfrm>
              <a:off x="55251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37"/>
            <p:cNvSpPr/>
            <p:nvPr/>
          </p:nvSpPr>
          <p:spPr>
            <a:xfrm>
              <a:off x="67202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37"/>
            <p:cNvSpPr/>
            <p:nvPr/>
          </p:nvSpPr>
          <p:spPr>
            <a:xfrm>
              <a:off x="79153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37"/>
            <p:cNvSpPr/>
            <p:nvPr/>
          </p:nvSpPr>
          <p:spPr>
            <a:xfrm>
              <a:off x="91104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37"/>
            <p:cNvSpPr/>
            <p:nvPr/>
          </p:nvSpPr>
          <p:spPr>
            <a:xfrm>
              <a:off x="103055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37"/>
            <p:cNvSpPr/>
            <p:nvPr/>
          </p:nvSpPr>
          <p:spPr>
            <a:xfrm>
              <a:off x="820125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37"/>
            <p:cNvSpPr/>
            <p:nvPr/>
          </p:nvSpPr>
          <p:spPr>
            <a:xfrm>
              <a:off x="832076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37"/>
            <p:cNvSpPr/>
            <p:nvPr/>
          </p:nvSpPr>
          <p:spPr>
            <a:xfrm>
              <a:off x="844028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37"/>
            <p:cNvSpPr/>
            <p:nvPr/>
          </p:nvSpPr>
          <p:spPr>
            <a:xfrm>
              <a:off x="855979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37"/>
            <p:cNvSpPr/>
            <p:nvPr/>
          </p:nvSpPr>
          <p:spPr>
            <a:xfrm>
              <a:off x="867930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37"/>
            <p:cNvSpPr/>
            <p:nvPr/>
          </p:nvSpPr>
          <p:spPr>
            <a:xfrm>
              <a:off x="879882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37"/>
            <p:cNvSpPr/>
            <p:nvPr/>
          </p:nvSpPr>
          <p:spPr>
            <a:xfrm>
              <a:off x="31350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37"/>
            <p:cNvSpPr/>
            <p:nvPr/>
          </p:nvSpPr>
          <p:spPr>
            <a:xfrm>
              <a:off x="43301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37"/>
            <p:cNvSpPr/>
            <p:nvPr/>
          </p:nvSpPr>
          <p:spPr>
            <a:xfrm>
              <a:off x="55251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37"/>
            <p:cNvSpPr/>
            <p:nvPr/>
          </p:nvSpPr>
          <p:spPr>
            <a:xfrm>
              <a:off x="67202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37"/>
            <p:cNvSpPr/>
            <p:nvPr/>
          </p:nvSpPr>
          <p:spPr>
            <a:xfrm>
              <a:off x="79153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37"/>
            <p:cNvSpPr/>
            <p:nvPr/>
          </p:nvSpPr>
          <p:spPr>
            <a:xfrm>
              <a:off x="91104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37"/>
            <p:cNvSpPr/>
            <p:nvPr/>
          </p:nvSpPr>
          <p:spPr>
            <a:xfrm>
              <a:off x="103055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37"/>
            <p:cNvSpPr/>
            <p:nvPr/>
          </p:nvSpPr>
          <p:spPr>
            <a:xfrm>
              <a:off x="820125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37"/>
            <p:cNvSpPr/>
            <p:nvPr/>
          </p:nvSpPr>
          <p:spPr>
            <a:xfrm>
              <a:off x="832076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37"/>
            <p:cNvSpPr/>
            <p:nvPr/>
          </p:nvSpPr>
          <p:spPr>
            <a:xfrm>
              <a:off x="844028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37"/>
            <p:cNvSpPr/>
            <p:nvPr/>
          </p:nvSpPr>
          <p:spPr>
            <a:xfrm>
              <a:off x="855979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37"/>
            <p:cNvSpPr/>
            <p:nvPr/>
          </p:nvSpPr>
          <p:spPr>
            <a:xfrm>
              <a:off x="867930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37"/>
            <p:cNvSpPr/>
            <p:nvPr/>
          </p:nvSpPr>
          <p:spPr>
            <a:xfrm>
              <a:off x="879882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37"/>
            <p:cNvSpPr/>
            <p:nvPr/>
          </p:nvSpPr>
          <p:spPr>
            <a:xfrm>
              <a:off x="31350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37"/>
            <p:cNvSpPr/>
            <p:nvPr/>
          </p:nvSpPr>
          <p:spPr>
            <a:xfrm>
              <a:off x="43301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37"/>
            <p:cNvSpPr/>
            <p:nvPr/>
          </p:nvSpPr>
          <p:spPr>
            <a:xfrm>
              <a:off x="55251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37"/>
            <p:cNvSpPr/>
            <p:nvPr/>
          </p:nvSpPr>
          <p:spPr>
            <a:xfrm>
              <a:off x="67202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37"/>
            <p:cNvSpPr/>
            <p:nvPr/>
          </p:nvSpPr>
          <p:spPr>
            <a:xfrm>
              <a:off x="79153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37"/>
            <p:cNvSpPr/>
            <p:nvPr/>
          </p:nvSpPr>
          <p:spPr>
            <a:xfrm>
              <a:off x="91104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37"/>
            <p:cNvSpPr/>
            <p:nvPr/>
          </p:nvSpPr>
          <p:spPr>
            <a:xfrm>
              <a:off x="103055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37"/>
            <p:cNvSpPr/>
            <p:nvPr/>
          </p:nvSpPr>
          <p:spPr>
            <a:xfrm>
              <a:off x="820125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37"/>
            <p:cNvSpPr/>
            <p:nvPr/>
          </p:nvSpPr>
          <p:spPr>
            <a:xfrm>
              <a:off x="832076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37"/>
            <p:cNvSpPr/>
            <p:nvPr/>
          </p:nvSpPr>
          <p:spPr>
            <a:xfrm>
              <a:off x="844028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37"/>
            <p:cNvSpPr/>
            <p:nvPr/>
          </p:nvSpPr>
          <p:spPr>
            <a:xfrm>
              <a:off x="855979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37"/>
            <p:cNvSpPr/>
            <p:nvPr/>
          </p:nvSpPr>
          <p:spPr>
            <a:xfrm>
              <a:off x="867930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37"/>
            <p:cNvSpPr/>
            <p:nvPr/>
          </p:nvSpPr>
          <p:spPr>
            <a:xfrm>
              <a:off x="879882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37"/>
            <p:cNvSpPr/>
            <p:nvPr/>
          </p:nvSpPr>
          <p:spPr>
            <a:xfrm>
              <a:off x="31350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37"/>
            <p:cNvSpPr/>
            <p:nvPr/>
          </p:nvSpPr>
          <p:spPr>
            <a:xfrm>
              <a:off x="43301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37"/>
            <p:cNvSpPr/>
            <p:nvPr/>
          </p:nvSpPr>
          <p:spPr>
            <a:xfrm>
              <a:off x="55251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37"/>
            <p:cNvSpPr/>
            <p:nvPr/>
          </p:nvSpPr>
          <p:spPr>
            <a:xfrm>
              <a:off x="67202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37"/>
            <p:cNvSpPr/>
            <p:nvPr/>
          </p:nvSpPr>
          <p:spPr>
            <a:xfrm>
              <a:off x="79153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37"/>
            <p:cNvSpPr/>
            <p:nvPr/>
          </p:nvSpPr>
          <p:spPr>
            <a:xfrm>
              <a:off x="91104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37"/>
            <p:cNvSpPr/>
            <p:nvPr/>
          </p:nvSpPr>
          <p:spPr>
            <a:xfrm>
              <a:off x="103055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37"/>
            <p:cNvSpPr/>
            <p:nvPr/>
          </p:nvSpPr>
          <p:spPr>
            <a:xfrm>
              <a:off x="820125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37"/>
            <p:cNvSpPr/>
            <p:nvPr/>
          </p:nvSpPr>
          <p:spPr>
            <a:xfrm>
              <a:off x="832076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37"/>
            <p:cNvSpPr/>
            <p:nvPr/>
          </p:nvSpPr>
          <p:spPr>
            <a:xfrm>
              <a:off x="844028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37"/>
            <p:cNvSpPr/>
            <p:nvPr/>
          </p:nvSpPr>
          <p:spPr>
            <a:xfrm>
              <a:off x="855979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37"/>
            <p:cNvSpPr/>
            <p:nvPr/>
          </p:nvSpPr>
          <p:spPr>
            <a:xfrm>
              <a:off x="867930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37"/>
            <p:cNvSpPr/>
            <p:nvPr/>
          </p:nvSpPr>
          <p:spPr>
            <a:xfrm>
              <a:off x="879882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37"/>
            <p:cNvSpPr/>
            <p:nvPr/>
          </p:nvSpPr>
          <p:spPr>
            <a:xfrm>
              <a:off x="31350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37"/>
            <p:cNvSpPr/>
            <p:nvPr/>
          </p:nvSpPr>
          <p:spPr>
            <a:xfrm>
              <a:off x="43301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37"/>
            <p:cNvSpPr/>
            <p:nvPr/>
          </p:nvSpPr>
          <p:spPr>
            <a:xfrm>
              <a:off x="55251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37"/>
            <p:cNvSpPr/>
            <p:nvPr/>
          </p:nvSpPr>
          <p:spPr>
            <a:xfrm>
              <a:off x="67202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37"/>
            <p:cNvSpPr/>
            <p:nvPr/>
          </p:nvSpPr>
          <p:spPr>
            <a:xfrm>
              <a:off x="79153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37"/>
            <p:cNvSpPr/>
            <p:nvPr/>
          </p:nvSpPr>
          <p:spPr>
            <a:xfrm>
              <a:off x="91104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37"/>
            <p:cNvSpPr/>
            <p:nvPr/>
          </p:nvSpPr>
          <p:spPr>
            <a:xfrm>
              <a:off x="103055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37"/>
            <p:cNvSpPr/>
            <p:nvPr/>
          </p:nvSpPr>
          <p:spPr>
            <a:xfrm>
              <a:off x="820125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37"/>
            <p:cNvSpPr/>
            <p:nvPr/>
          </p:nvSpPr>
          <p:spPr>
            <a:xfrm>
              <a:off x="832076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37"/>
            <p:cNvSpPr/>
            <p:nvPr/>
          </p:nvSpPr>
          <p:spPr>
            <a:xfrm>
              <a:off x="844028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37"/>
            <p:cNvSpPr/>
            <p:nvPr/>
          </p:nvSpPr>
          <p:spPr>
            <a:xfrm>
              <a:off x="855979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37"/>
            <p:cNvSpPr/>
            <p:nvPr/>
          </p:nvSpPr>
          <p:spPr>
            <a:xfrm>
              <a:off x="867930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37"/>
            <p:cNvSpPr/>
            <p:nvPr/>
          </p:nvSpPr>
          <p:spPr>
            <a:xfrm>
              <a:off x="879882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37"/>
            <p:cNvSpPr/>
            <p:nvPr/>
          </p:nvSpPr>
          <p:spPr>
            <a:xfrm>
              <a:off x="31350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37"/>
            <p:cNvSpPr/>
            <p:nvPr/>
          </p:nvSpPr>
          <p:spPr>
            <a:xfrm>
              <a:off x="43301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37"/>
            <p:cNvSpPr/>
            <p:nvPr/>
          </p:nvSpPr>
          <p:spPr>
            <a:xfrm>
              <a:off x="55251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37"/>
            <p:cNvSpPr/>
            <p:nvPr/>
          </p:nvSpPr>
          <p:spPr>
            <a:xfrm>
              <a:off x="67202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37"/>
            <p:cNvSpPr/>
            <p:nvPr/>
          </p:nvSpPr>
          <p:spPr>
            <a:xfrm>
              <a:off x="79153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37"/>
            <p:cNvSpPr/>
            <p:nvPr/>
          </p:nvSpPr>
          <p:spPr>
            <a:xfrm>
              <a:off x="91104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37"/>
            <p:cNvSpPr/>
            <p:nvPr/>
          </p:nvSpPr>
          <p:spPr>
            <a:xfrm>
              <a:off x="103055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37"/>
            <p:cNvSpPr/>
            <p:nvPr/>
          </p:nvSpPr>
          <p:spPr>
            <a:xfrm>
              <a:off x="820125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37"/>
            <p:cNvSpPr/>
            <p:nvPr/>
          </p:nvSpPr>
          <p:spPr>
            <a:xfrm>
              <a:off x="832076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37"/>
            <p:cNvSpPr/>
            <p:nvPr/>
          </p:nvSpPr>
          <p:spPr>
            <a:xfrm>
              <a:off x="844028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37"/>
            <p:cNvSpPr/>
            <p:nvPr/>
          </p:nvSpPr>
          <p:spPr>
            <a:xfrm>
              <a:off x="855979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37"/>
            <p:cNvSpPr/>
            <p:nvPr/>
          </p:nvSpPr>
          <p:spPr>
            <a:xfrm>
              <a:off x="867930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37"/>
            <p:cNvSpPr/>
            <p:nvPr/>
          </p:nvSpPr>
          <p:spPr>
            <a:xfrm>
              <a:off x="879882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37"/>
            <p:cNvSpPr/>
            <p:nvPr/>
          </p:nvSpPr>
          <p:spPr>
            <a:xfrm>
              <a:off x="31350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37"/>
            <p:cNvSpPr/>
            <p:nvPr/>
          </p:nvSpPr>
          <p:spPr>
            <a:xfrm>
              <a:off x="43301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37"/>
            <p:cNvSpPr/>
            <p:nvPr/>
          </p:nvSpPr>
          <p:spPr>
            <a:xfrm>
              <a:off x="55251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37"/>
            <p:cNvSpPr/>
            <p:nvPr/>
          </p:nvSpPr>
          <p:spPr>
            <a:xfrm>
              <a:off x="67202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37"/>
            <p:cNvSpPr/>
            <p:nvPr/>
          </p:nvSpPr>
          <p:spPr>
            <a:xfrm>
              <a:off x="79153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37"/>
            <p:cNvSpPr/>
            <p:nvPr/>
          </p:nvSpPr>
          <p:spPr>
            <a:xfrm>
              <a:off x="91104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37"/>
            <p:cNvSpPr/>
            <p:nvPr/>
          </p:nvSpPr>
          <p:spPr>
            <a:xfrm>
              <a:off x="103055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37"/>
            <p:cNvSpPr/>
            <p:nvPr/>
          </p:nvSpPr>
          <p:spPr>
            <a:xfrm>
              <a:off x="820125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37"/>
            <p:cNvSpPr/>
            <p:nvPr/>
          </p:nvSpPr>
          <p:spPr>
            <a:xfrm>
              <a:off x="832076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37"/>
            <p:cNvSpPr/>
            <p:nvPr/>
          </p:nvSpPr>
          <p:spPr>
            <a:xfrm>
              <a:off x="844028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37"/>
            <p:cNvSpPr/>
            <p:nvPr/>
          </p:nvSpPr>
          <p:spPr>
            <a:xfrm>
              <a:off x="855979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37"/>
            <p:cNvSpPr/>
            <p:nvPr/>
          </p:nvSpPr>
          <p:spPr>
            <a:xfrm>
              <a:off x="867930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37"/>
            <p:cNvSpPr/>
            <p:nvPr/>
          </p:nvSpPr>
          <p:spPr>
            <a:xfrm>
              <a:off x="879882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37"/>
            <p:cNvSpPr/>
            <p:nvPr/>
          </p:nvSpPr>
          <p:spPr>
            <a:xfrm>
              <a:off x="31350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37"/>
            <p:cNvSpPr/>
            <p:nvPr/>
          </p:nvSpPr>
          <p:spPr>
            <a:xfrm>
              <a:off x="43301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37"/>
            <p:cNvSpPr/>
            <p:nvPr/>
          </p:nvSpPr>
          <p:spPr>
            <a:xfrm>
              <a:off x="55251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37"/>
            <p:cNvSpPr/>
            <p:nvPr/>
          </p:nvSpPr>
          <p:spPr>
            <a:xfrm>
              <a:off x="67202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37"/>
            <p:cNvSpPr/>
            <p:nvPr/>
          </p:nvSpPr>
          <p:spPr>
            <a:xfrm>
              <a:off x="79153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37"/>
            <p:cNvSpPr/>
            <p:nvPr/>
          </p:nvSpPr>
          <p:spPr>
            <a:xfrm>
              <a:off x="91104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37"/>
            <p:cNvSpPr/>
            <p:nvPr/>
          </p:nvSpPr>
          <p:spPr>
            <a:xfrm>
              <a:off x="103055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37"/>
            <p:cNvSpPr/>
            <p:nvPr/>
          </p:nvSpPr>
          <p:spPr>
            <a:xfrm>
              <a:off x="820125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37"/>
            <p:cNvSpPr/>
            <p:nvPr/>
          </p:nvSpPr>
          <p:spPr>
            <a:xfrm>
              <a:off x="832076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37"/>
            <p:cNvSpPr/>
            <p:nvPr/>
          </p:nvSpPr>
          <p:spPr>
            <a:xfrm>
              <a:off x="844028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37"/>
            <p:cNvSpPr/>
            <p:nvPr/>
          </p:nvSpPr>
          <p:spPr>
            <a:xfrm>
              <a:off x="855979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37"/>
            <p:cNvSpPr/>
            <p:nvPr/>
          </p:nvSpPr>
          <p:spPr>
            <a:xfrm>
              <a:off x="867930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37"/>
            <p:cNvSpPr/>
            <p:nvPr/>
          </p:nvSpPr>
          <p:spPr>
            <a:xfrm>
              <a:off x="879882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37"/>
            <p:cNvSpPr/>
            <p:nvPr/>
          </p:nvSpPr>
          <p:spPr>
            <a:xfrm>
              <a:off x="31350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37"/>
            <p:cNvSpPr/>
            <p:nvPr/>
          </p:nvSpPr>
          <p:spPr>
            <a:xfrm>
              <a:off x="43301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37"/>
            <p:cNvSpPr/>
            <p:nvPr/>
          </p:nvSpPr>
          <p:spPr>
            <a:xfrm>
              <a:off x="55251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37"/>
            <p:cNvSpPr/>
            <p:nvPr/>
          </p:nvSpPr>
          <p:spPr>
            <a:xfrm>
              <a:off x="67202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37"/>
            <p:cNvSpPr/>
            <p:nvPr/>
          </p:nvSpPr>
          <p:spPr>
            <a:xfrm>
              <a:off x="79153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37"/>
            <p:cNvSpPr/>
            <p:nvPr/>
          </p:nvSpPr>
          <p:spPr>
            <a:xfrm>
              <a:off x="91104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37"/>
            <p:cNvSpPr/>
            <p:nvPr/>
          </p:nvSpPr>
          <p:spPr>
            <a:xfrm>
              <a:off x="103055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37"/>
            <p:cNvSpPr/>
            <p:nvPr/>
          </p:nvSpPr>
          <p:spPr>
            <a:xfrm>
              <a:off x="820125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37"/>
            <p:cNvSpPr/>
            <p:nvPr/>
          </p:nvSpPr>
          <p:spPr>
            <a:xfrm>
              <a:off x="832076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37"/>
            <p:cNvSpPr/>
            <p:nvPr/>
          </p:nvSpPr>
          <p:spPr>
            <a:xfrm>
              <a:off x="844028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37"/>
            <p:cNvSpPr/>
            <p:nvPr/>
          </p:nvSpPr>
          <p:spPr>
            <a:xfrm>
              <a:off x="855979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37"/>
            <p:cNvSpPr/>
            <p:nvPr/>
          </p:nvSpPr>
          <p:spPr>
            <a:xfrm>
              <a:off x="867930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37"/>
            <p:cNvSpPr/>
            <p:nvPr/>
          </p:nvSpPr>
          <p:spPr>
            <a:xfrm>
              <a:off x="879882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37"/>
            <p:cNvSpPr/>
            <p:nvPr/>
          </p:nvSpPr>
          <p:spPr>
            <a:xfrm>
              <a:off x="31350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37"/>
            <p:cNvSpPr/>
            <p:nvPr/>
          </p:nvSpPr>
          <p:spPr>
            <a:xfrm>
              <a:off x="43301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37"/>
            <p:cNvSpPr/>
            <p:nvPr/>
          </p:nvSpPr>
          <p:spPr>
            <a:xfrm>
              <a:off x="55251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37"/>
            <p:cNvSpPr/>
            <p:nvPr/>
          </p:nvSpPr>
          <p:spPr>
            <a:xfrm>
              <a:off x="67202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37"/>
            <p:cNvSpPr/>
            <p:nvPr/>
          </p:nvSpPr>
          <p:spPr>
            <a:xfrm>
              <a:off x="79153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37"/>
            <p:cNvSpPr/>
            <p:nvPr/>
          </p:nvSpPr>
          <p:spPr>
            <a:xfrm>
              <a:off x="91104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37"/>
            <p:cNvSpPr/>
            <p:nvPr/>
          </p:nvSpPr>
          <p:spPr>
            <a:xfrm>
              <a:off x="103055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37"/>
            <p:cNvSpPr/>
            <p:nvPr/>
          </p:nvSpPr>
          <p:spPr>
            <a:xfrm>
              <a:off x="820125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37"/>
            <p:cNvSpPr/>
            <p:nvPr/>
          </p:nvSpPr>
          <p:spPr>
            <a:xfrm>
              <a:off x="832076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37"/>
            <p:cNvSpPr/>
            <p:nvPr/>
          </p:nvSpPr>
          <p:spPr>
            <a:xfrm>
              <a:off x="844028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37"/>
            <p:cNvSpPr/>
            <p:nvPr/>
          </p:nvSpPr>
          <p:spPr>
            <a:xfrm>
              <a:off x="855979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37"/>
            <p:cNvSpPr/>
            <p:nvPr/>
          </p:nvSpPr>
          <p:spPr>
            <a:xfrm>
              <a:off x="867930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37"/>
            <p:cNvSpPr/>
            <p:nvPr/>
          </p:nvSpPr>
          <p:spPr>
            <a:xfrm>
              <a:off x="879882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37"/>
            <p:cNvSpPr/>
            <p:nvPr/>
          </p:nvSpPr>
          <p:spPr>
            <a:xfrm>
              <a:off x="31350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37"/>
            <p:cNvSpPr/>
            <p:nvPr/>
          </p:nvSpPr>
          <p:spPr>
            <a:xfrm>
              <a:off x="43301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37"/>
            <p:cNvSpPr/>
            <p:nvPr/>
          </p:nvSpPr>
          <p:spPr>
            <a:xfrm>
              <a:off x="55251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37"/>
            <p:cNvSpPr/>
            <p:nvPr/>
          </p:nvSpPr>
          <p:spPr>
            <a:xfrm>
              <a:off x="67202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37"/>
            <p:cNvSpPr/>
            <p:nvPr/>
          </p:nvSpPr>
          <p:spPr>
            <a:xfrm>
              <a:off x="79153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37"/>
            <p:cNvSpPr/>
            <p:nvPr/>
          </p:nvSpPr>
          <p:spPr>
            <a:xfrm>
              <a:off x="91104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37"/>
            <p:cNvSpPr/>
            <p:nvPr/>
          </p:nvSpPr>
          <p:spPr>
            <a:xfrm>
              <a:off x="103055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37"/>
            <p:cNvSpPr/>
            <p:nvPr/>
          </p:nvSpPr>
          <p:spPr>
            <a:xfrm>
              <a:off x="820125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37"/>
            <p:cNvSpPr/>
            <p:nvPr/>
          </p:nvSpPr>
          <p:spPr>
            <a:xfrm>
              <a:off x="832076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37"/>
            <p:cNvSpPr/>
            <p:nvPr/>
          </p:nvSpPr>
          <p:spPr>
            <a:xfrm>
              <a:off x="844028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37"/>
            <p:cNvSpPr/>
            <p:nvPr/>
          </p:nvSpPr>
          <p:spPr>
            <a:xfrm>
              <a:off x="855979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37"/>
            <p:cNvSpPr/>
            <p:nvPr/>
          </p:nvSpPr>
          <p:spPr>
            <a:xfrm>
              <a:off x="867930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37"/>
            <p:cNvSpPr/>
            <p:nvPr/>
          </p:nvSpPr>
          <p:spPr>
            <a:xfrm>
              <a:off x="879882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37"/>
            <p:cNvSpPr/>
            <p:nvPr/>
          </p:nvSpPr>
          <p:spPr>
            <a:xfrm>
              <a:off x="31350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37"/>
            <p:cNvSpPr/>
            <p:nvPr/>
          </p:nvSpPr>
          <p:spPr>
            <a:xfrm>
              <a:off x="43301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37"/>
            <p:cNvSpPr/>
            <p:nvPr/>
          </p:nvSpPr>
          <p:spPr>
            <a:xfrm>
              <a:off x="55251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37"/>
            <p:cNvSpPr/>
            <p:nvPr/>
          </p:nvSpPr>
          <p:spPr>
            <a:xfrm>
              <a:off x="67202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37"/>
            <p:cNvSpPr/>
            <p:nvPr/>
          </p:nvSpPr>
          <p:spPr>
            <a:xfrm>
              <a:off x="79153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37"/>
            <p:cNvSpPr/>
            <p:nvPr/>
          </p:nvSpPr>
          <p:spPr>
            <a:xfrm>
              <a:off x="91104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37"/>
            <p:cNvSpPr/>
            <p:nvPr/>
          </p:nvSpPr>
          <p:spPr>
            <a:xfrm>
              <a:off x="103055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37"/>
            <p:cNvSpPr/>
            <p:nvPr/>
          </p:nvSpPr>
          <p:spPr>
            <a:xfrm>
              <a:off x="820125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37"/>
            <p:cNvSpPr/>
            <p:nvPr/>
          </p:nvSpPr>
          <p:spPr>
            <a:xfrm>
              <a:off x="832076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37"/>
            <p:cNvSpPr/>
            <p:nvPr/>
          </p:nvSpPr>
          <p:spPr>
            <a:xfrm>
              <a:off x="844028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37"/>
            <p:cNvSpPr/>
            <p:nvPr/>
          </p:nvSpPr>
          <p:spPr>
            <a:xfrm>
              <a:off x="855979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37"/>
            <p:cNvSpPr/>
            <p:nvPr/>
          </p:nvSpPr>
          <p:spPr>
            <a:xfrm>
              <a:off x="867930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37"/>
            <p:cNvSpPr/>
            <p:nvPr/>
          </p:nvSpPr>
          <p:spPr>
            <a:xfrm>
              <a:off x="879882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37"/>
            <p:cNvSpPr/>
            <p:nvPr/>
          </p:nvSpPr>
          <p:spPr>
            <a:xfrm>
              <a:off x="31350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37"/>
            <p:cNvSpPr/>
            <p:nvPr/>
          </p:nvSpPr>
          <p:spPr>
            <a:xfrm>
              <a:off x="43301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37"/>
            <p:cNvSpPr/>
            <p:nvPr/>
          </p:nvSpPr>
          <p:spPr>
            <a:xfrm>
              <a:off x="55251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37"/>
            <p:cNvSpPr/>
            <p:nvPr/>
          </p:nvSpPr>
          <p:spPr>
            <a:xfrm>
              <a:off x="67202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37"/>
            <p:cNvSpPr/>
            <p:nvPr/>
          </p:nvSpPr>
          <p:spPr>
            <a:xfrm>
              <a:off x="79153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37"/>
            <p:cNvSpPr/>
            <p:nvPr/>
          </p:nvSpPr>
          <p:spPr>
            <a:xfrm>
              <a:off x="91104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37"/>
            <p:cNvSpPr/>
            <p:nvPr/>
          </p:nvSpPr>
          <p:spPr>
            <a:xfrm>
              <a:off x="103055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37"/>
            <p:cNvSpPr/>
            <p:nvPr/>
          </p:nvSpPr>
          <p:spPr>
            <a:xfrm>
              <a:off x="820125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37"/>
            <p:cNvSpPr/>
            <p:nvPr/>
          </p:nvSpPr>
          <p:spPr>
            <a:xfrm>
              <a:off x="832076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37"/>
            <p:cNvSpPr/>
            <p:nvPr/>
          </p:nvSpPr>
          <p:spPr>
            <a:xfrm>
              <a:off x="844028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37"/>
            <p:cNvSpPr/>
            <p:nvPr/>
          </p:nvSpPr>
          <p:spPr>
            <a:xfrm>
              <a:off x="855979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37"/>
            <p:cNvSpPr/>
            <p:nvPr/>
          </p:nvSpPr>
          <p:spPr>
            <a:xfrm>
              <a:off x="867930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37"/>
            <p:cNvSpPr/>
            <p:nvPr/>
          </p:nvSpPr>
          <p:spPr>
            <a:xfrm>
              <a:off x="879882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37"/>
            <p:cNvSpPr/>
            <p:nvPr/>
          </p:nvSpPr>
          <p:spPr>
            <a:xfrm>
              <a:off x="31350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37"/>
            <p:cNvSpPr/>
            <p:nvPr/>
          </p:nvSpPr>
          <p:spPr>
            <a:xfrm>
              <a:off x="43301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37"/>
            <p:cNvSpPr/>
            <p:nvPr/>
          </p:nvSpPr>
          <p:spPr>
            <a:xfrm>
              <a:off x="55251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37"/>
            <p:cNvSpPr/>
            <p:nvPr/>
          </p:nvSpPr>
          <p:spPr>
            <a:xfrm>
              <a:off x="67202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37"/>
            <p:cNvSpPr/>
            <p:nvPr/>
          </p:nvSpPr>
          <p:spPr>
            <a:xfrm>
              <a:off x="79153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37"/>
            <p:cNvSpPr/>
            <p:nvPr/>
          </p:nvSpPr>
          <p:spPr>
            <a:xfrm>
              <a:off x="91104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37"/>
            <p:cNvSpPr/>
            <p:nvPr/>
          </p:nvSpPr>
          <p:spPr>
            <a:xfrm>
              <a:off x="103055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37"/>
            <p:cNvSpPr/>
            <p:nvPr/>
          </p:nvSpPr>
          <p:spPr>
            <a:xfrm>
              <a:off x="820125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37"/>
            <p:cNvSpPr/>
            <p:nvPr/>
          </p:nvSpPr>
          <p:spPr>
            <a:xfrm>
              <a:off x="832076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37"/>
            <p:cNvSpPr/>
            <p:nvPr/>
          </p:nvSpPr>
          <p:spPr>
            <a:xfrm>
              <a:off x="844028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37"/>
            <p:cNvSpPr/>
            <p:nvPr/>
          </p:nvSpPr>
          <p:spPr>
            <a:xfrm>
              <a:off x="855979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37"/>
            <p:cNvSpPr/>
            <p:nvPr/>
          </p:nvSpPr>
          <p:spPr>
            <a:xfrm>
              <a:off x="867930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37"/>
            <p:cNvSpPr/>
            <p:nvPr/>
          </p:nvSpPr>
          <p:spPr>
            <a:xfrm>
              <a:off x="879882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37"/>
            <p:cNvSpPr/>
            <p:nvPr/>
          </p:nvSpPr>
          <p:spPr>
            <a:xfrm>
              <a:off x="31350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37"/>
            <p:cNvSpPr/>
            <p:nvPr/>
          </p:nvSpPr>
          <p:spPr>
            <a:xfrm>
              <a:off x="43301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37"/>
            <p:cNvSpPr/>
            <p:nvPr/>
          </p:nvSpPr>
          <p:spPr>
            <a:xfrm>
              <a:off x="55251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37"/>
            <p:cNvSpPr/>
            <p:nvPr/>
          </p:nvSpPr>
          <p:spPr>
            <a:xfrm>
              <a:off x="67202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37"/>
            <p:cNvSpPr/>
            <p:nvPr/>
          </p:nvSpPr>
          <p:spPr>
            <a:xfrm>
              <a:off x="79153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37"/>
            <p:cNvSpPr/>
            <p:nvPr/>
          </p:nvSpPr>
          <p:spPr>
            <a:xfrm>
              <a:off x="91104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37"/>
            <p:cNvSpPr/>
            <p:nvPr/>
          </p:nvSpPr>
          <p:spPr>
            <a:xfrm>
              <a:off x="103055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37"/>
            <p:cNvSpPr/>
            <p:nvPr/>
          </p:nvSpPr>
          <p:spPr>
            <a:xfrm>
              <a:off x="820125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37"/>
            <p:cNvSpPr/>
            <p:nvPr/>
          </p:nvSpPr>
          <p:spPr>
            <a:xfrm>
              <a:off x="832076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37"/>
            <p:cNvSpPr/>
            <p:nvPr/>
          </p:nvSpPr>
          <p:spPr>
            <a:xfrm>
              <a:off x="844028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37"/>
            <p:cNvSpPr/>
            <p:nvPr/>
          </p:nvSpPr>
          <p:spPr>
            <a:xfrm>
              <a:off x="855979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37"/>
            <p:cNvSpPr/>
            <p:nvPr/>
          </p:nvSpPr>
          <p:spPr>
            <a:xfrm>
              <a:off x="867930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37"/>
            <p:cNvSpPr/>
            <p:nvPr/>
          </p:nvSpPr>
          <p:spPr>
            <a:xfrm>
              <a:off x="879882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37"/>
            <p:cNvSpPr/>
            <p:nvPr/>
          </p:nvSpPr>
          <p:spPr>
            <a:xfrm>
              <a:off x="31350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37"/>
            <p:cNvSpPr/>
            <p:nvPr/>
          </p:nvSpPr>
          <p:spPr>
            <a:xfrm>
              <a:off x="43301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37"/>
            <p:cNvSpPr/>
            <p:nvPr/>
          </p:nvSpPr>
          <p:spPr>
            <a:xfrm>
              <a:off x="55251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37"/>
            <p:cNvSpPr/>
            <p:nvPr/>
          </p:nvSpPr>
          <p:spPr>
            <a:xfrm>
              <a:off x="67202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37"/>
            <p:cNvSpPr/>
            <p:nvPr/>
          </p:nvSpPr>
          <p:spPr>
            <a:xfrm>
              <a:off x="79153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37"/>
            <p:cNvSpPr/>
            <p:nvPr/>
          </p:nvSpPr>
          <p:spPr>
            <a:xfrm>
              <a:off x="91104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37"/>
            <p:cNvSpPr/>
            <p:nvPr/>
          </p:nvSpPr>
          <p:spPr>
            <a:xfrm>
              <a:off x="103055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37"/>
            <p:cNvSpPr/>
            <p:nvPr/>
          </p:nvSpPr>
          <p:spPr>
            <a:xfrm>
              <a:off x="820125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37"/>
            <p:cNvSpPr/>
            <p:nvPr/>
          </p:nvSpPr>
          <p:spPr>
            <a:xfrm>
              <a:off x="832076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37"/>
            <p:cNvSpPr/>
            <p:nvPr/>
          </p:nvSpPr>
          <p:spPr>
            <a:xfrm>
              <a:off x="844028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37"/>
            <p:cNvSpPr/>
            <p:nvPr/>
          </p:nvSpPr>
          <p:spPr>
            <a:xfrm>
              <a:off x="855979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37"/>
            <p:cNvSpPr/>
            <p:nvPr/>
          </p:nvSpPr>
          <p:spPr>
            <a:xfrm>
              <a:off x="867930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37"/>
            <p:cNvSpPr/>
            <p:nvPr/>
          </p:nvSpPr>
          <p:spPr>
            <a:xfrm>
              <a:off x="879882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37"/>
            <p:cNvSpPr/>
            <p:nvPr/>
          </p:nvSpPr>
          <p:spPr>
            <a:xfrm>
              <a:off x="31350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37"/>
            <p:cNvSpPr/>
            <p:nvPr/>
          </p:nvSpPr>
          <p:spPr>
            <a:xfrm>
              <a:off x="43301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37"/>
            <p:cNvSpPr/>
            <p:nvPr/>
          </p:nvSpPr>
          <p:spPr>
            <a:xfrm>
              <a:off x="55251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37"/>
            <p:cNvSpPr/>
            <p:nvPr/>
          </p:nvSpPr>
          <p:spPr>
            <a:xfrm>
              <a:off x="67202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37"/>
            <p:cNvSpPr/>
            <p:nvPr/>
          </p:nvSpPr>
          <p:spPr>
            <a:xfrm>
              <a:off x="79153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37"/>
            <p:cNvSpPr/>
            <p:nvPr/>
          </p:nvSpPr>
          <p:spPr>
            <a:xfrm>
              <a:off x="91104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37"/>
            <p:cNvSpPr/>
            <p:nvPr/>
          </p:nvSpPr>
          <p:spPr>
            <a:xfrm>
              <a:off x="103055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37"/>
            <p:cNvSpPr/>
            <p:nvPr/>
          </p:nvSpPr>
          <p:spPr>
            <a:xfrm>
              <a:off x="820125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37"/>
            <p:cNvSpPr/>
            <p:nvPr/>
          </p:nvSpPr>
          <p:spPr>
            <a:xfrm>
              <a:off x="832076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37"/>
            <p:cNvSpPr/>
            <p:nvPr/>
          </p:nvSpPr>
          <p:spPr>
            <a:xfrm>
              <a:off x="844028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37"/>
            <p:cNvSpPr/>
            <p:nvPr/>
          </p:nvSpPr>
          <p:spPr>
            <a:xfrm>
              <a:off x="855979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37"/>
            <p:cNvSpPr/>
            <p:nvPr/>
          </p:nvSpPr>
          <p:spPr>
            <a:xfrm>
              <a:off x="867930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37"/>
            <p:cNvSpPr/>
            <p:nvPr/>
          </p:nvSpPr>
          <p:spPr>
            <a:xfrm>
              <a:off x="879882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37"/>
            <p:cNvSpPr/>
            <p:nvPr/>
          </p:nvSpPr>
          <p:spPr>
            <a:xfrm>
              <a:off x="31350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37"/>
            <p:cNvSpPr/>
            <p:nvPr/>
          </p:nvSpPr>
          <p:spPr>
            <a:xfrm>
              <a:off x="43301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37"/>
            <p:cNvSpPr/>
            <p:nvPr/>
          </p:nvSpPr>
          <p:spPr>
            <a:xfrm>
              <a:off x="55251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37"/>
            <p:cNvSpPr/>
            <p:nvPr/>
          </p:nvSpPr>
          <p:spPr>
            <a:xfrm>
              <a:off x="67202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37"/>
            <p:cNvSpPr/>
            <p:nvPr/>
          </p:nvSpPr>
          <p:spPr>
            <a:xfrm>
              <a:off x="79153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37"/>
            <p:cNvSpPr/>
            <p:nvPr/>
          </p:nvSpPr>
          <p:spPr>
            <a:xfrm>
              <a:off x="91104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37"/>
            <p:cNvSpPr/>
            <p:nvPr/>
          </p:nvSpPr>
          <p:spPr>
            <a:xfrm>
              <a:off x="103055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37"/>
            <p:cNvSpPr/>
            <p:nvPr/>
          </p:nvSpPr>
          <p:spPr>
            <a:xfrm>
              <a:off x="820125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37"/>
            <p:cNvSpPr/>
            <p:nvPr/>
          </p:nvSpPr>
          <p:spPr>
            <a:xfrm>
              <a:off x="832076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37"/>
            <p:cNvSpPr/>
            <p:nvPr/>
          </p:nvSpPr>
          <p:spPr>
            <a:xfrm>
              <a:off x="844028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37"/>
            <p:cNvSpPr/>
            <p:nvPr/>
          </p:nvSpPr>
          <p:spPr>
            <a:xfrm>
              <a:off x="855979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37"/>
            <p:cNvSpPr/>
            <p:nvPr/>
          </p:nvSpPr>
          <p:spPr>
            <a:xfrm>
              <a:off x="867930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37"/>
            <p:cNvSpPr/>
            <p:nvPr/>
          </p:nvSpPr>
          <p:spPr>
            <a:xfrm>
              <a:off x="879882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37"/>
            <p:cNvSpPr/>
            <p:nvPr/>
          </p:nvSpPr>
          <p:spPr>
            <a:xfrm>
              <a:off x="31350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37"/>
            <p:cNvSpPr/>
            <p:nvPr/>
          </p:nvSpPr>
          <p:spPr>
            <a:xfrm>
              <a:off x="43301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37"/>
            <p:cNvSpPr/>
            <p:nvPr/>
          </p:nvSpPr>
          <p:spPr>
            <a:xfrm>
              <a:off x="55251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37"/>
            <p:cNvSpPr/>
            <p:nvPr/>
          </p:nvSpPr>
          <p:spPr>
            <a:xfrm>
              <a:off x="67202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37"/>
            <p:cNvSpPr/>
            <p:nvPr/>
          </p:nvSpPr>
          <p:spPr>
            <a:xfrm>
              <a:off x="79153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37"/>
            <p:cNvSpPr/>
            <p:nvPr/>
          </p:nvSpPr>
          <p:spPr>
            <a:xfrm>
              <a:off x="91104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37"/>
            <p:cNvSpPr/>
            <p:nvPr/>
          </p:nvSpPr>
          <p:spPr>
            <a:xfrm>
              <a:off x="103055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37"/>
            <p:cNvSpPr/>
            <p:nvPr/>
          </p:nvSpPr>
          <p:spPr>
            <a:xfrm>
              <a:off x="820125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37"/>
            <p:cNvSpPr/>
            <p:nvPr/>
          </p:nvSpPr>
          <p:spPr>
            <a:xfrm>
              <a:off x="832076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37"/>
            <p:cNvSpPr/>
            <p:nvPr/>
          </p:nvSpPr>
          <p:spPr>
            <a:xfrm>
              <a:off x="844028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37"/>
            <p:cNvSpPr/>
            <p:nvPr/>
          </p:nvSpPr>
          <p:spPr>
            <a:xfrm>
              <a:off x="855979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37"/>
            <p:cNvSpPr/>
            <p:nvPr/>
          </p:nvSpPr>
          <p:spPr>
            <a:xfrm>
              <a:off x="867930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37"/>
            <p:cNvSpPr/>
            <p:nvPr/>
          </p:nvSpPr>
          <p:spPr>
            <a:xfrm>
              <a:off x="879882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Numbers and text 1">
  <p:cSld name="BLANK_1_1_1_1_1_1_1">
    <p:spTree>
      <p:nvGrpSpPr>
        <p:cNvPr id="1" name="Shape 20384"/>
        <p:cNvGrpSpPr/>
        <p:nvPr/>
      </p:nvGrpSpPr>
      <p:grpSpPr>
        <a:xfrm>
          <a:off x="0" y="0"/>
          <a:ext cx="0" cy="0"/>
          <a:chOff x="0" y="0"/>
          <a:chExt cx="0" cy="0"/>
        </a:xfrm>
      </p:grpSpPr>
      <p:sp>
        <p:nvSpPr>
          <p:cNvPr id="20385" name="Google Shape;20385;p38"/>
          <p:cNvSpPr txBox="1">
            <a:spLocks noGrp="1"/>
          </p:cNvSpPr>
          <p:nvPr>
            <p:ph type="title" hasCustomPrompt="1"/>
          </p:nvPr>
        </p:nvSpPr>
        <p:spPr>
          <a:xfrm>
            <a:off x="4728448" y="1125825"/>
            <a:ext cx="36960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0386" name="Google Shape;20386;p38"/>
          <p:cNvSpPr txBox="1">
            <a:spLocks noGrp="1"/>
          </p:cNvSpPr>
          <p:nvPr>
            <p:ph type="subTitle" idx="1"/>
          </p:nvPr>
        </p:nvSpPr>
        <p:spPr>
          <a:xfrm>
            <a:off x="4728448" y="1954129"/>
            <a:ext cx="36960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87" name="Google Shape;20387;p38"/>
          <p:cNvSpPr txBox="1">
            <a:spLocks noGrp="1"/>
          </p:cNvSpPr>
          <p:nvPr>
            <p:ph type="title" idx="2" hasCustomPrompt="1"/>
          </p:nvPr>
        </p:nvSpPr>
        <p:spPr>
          <a:xfrm>
            <a:off x="719550" y="2826171"/>
            <a:ext cx="36960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0388" name="Google Shape;20388;p38"/>
          <p:cNvSpPr txBox="1">
            <a:spLocks noGrp="1"/>
          </p:cNvSpPr>
          <p:nvPr>
            <p:ph type="subTitle" idx="3"/>
          </p:nvPr>
        </p:nvSpPr>
        <p:spPr>
          <a:xfrm>
            <a:off x="719550" y="3654475"/>
            <a:ext cx="36960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89" name="Google Shape;20389;p38"/>
          <p:cNvSpPr txBox="1">
            <a:spLocks noGrp="1"/>
          </p:cNvSpPr>
          <p:nvPr>
            <p:ph type="title" idx="4" hasCustomPrompt="1"/>
          </p:nvPr>
        </p:nvSpPr>
        <p:spPr>
          <a:xfrm>
            <a:off x="719550" y="1125825"/>
            <a:ext cx="36960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0390" name="Google Shape;20390;p38"/>
          <p:cNvSpPr txBox="1">
            <a:spLocks noGrp="1"/>
          </p:cNvSpPr>
          <p:nvPr>
            <p:ph type="subTitle" idx="5"/>
          </p:nvPr>
        </p:nvSpPr>
        <p:spPr>
          <a:xfrm>
            <a:off x="719550" y="1954129"/>
            <a:ext cx="36960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0391" name="Google Shape;20391;p38"/>
          <p:cNvGrpSpPr/>
          <p:nvPr/>
        </p:nvGrpSpPr>
        <p:grpSpPr>
          <a:xfrm>
            <a:off x="313503" y="324064"/>
            <a:ext cx="8516808" cy="562024"/>
            <a:chOff x="313503" y="540001"/>
            <a:chExt cx="8516808" cy="562024"/>
          </a:xfrm>
        </p:grpSpPr>
        <p:grpSp>
          <p:nvGrpSpPr>
            <p:cNvPr id="20392" name="Google Shape;20392;p38"/>
            <p:cNvGrpSpPr/>
            <p:nvPr/>
          </p:nvGrpSpPr>
          <p:grpSpPr>
            <a:xfrm>
              <a:off x="313503" y="540001"/>
              <a:ext cx="8516808" cy="31489"/>
              <a:chOff x="76200" y="76206"/>
              <a:chExt cx="8925600" cy="33000"/>
            </a:xfrm>
          </p:grpSpPr>
          <p:sp>
            <p:nvSpPr>
              <p:cNvPr id="20393" name="Google Shape;20393;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5" name="Google Shape;20465;p38"/>
            <p:cNvGrpSpPr/>
            <p:nvPr/>
          </p:nvGrpSpPr>
          <p:grpSpPr>
            <a:xfrm>
              <a:off x="313503" y="646108"/>
              <a:ext cx="8516808" cy="31489"/>
              <a:chOff x="76200" y="76206"/>
              <a:chExt cx="8925600" cy="33000"/>
            </a:xfrm>
          </p:grpSpPr>
          <p:sp>
            <p:nvSpPr>
              <p:cNvPr id="20466" name="Google Shape;20466;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8" name="Google Shape;20538;p38"/>
            <p:cNvGrpSpPr/>
            <p:nvPr/>
          </p:nvGrpSpPr>
          <p:grpSpPr>
            <a:xfrm>
              <a:off x="313503" y="752215"/>
              <a:ext cx="8516808" cy="31489"/>
              <a:chOff x="76200" y="76206"/>
              <a:chExt cx="8925600" cy="33000"/>
            </a:xfrm>
          </p:grpSpPr>
          <p:sp>
            <p:nvSpPr>
              <p:cNvPr id="20539" name="Google Shape;20539;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1" name="Google Shape;20611;p38"/>
            <p:cNvGrpSpPr/>
            <p:nvPr/>
          </p:nvGrpSpPr>
          <p:grpSpPr>
            <a:xfrm>
              <a:off x="313503" y="858322"/>
              <a:ext cx="8516808" cy="31489"/>
              <a:chOff x="76200" y="76206"/>
              <a:chExt cx="8925600" cy="33000"/>
            </a:xfrm>
          </p:grpSpPr>
          <p:sp>
            <p:nvSpPr>
              <p:cNvPr id="20612" name="Google Shape;20612;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4" name="Google Shape;20684;p38"/>
            <p:cNvGrpSpPr/>
            <p:nvPr/>
          </p:nvGrpSpPr>
          <p:grpSpPr>
            <a:xfrm>
              <a:off x="313503" y="964429"/>
              <a:ext cx="8516808" cy="31489"/>
              <a:chOff x="76200" y="76206"/>
              <a:chExt cx="8925600" cy="33000"/>
            </a:xfrm>
          </p:grpSpPr>
          <p:sp>
            <p:nvSpPr>
              <p:cNvPr id="20685" name="Google Shape;20685;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7" name="Google Shape;20757;p38"/>
            <p:cNvGrpSpPr/>
            <p:nvPr/>
          </p:nvGrpSpPr>
          <p:grpSpPr>
            <a:xfrm>
              <a:off x="313503" y="1070536"/>
              <a:ext cx="8516808" cy="31489"/>
              <a:chOff x="76200" y="76206"/>
              <a:chExt cx="8925600" cy="33000"/>
            </a:xfrm>
          </p:grpSpPr>
          <p:sp>
            <p:nvSpPr>
              <p:cNvPr id="20758" name="Google Shape;20758;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830" name="Google Shape;20830;p38"/>
          <p:cNvSpPr txBox="1">
            <a:spLocks noGrp="1"/>
          </p:cNvSpPr>
          <p:nvPr>
            <p:ph type="title" idx="6" hasCustomPrompt="1"/>
          </p:nvPr>
        </p:nvSpPr>
        <p:spPr>
          <a:xfrm>
            <a:off x="4728448" y="2826171"/>
            <a:ext cx="3696000" cy="8283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6200"/>
              <a:buNone/>
              <a:defRPr sz="6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0831" name="Google Shape;20831;p38"/>
          <p:cNvSpPr txBox="1">
            <a:spLocks noGrp="1"/>
          </p:cNvSpPr>
          <p:nvPr>
            <p:ph type="subTitle" idx="7"/>
          </p:nvPr>
        </p:nvSpPr>
        <p:spPr>
          <a:xfrm>
            <a:off x="4728448" y="3654475"/>
            <a:ext cx="3696000" cy="2742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0832" name="Google Shape;20832;p38"/>
          <p:cNvGrpSpPr/>
          <p:nvPr/>
        </p:nvGrpSpPr>
        <p:grpSpPr>
          <a:xfrm>
            <a:off x="313503" y="4257414"/>
            <a:ext cx="8516808" cy="562024"/>
            <a:chOff x="313503" y="540001"/>
            <a:chExt cx="8516808" cy="562024"/>
          </a:xfrm>
        </p:grpSpPr>
        <p:grpSp>
          <p:nvGrpSpPr>
            <p:cNvPr id="20833" name="Google Shape;20833;p38"/>
            <p:cNvGrpSpPr/>
            <p:nvPr/>
          </p:nvGrpSpPr>
          <p:grpSpPr>
            <a:xfrm>
              <a:off x="313503" y="540001"/>
              <a:ext cx="8516808" cy="31489"/>
              <a:chOff x="76200" y="76206"/>
              <a:chExt cx="8925600" cy="33000"/>
            </a:xfrm>
          </p:grpSpPr>
          <p:sp>
            <p:nvSpPr>
              <p:cNvPr id="20834" name="Google Shape;20834;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6" name="Google Shape;20906;p38"/>
            <p:cNvGrpSpPr/>
            <p:nvPr/>
          </p:nvGrpSpPr>
          <p:grpSpPr>
            <a:xfrm>
              <a:off x="313503" y="646108"/>
              <a:ext cx="8516808" cy="31489"/>
              <a:chOff x="76200" y="76206"/>
              <a:chExt cx="8925600" cy="33000"/>
            </a:xfrm>
          </p:grpSpPr>
          <p:sp>
            <p:nvSpPr>
              <p:cNvPr id="20907" name="Google Shape;20907;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9" name="Google Shape;20979;p38"/>
            <p:cNvGrpSpPr/>
            <p:nvPr/>
          </p:nvGrpSpPr>
          <p:grpSpPr>
            <a:xfrm>
              <a:off x="313503" y="752215"/>
              <a:ext cx="8516808" cy="31489"/>
              <a:chOff x="76200" y="76206"/>
              <a:chExt cx="8925600" cy="33000"/>
            </a:xfrm>
          </p:grpSpPr>
          <p:sp>
            <p:nvSpPr>
              <p:cNvPr id="20980" name="Google Shape;20980;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2" name="Google Shape;21052;p38"/>
            <p:cNvGrpSpPr/>
            <p:nvPr/>
          </p:nvGrpSpPr>
          <p:grpSpPr>
            <a:xfrm>
              <a:off x="313503" y="858322"/>
              <a:ext cx="8516808" cy="31489"/>
              <a:chOff x="76200" y="76206"/>
              <a:chExt cx="8925600" cy="33000"/>
            </a:xfrm>
          </p:grpSpPr>
          <p:sp>
            <p:nvSpPr>
              <p:cNvPr id="21053" name="Google Shape;21053;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5" name="Google Shape;21125;p38"/>
            <p:cNvGrpSpPr/>
            <p:nvPr/>
          </p:nvGrpSpPr>
          <p:grpSpPr>
            <a:xfrm>
              <a:off x="313503" y="964429"/>
              <a:ext cx="8516808" cy="31489"/>
              <a:chOff x="76200" y="76206"/>
              <a:chExt cx="8925600" cy="33000"/>
            </a:xfrm>
          </p:grpSpPr>
          <p:sp>
            <p:nvSpPr>
              <p:cNvPr id="21126" name="Google Shape;21126;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98" name="Google Shape;21198;p38"/>
            <p:cNvGrpSpPr/>
            <p:nvPr/>
          </p:nvGrpSpPr>
          <p:grpSpPr>
            <a:xfrm>
              <a:off x="313503" y="1070536"/>
              <a:ext cx="8516808" cy="31489"/>
              <a:chOff x="76200" y="76206"/>
              <a:chExt cx="8925600" cy="33000"/>
            </a:xfrm>
          </p:grpSpPr>
          <p:sp>
            <p:nvSpPr>
              <p:cNvPr id="21199" name="Google Shape;21199;p38"/>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38"/>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38"/>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38"/>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38"/>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38"/>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38"/>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38"/>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38"/>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38"/>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38"/>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38"/>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38"/>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38"/>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38"/>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38"/>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38"/>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38"/>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38"/>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38"/>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38"/>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38"/>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38"/>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38"/>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38"/>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38"/>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38"/>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38"/>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38"/>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38"/>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38"/>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38"/>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38"/>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38"/>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38"/>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38"/>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38"/>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38"/>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38"/>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38"/>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38"/>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38"/>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38"/>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38"/>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38"/>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38"/>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38"/>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38"/>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38"/>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38"/>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38"/>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38"/>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38"/>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38"/>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38"/>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38"/>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38"/>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38"/>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38"/>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38"/>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38"/>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38"/>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38"/>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38"/>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38"/>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38"/>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38"/>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38"/>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38"/>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38"/>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38"/>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38"/>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Numbers and text 2">
  <p:cSld name="BLANK_1_1_1_1_1_1_1_3">
    <p:spTree>
      <p:nvGrpSpPr>
        <p:cNvPr id="1" name="Shape 21271"/>
        <p:cNvGrpSpPr/>
        <p:nvPr/>
      </p:nvGrpSpPr>
      <p:grpSpPr>
        <a:xfrm>
          <a:off x="0" y="0"/>
          <a:ext cx="0" cy="0"/>
          <a:chOff x="0" y="0"/>
          <a:chExt cx="0" cy="0"/>
        </a:xfrm>
      </p:grpSpPr>
      <p:sp>
        <p:nvSpPr>
          <p:cNvPr id="21272" name="Google Shape;21272;p39"/>
          <p:cNvSpPr txBox="1">
            <a:spLocks noGrp="1"/>
          </p:cNvSpPr>
          <p:nvPr>
            <p:ph type="title" hasCustomPrompt="1"/>
          </p:nvPr>
        </p:nvSpPr>
        <p:spPr>
          <a:xfrm>
            <a:off x="6003599" y="3040779"/>
            <a:ext cx="2420400" cy="8283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6200"/>
              <a:buNone/>
              <a:defRPr sz="45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1273" name="Google Shape;21273;p39"/>
          <p:cNvSpPr txBox="1">
            <a:spLocks noGrp="1"/>
          </p:cNvSpPr>
          <p:nvPr>
            <p:ph type="subTitle" idx="1"/>
          </p:nvPr>
        </p:nvSpPr>
        <p:spPr>
          <a:xfrm>
            <a:off x="6003600" y="3792883"/>
            <a:ext cx="2420400" cy="576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274" name="Google Shape;21274;p39"/>
          <p:cNvSpPr txBox="1">
            <a:spLocks noGrp="1"/>
          </p:cNvSpPr>
          <p:nvPr>
            <p:ph type="title" idx="2" hasCustomPrompt="1"/>
          </p:nvPr>
        </p:nvSpPr>
        <p:spPr>
          <a:xfrm>
            <a:off x="720000" y="3040775"/>
            <a:ext cx="2420400" cy="8283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6200"/>
              <a:buNone/>
              <a:defRPr sz="45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1275" name="Google Shape;21275;p39"/>
          <p:cNvSpPr txBox="1">
            <a:spLocks noGrp="1"/>
          </p:cNvSpPr>
          <p:nvPr>
            <p:ph type="subTitle" idx="3"/>
          </p:nvPr>
        </p:nvSpPr>
        <p:spPr>
          <a:xfrm>
            <a:off x="720000" y="3792875"/>
            <a:ext cx="2420400" cy="576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276" name="Google Shape;21276;p39"/>
          <p:cNvSpPr txBox="1">
            <a:spLocks noGrp="1"/>
          </p:cNvSpPr>
          <p:nvPr>
            <p:ph type="title" idx="4" hasCustomPrompt="1"/>
          </p:nvPr>
        </p:nvSpPr>
        <p:spPr>
          <a:xfrm>
            <a:off x="3361788" y="3040775"/>
            <a:ext cx="2420400" cy="828300"/>
          </a:xfrm>
          <a:prstGeom prst="rect">
            <a:avLst/>
          </a:prstGeom>
        </p:spPr>
        <p:txBody>
          <a:bodyPr spcFirstLastPara="1" wrap="square" lIns="91425" tIns="64000" rIns="91425" bIns="91425" anchor="b" anchorCtr="0">
            <a:noAutofit/>
          </a:bodyPr>
          <a:lstStyle>
            <a:lvl1pPr lvl="0" algn="ctr" rtl="0">
              <a:spcBef>
                <a:spcPts val="0"/>
              </a:spcBef>
              <a:spcAft>
                <a:spcPts val="0"/>
              </a:spcAft>
              <a:buSzPts val="6200"/>
              <a:buNone/>
              <a:defRPr sz="45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1277" name="Google Shape;21277;p39"/>
          <p:cNvSpPr txBox="1">
            <a:spLocks noGrp="1"/>
          </p:cNvSpPr>
          <p:nvPr>
            <p:ph type="subTitle" idx="5"/>
          </p:nvPr>
        </p:nvSpPr>
        <p:spPr>
          <a:xfrm>
            <a:off x="3361789" y="3792875"/>
            <a:ext cx="2420400" cy="576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278" name="Google Shape;21278;p39"/>
          <p:cNvSpPr txBox="1">
            <a:spLocks noGrp="1"/>
          </p:cNvSpPr>
          <p:nvPr>
            <p:ph type="title" idx="6"/>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1279" name="Google Shape;21279;p39"/>
          <p:cNvGrpSpPr/>
          <p:nvPr/>
        </p:nvGrpSpPr>
        <p:grpSpPr>
          <a:xfrm>
            <a:off x="313503" y="376409"/>
            <a:ext cx="8516819" cy="562035"/>
            <a:chOff x="313503" y="376409"/>
            <a:chExt cx="8516819" cy="562035"/>
          </a:xfrm>
        </p:grpSpPr>
        <p:sp>
          <p:nvSpPr>
            <p:cNvPr id="21280" name="Google Shape;21280;p39"/>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39"/>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39"/>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39"/>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39"/>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39"/>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39"/>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39"/>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39"/>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39"/>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39"/>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39"/>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39"/>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39"/>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39"/>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39"/>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39"/>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39"/>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39"/>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39"/>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39"/>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39"/>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39"/>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39"/>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39"/>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39"/>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39"/>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39"/>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39"/>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39"/>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39"/>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39"/>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39"/>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39"/>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39"/>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39"/>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39"/>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39"/>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39"/>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39"/>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39"/>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39"/>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39"/>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39"/>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39"/>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39"/>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39"/>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39"/>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1328"/>
        <p:cNvGrpSpPr/>
        <p:nvPr/>
      </p:nvGrpSpPr>
      <p:grpSpPr>
        <a:xfrm>
          <a:off x="0" y="0"/>
          <a:ext cx="0" cy="0"/>
          <a:chOff x="0" y="0"/>
          <a:chExt cx="0" cy="0"/>
        </a:xfrm>
      </p:grpSpPr>
      <p:sp>
        <p:nvSpPr>
          <p:cNvPr id="21329" name="Google Shape;21329;p40"/>
          <p:cNvSpPr txBox="1">
            <a:spLocks noGrp="1"/>
          </p:cNvSpPr>
          <p:nvPr>
            <p:ph type="title"/>
          </p:nvPr>
        </p:nvSpPr>
        <p:spPr>
          <a:xfrm>
            <a:off x="1820281" y="1620050"/>
            <a:ext cx="2409300" cy="457200"/>
          </a:xfrm>
          <a:prstGeom prst="rect">
            <a:avLst/>
          </a:prstGeom>
        </p:spPr>
        <p:txBody>
          <a:bodyPr spcFirstLastPara="1" wrap="square" lIns="91425" tIns="64000"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30" name="Google Shape;21330;p40"/>
          <p:cNvSpPr txBox="1">
            <a:spLocks noGrp="1"/>
          </p:cNvSpPr>
          <p:nvPr>
            <p:ph type="subTitle" idx="1"/>
          </p:nvPr>
        </p:nvSpPr>
        <p:spPr>
          <a:xfrm>
            <a:off x="1820281" y="2077250"/>
            <a:ext cx="2409300" cy="6654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31" name="Google Shape;21331;p40"/>
          <p:cNvSpPr txBox="1">
            <a:spLocks noGrp="1"/>
          </p:cNvSpPr>
          <p:nvPr>
            <p:ph type="title" idx="2"/>
          </p:nvPr>
        </p:nvSpPr>
        <p:spPr>
          <a:xfrm>
            <a:off x="5777829" y="1620050"/>
            <a:ext cx="2409300" cy="457200"/>
          </a:xfrm>
          <a:prstGeom prst="rect">
            <a:avLst/>
          </a:prstGeom>
        </p:spPr>
        <p:txBody>
          <a:bodyPr spcFirstLastPara="1" wrap="square" lIns="91425" tIns="64000"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32" name="Google Shape;21332;p40"/>
          <p:cNvSpPr txBox="1">
            <a:spLocks noGrp="1"/>
          </p:cNvSpPr>
          <p:nvPr>
            <p:ph type="subTitle" idx="3"/>
          </p:nvPr>
        </p:nvSpPr>
        <p:spPr>
          <a:xfrm>
            <a:off x="5777824" y="2077250"/>
            <a:ext cx="2409300" cy="6654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33" name="Google Shape;21333;p40"/>
          <p:cNvSpPr txBox="1">
            <a:spLocks noGrp="1"/>
          </p:cNvSpPr>
          <p:nvPr>
            <p:ph type="title" idx="4"/>
          </p:nvPr>
        </p:nvSpPr>
        <p:spPr>
          <a:xfrm>
            <a:off x="1820281" y="3204050"/>
            <a:ext cx="2409300" cy="457200"/>
          </a:xfrm>
          <a:prstGeom prst="rect">
            <a:avLst/>
          </a:prstGeom>
        </p:spPr>
        <p:txBody>
          <a:bodyPr spcFirstLastPara="1" wrap="square" lIns="91425" tIns="64000"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34" name="Google Shape;21334;p40"/>
          <p:cNvSpPr txBox="1">
            <a:spLocks noGrp="1"/>
          </p:cNvSpPr>
          <p:nvPr>
            <p:ph type="subTitle" idx="5"/>
          </p:nvPr>
        </p:nvSpPr>
        <p:spPr>
          <a:xfrm>
            <a:off x="1820281" y="3661250"/>
            <a:ext cx="2409300" cy="6654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35" name="Google Shape;21335;p40"/>
          <p:cNvSpPr txBox="1">
            <a:spLocks noGrp="1"/>
          </p:cNvSpPr>
          <p:nvPr>
            <p:ph type="title" idx="6"/>
          </p:nvPr>
        </p:nvSpPr>
        <p:spPr>
          <a:xfrm>
            <a:off x="5777829" y="3204050"/>
            <a:ext cx="2409300" cy="457200"/>
          </a:xfrm>
          <a:prstGeom prst="rect">
            <a:avLst/>
          </a:prstGeom>
        </p:spPr>
        <p:txBody>
          <a:bodyPr spcFirstLastPara="1" wrap="square" lIns="91425" tIns="64000"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36" name="Google Shape;21336;p40"/>
          <p:cNvSpPr txBox="1">
            <a:spLocks noGrp="1"/>
          </p:cNvSpPr>
          <p:nvPr>
            <p:ph type="subTitle" idx="7"/>
          </p:nvPr>
        </p:nvSpPr>
        <p:spPr>
          <a:xfrm>
            <a:off x="5777824" y="3661250"/>
            <a:ext cx="2409300" cy="6654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37" name="Google Shape;21337;p40"/>
          <p:cNvSpPr txBox="1">
            <a:spLocks noGrp="1"/>
          </p:cNvSpPr>
          <p:nvPr>
            <p:ph type="title" idx="8"/>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1338" name="Google Shape;21338;p40"/>
          <p:cNvGrpSpPr/>
          <p:nvPr/>
        </p:nvGrpSpPr>
        <p:grpSpPr>
          <a:xfrm>
            <a:off x="313503" y="376409"/>
            <a:ext cx="8516819" cy="562035"/>
            <a:chOff x="313503" y="376409"/>
            <a:chExt cx="8516819" cy="562035"/>
          </a:xfrm>
        </p:grpSpPr>
        <p:sp>
          <p:nvSpPr>
            <p:cNvPr id="21339" name="Google Shape;21339;p40"/>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40"/>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40"/>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40"/>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40"/>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40"/>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40"/>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40"/>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40"/>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40"/>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40"/>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40"/>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40"/>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40"/>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40"/>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40"/>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40"/>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40"/>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40"/>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40"/>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40"/>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40"/>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40"/>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40"/>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40"/>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40"/>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40"/>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40"/>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40"/>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40"/>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40"/>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40"/>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40"/>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40"/>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40"/>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40"/>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40"/>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40"/>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40"/>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40"/>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40"/>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40"/>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40"/>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40"/>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40"/>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40"/>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40"/>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40"/>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eight columns">
  <p:cSld name="CUSTOM_5_1_1">
    <p:spTree>
      <p:nvGrpSpPr>
        <p:cNvPr id="1" name="Shape 21387"/>
        <p:cNvGrpSpPr/>
        <p:nvPr/>
      </p:nvGrpSpPr>
      <p:grpSpPr>
        <a:xfrm>
          <a:off x="0" y="0"/>
          <a:ext cx="0" cy="0"/>
          <a:chOff x="0" y="0"/>
          <a:chExt cx="0" cy="0"/>
        </a:xfrm>
      </p:grpSpPr>
      <p:sp>
        <p:nvSpPr>
          <p:cNvPr id="21388" name="Google Shape;21388;p41"/>
          <p:cNvSpPr txBox="1">
            <a:spLocks noGrp="1"/>
          </p:cNvSpPr>
          <p:nvPr>
            <p:ph type="title"/>
          </p:nvPr>
        </p:nvSpPr>
        <p:spPr>
          <a:xfrm>
            <a:off x="762014" y="31267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89" name="Google Shape;21389;p41"/>
          <p:cNvSpPr txBox="1">
            <a:spLocks noGrp="1"/>
          </p:cNvSpPr>
          <p:nvPr>
            <p:ph type="subTitle" idx="1"/>
          </p:nvPr>
        </p:nvSpPr>
        <p:spPr>
          <a:xfrm>
            <a:off x="762013" y="341795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90" name="Google Shape;21390;p41"/>
          <p:cNvSpPr txBox="1">
            <a:spLocks noGrp="1"/>
          </p:cNvSpPr>
          <p:nvPr>
            <p:ph type="title" idx="2"/>
          </p:nvPr>
        </p:nvSpPr>
        <p:spPr>
          <a:xfrm>
            <a:off x="4711529" y="31267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91" name="Google Shape;21391;p41"/>
          <p:cNvSpPr txBox="1">
            <a:spLocks noGrp="1"/>
          </p:cNvSpPr>
          <p:nvPr>
            <p:ph type="subTitle" idx="3"/>
          </p:nvPr>
        </p:nvSpPr>
        <p:spPr>
          <a:xfrm>
            <a:off x="4711523" y="341795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92" name="Google Shape;21392;p41"/>
          <p:cNvSpPr txBox="1">
            <a:spLocks noGrp="1"/>
          </p:cNvSpPr>
          <p:nvPr>
            <p:ph type="title" idx="4"/>
          </p:nvPr>
        </p:nvSpPr>
        <p:spPr>
          <a:xfrm>
            <a:off x="2736771" y="31267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93" name="Google Shape;21393;p41"/>
          <p:cNvSpPr txBox="1">
            <a:spLocks noGrp="1"/>
          </p:cNvSpPr>
          <p:nvPr>
            <p:ph type="subTitle" idx="5"/>
          </p:nvPr>
        </p:nvSpPr>
        <p:spPr>
          <a:xfrm>
            <a:off x="2736768" y="341795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94" name="Google Shape;21394;p41"/>
          <p:cNvSpPr txBox="1">
            <a:spLocks noGrp="1"/>
          </p:cNvSpPr>
          <p:nvPr>
            <p:ph type="title" idx="6"/>
          </p:nvPr>
        </p:nvSpPr>
        <p:spPr>
          <a:xfrm>
            <a:off x="6686287" y="31267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395" name="Google Shape;21395;p41"/>
          <p:cNvSpPr txBox="1">
            <a:spLocks noGrp="1"/>
          </p:cNvSpPr>
          <p:nvPr>
            <p:ph type="subTitle" idx="7"/>
          </p:nvPr>
        </p:nvSpPr>
        <p:spPr>
          <a:xfrm>
            <a:off x="6686278" y="344960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396" name="Google Shape;21396;p41"/>
          <p:cNvSpPr txBox="1">
            <a:spLocks noGrp="1"/>
          </p:cNvSpPr>
          <p:nvPr>
            <p:ph type="title" idx="8"/>
          </p:nvPr>
        </p:nvSpPr>
        <p:spPr>
          <a:xfrm>
            <a:off x="720100" y="368725"/>
            <a:ext cx="7704000" cy="576000"/>
          </a:xfrm>
          <a:prstGeom prst="rect">
            <a:avLst/>
          </a:prstGeom>
          <a:noFill/>
        </p:spPr>
        <p:txBody>
          <a:bodyPr spcFirstLastPara="1" wrap="square" lIns="91425" tIns="64000" rIns="91425" bIns="91425"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1397" name="Google Shape;21397;p41"/>
          <p:cNvGrpSpPr/>
          <p:nvPr/>
        </p:nvGrpSpPr>
        <p:grpSpPr>
          <a:xfrm>
            <a:off x="313503" y="376409"/>
            <a:ext cx="8516819" cy="562035"/>
            <a:chOff x="313503" y="376409"/>
            <a:chExt cx="8516819" cy="562035"/>
          </a:xfrm>
        </p:grpSpPr>
        <p:sp>
          <p:nvSpPr>
            <p:cNvPr id="21398" name="Google Shape;21398;p41"/>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41"/>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41"/>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41"/>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41"/>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41"/>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41"/>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41"/>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41"/>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41"/>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41"/>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41"/>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41"/>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41"/>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41"/>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41"/>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41"/>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41"/>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41"/>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41"/>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41"/>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41"/>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41"/>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41"/>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41"/>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41"/>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41"/>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41"/>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41"/>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41"/>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41"/>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41"/>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41"/>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41"/>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41"/>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41"/>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41"/>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41"/>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41"/>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41"/>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41"/>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41"/>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41"/>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41"/>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41"/>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41"/>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41"/>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41"/>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46" name="Google Shape;21446;p41"/>
          <p:cNvSpPr txBox="1">
            <a:spLocks noGrp="1"/>
          </p:cNvSpPr>
          <p:nvPr>
            <p:ph type="title" idx="9"/>
          </p:nvPr>
        </p:nvSpPr>
        <p:spPr>
          <a:xfrm>
            <a:off x="762014" y="15660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447" name="Google Shape;21447;p41"/>
          <p:cNvSpPr txBox="1">
            <a:spLocks noGrp="1"/>
          </p:cNvSpPr>
          <p:nvPr>
            <p:ph type="subTitle" idx="13"/>
          </p:nvPr>
        </p:nvSpPr>
        <p:spPr>
          <a:xfrm>
            <a:off x="762013" y="1857250"/>
            <a:ext cx="1695900" cy="801000"/>
          </a:xfrm>
          <a:prstGeom prst="rect">
            <a:avLst/>
          </a:prstGeom>
        </p:spPr>
        <p:txBody>
          <a:bodyPr spcFirstLastPara="1" wrap="square" lIns="0" tIns="0" rIns="0" bIns="0" anchor="t" anchorCtr="0">
            <a:noAutofit/>
          </a:bodyPr>
          <a:lstStyle>
            <a:lvl1pPr lvl="0" algn="ctr" rtl="0">
              <a:lnSpc>
                <a:spcPct val="100000"/>
              </a:lnSpc>
              <a:spcBef>
                <a:spcPts val="1000"/>
              </a:spcBef>
              <a:spcAft>
                <a:spcPts val="0"/>
              </a:spcAft>
              <a:buSzPts val="1400"/>
              <a:buNone/>
              <a:defRPr sz="1400"/>
            </a:lvl1pPr>
            <a:lvl2pPr lvl="1" algn="ctr" rtl="0">
              <a:lnSpc>
                <a:spcPct val="100000"/>
              </a:lnSpc>
              <a:spcBef>
                <a:spcPts val="10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448" name="Google Shape;21448;p41"/>
          <p:cNvSpPr txBox="1">
            <a:spLocks noGrp="1"/>
          </p:cNvSpPr>
          <p:nvPr>
            <p:ph type="title" idx="14"/>
          </p:nvPr>
        </p:nvSpPr>
        <p:spPr>
          <a:xfrm>
            <a:off x="4711529" y="15660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449" name="Google Shape;21449;p41"/>
          <p:cNvSpPr txBox="1">
            <a:spLocks noGrp="1"/>
          </p:cNvSpPr>
          <p:nvPr>
            <p:ph type="subTitle" idx="15"/>
          </p:nvPr>
        </p:nvSpPr>
        <p:spPr>
          <a:xfrm>
            <a:off x="4711523" y="185725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450" name="Google Shape;21450;p41"/>
          <p:cNvSpPr txBox="1">
            <a:spLocks noGrp="1"/>
          </p:cNvSpPr>
          <p:nvPr>
            <p:ph type="title" idx="16"/>
          </p:nvPr>
        </p:nvSpPr>
        <p:spPr>
          <a:xfrm>
            <a:off x="2736771" y="15660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451" name="Google Shape;21451;p41"/>
          <p:cNvSpPr txBox="1">
            <a:spLocks noGrp="1"/>
          </p:cNvSpPr>
          <p:nvPr>
            <p:ph type="subTitle" idx="17"/>
          </p:nvPr>
        </p:nvSpPr>
        <p:spPr>
          <a:xfrm>
            <a:off x="2736768" y="185725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452" name="Google Shape;21452;p41"/>
          <p:cNvSpPr txBox="1">
            <a:spLocks noGrp="1"/>
          </p:cNvSpPr>
          <p:nvPr>
            <p:ph type="title" idx="18"/>
          </p:nvPr>
        </p:nvSpPr>
        <p:spPr>
          <a:xfrm>
            <a:off x="6686287" y="1566025"/>
            <a:ext cx="1695900" cy="457200"/>
          </a:xfrm>
          <a:prstGeom prst="rect">
            <a:avLst/>
          </a:prstGeom>
        </p:spPr>
        <p:txBody>
          <a:bodyPr spcFirstLastPara="1" wrap="square" lIns="91425" tIns="64000" rIns="91425" bIns="91425" anchor="b" anchorCtr="0">
            <a:noAutofit/>
          </a:bodyPr>
          <a:lstStyle>
            <a:lvl1pPr lvl="0"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453" name="Google Shape;21453;p41"/>
          <p:cNvSpPr txBox="1">
            <a:spLocks noGrp="1"/>
          </p:cNvSpPr>
          <p:nvPr>
            <p:ph type="subTitle" idx="19"/>
          </p:nvPr>
        </p:nvSpPr>
        <p:spPr>
          <a:xfrm>
            <a:off x="6686278" y="1888900"/>
            <a:ext cx="1695900" cy="801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hanks">
  <p:cSld name="BLANK_1_1_1_1_1_1_2_1">
    <p:spTree>
      <p:nvGrpSpPr>
        <p:cNvPr id="1" name="Shape 21454"/>
        <p:cNvGrpSpPr/>
        <p:nvPr/>
      </p:nvGrpSpPr>
      <p:grpSpPr>
        <a:xfrm>
          <a:off x="0" y="0"/>
          <a:ext cx="0" cy="0"/>
          <a:chOff x="0" y="0"/>
          <a:chExt cx="0" cy="0"/>
        </a:xfrm>
      </p:grpSpPr>
      <p:sp>
        <p:nvSpPr>
          <p:cNvPr id="21455" name="Google Shape;21455;p42"/>
          <p:cNvSpPr txBox="1">
            <a:spLocks noGrp="1"/>
          </p:cNvSpPr>
          <p:nvPr>
            <p:ph type="ctrTitle"/>
          </p:nvPr>
        </p:nvSpPr>
        <p:spPr>
          <a:xfrm>
            <a:off x="2429950" y="540000"/>
            <a:ext cx="4284000" cy="997800"/>
          </a:xfrm>
          <a:prstGeom prst="rect">
            <a:avLst/>
          </a:prstGeom>
        </p:spPr>
        <p:txBody>
          <a:bodyPr spcFirstLastPara="1" wrap="square" lIns="91425" tIns="64000" rIns="91425" bIns="91425" anchor="ctr" anchorCtr="0">
            <a:noAutofit/>
          </a:bodyPr>
          <a:lstStyle>
            <a:lvl1pPr lvl="0" algn="ctr" rtl="0">
              <a:spcBef>
                <a:spcPts val="0"/>
              </a:spcBef>
              <a:spcAft>
                <a:spcPts val="0"/>
              </a:spcAft>
              <a:buSzPts val="5200"/>
              <a:buNone/>
              <a:defRPr sz="8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grpSp>
        <p:nvGrpSpPr>
          <p:cNvPr id="21456" name="Google Shape;21456;p42"/>
          <p:cNvGrpSpPr/>
          <p:nvPr/>
        </p:nvGrpSpPr>
        <p:grpSpPr>
          <a:xfrm>
            <a:off x="313503" y="540001"/>
            <a:ext cx="8516819" cy="4063568"/>
            <a:chOff x="313503" y="540001"/>
            <a:chExt cx="8516819" cy="4063568"/>
          </a:xfrm>
        </p:grpSpPr>
        <p:sp>
          <p:nvSpPr>
            <p:cNvPr id="21457" name="Google Shape;21457;p42"/>
            <p:cNvSpPr/>
            <p:nvPr/>
          </p:nvSpPr>
          <p:spPr>
            <a:xfrm>
              <a:off x="31350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42"/>
            <p:cNvSpPr/>
            <p:nvPr/>
          </p:nvSpPr>
          <p:spPr>
            <a:xfrm>
              <a:off x="43301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42"/>
            <p:cNvSpPr/>
            <p:nvPr/>
          </p:nvSpPr>
          <p:spPr>
            <a:xfrm>
              <a:off x="55251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42"/>
            <p:cNvSpPr/>
            <p:nvPr/>
          </p:nvSpPr>
          <p:spPr>
            <a:xfrm>
              <a:off x="67202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42"/>
            <p:cNvSpPr/>
            <p:nvPr/>
          </p:nvSpPr>
          <p:spPr>
            <a:xfrm>
              <a:off x="79153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42"/>
            <p:cNvSpPr/>
            <p:nvPr/>
          </p:nvSpPr>
          <p:spPr>
            <a:xfrm>
              <a:off x="91104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42"/>
            <p:cNvSpPr/>
            <p:nvPr/>
          </p:nvSpPr>
          <p:spPr>
            <a:xfrm>
              <a:off x="103055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42"/>
            <p:cNvSpPr/>
            <p:nvPr/>
          </p:nvSpPr>
          <p:spPr>
            <a:xfrm>
              <a:off x="820125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42"/>
            <p:cNvSpPr/>
            <p:nvPr/>
          </p:nvSpPr>
          <p:spPr>
            <a:xfrm>
              <a:off x="832076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42"/>
            <p:cNvSpPr/>
            <p:nvPr/>
          </p:nvSpPr>
          <p:spPr>
            <a:xfrm>
              <a:off x="844028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42"/>
            <p:cNvSpPr/>
            <p:nvPr/>
          </p:nvSpPr>
          <p:spPr>
            <a:xfrm>
              <a:off x="855979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42"/>
            <p:cNvSpPr/>
            <p:nvPr/>
          </p:nvSpPr>
          <p:spPr>
            <a:xfrm>
              <a:off x="867930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42"/>
            <p:cNvSpPr/>
            <p:nvPr/>
          </p:nvSpPr>
          <p:spPr>
            <a:xfrm>
              <a:off x="879882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42"/>
            <p:cNvSpPr/>
            <p:nvPr/>
          </p:nvSpPr>
          <p:spPr>
            <a:xfrm>
              <a:off x="31350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42"/>
            <p:cNvSpPr/>
            <p:nvPr/>
          </p:nvSpPr>
          <p:spPr>
            <a:xfrm>
              <a:off x="43301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42"/>
            <p:cNvSpPr/>
            <p:nvPr/>
          </p:nvSpPr>
          <p:spPr>
            <a:xfrm>
              <a:off x="55251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42"/>
            <p:cNvSpPr/>
            <p:nvPr/>
          </p:nvSpPr>
          <p:spPr>
            <a:xfrm>
              <a:off x="67202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42"/>
            <p:cNvSpPr/>
            <p:nvPr/>
          </p:nvSpPr>
          <p:spPr>
            <a:xfrm>
              <a:off x="79153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42"/>
            <p:cNvSpPr/>
            <p:nvPr/>
          </p:nvSpPr>
          <p:spPr>
            <a:xfrm>
              <a:off x="91104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42"/>
            <p:cNvSpPr/>
            <p:nvPr/>
          </p:nvSpPr>
          <p:spPr>
            <a:xfrm>
              <a:off x="103055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42"/>
            <p:cNvSpPr/>
            <p:nvPr/>
          </p:nvSpPr>
          <p:spPr>
            <a:xfrm>
              <a:off x="820125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42"/>
            <p:cNvSpPr/>
            <p:nvPr/>
          </p:nvSpPr>
          <p:spPr>
            <a:xfrm>
              <a:off x="832076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42"/>
            <p:cNvSpPr/>
            <p:nvPr/>
          </p:nvSpPr>
          <p:spPr>
            <a:xfrm>
              <a:off x="844028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42"/>
            <p:cNvSpPr/>
            <p:nvPr/>
          </p:nvSpPr>
          <p:spPr>
            <a:xfrm>
              <a:off x="855979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42"/>
            <p:cNvSpPr/>
            <p:nvPr/>
          </p:nvSpPr>
          <p:spPr>
            <a:xfrm>
              <a:off x="867930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42"/>
            <p:cNvSpPr/>
            <p:nvPr/>
          </p:nvSpPr>
          <p:spPr>
            <a:xfrm>
              <a:off x="879882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42"/>
            <p:cNvSpPr/>
            <p:nvPr/>
          </p:nvSpPr>
          <p:spPr>
            <a:xfrm>
              <a:off x="31350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42"/>
            <p:cNvSpPr/>
            <p:nvPr/>
          </p:nvSpPr>
          <p:spPr>
            <a:xfrm>
              <a:off x="43301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42"/>
            <p:cNvSpPr/>
            <p:nvPr/>
          </p:nvSpPr>
          <p:spPr>
            <a:xfrm>
              <a:off x="55251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42"/>
            <p:cNvSpPr/>
            <p:nvPr/>
          </p:nvSpPr>
          <p:spPr>
            <a:xfrm>
              <a:off x="67202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42"/>
            <p:cNvSpPr/>
            <p:nvPr/>
          </p:nvSpPr>
          <p:spPr>
            <a:xfrm>
              <a:off x="79153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42"/>
            <p:cNvSpPr/>
            <p:nvPr/>
          </p:nvSpPr>
          <p:spPr>
            <a:xfrm>
              <a:off x="91104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42"/>
            <p:cNvSpPr/>
            <p:nvPr/>
          </p:nvSpPr>
          <p:spPr>
            <a:xfrm>
              <a:off x="103055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42"/>
            <p:cNvSpPr/>
            <p:nvPr/>
          </p:nvSpPr>
          <p:spPr>
            <a:xfrm>
              <a:off x="820125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42"/>
            <p:cNvSpPr/>
            <p:nvPr/>
          </p:nvSpPr>
          <p:spPr>
            <a:xfrm>
              <a:off x="832076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42"/>
            <p:cNvSpPr/>
            <p:nvPr/>
          </p:nvSpPr>
          <p:spPr>
            <a:xfrm>
              <a:off x="844028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42"/>
            <p:cNvSpPr/>
            <p:nvPr/>
          </p:nvSpPr>
          <p:spPr>
            <a:xfrm>
              <a:off x="855979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42"/>
            <p:cNvSpPr/>
            <p:nvPr/>
          </p:nvSpPr>
          <p:spPr>
            <a:xfrm>
              <a:off x="867930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42"/>
            <p:cNvSpPr/>
            <p:nvPr/>
          </p:nvSpPr>
          <p:spPr>
            <a:xfrm>
              <a:off x="879882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42"/>
            <p:cNvSpPr/>
            <p:nvPr/>
          </p:nvSpPr>
          <p:spPr>
            <a:xfrm>
              <a:off x="31350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42"/>
            <p:cNvSpPr/>
            <p:nvPr/>
          </p:nvSpPr>
          <p:spPr>
            <a:xfrm>
              <a:off x="43301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42"/>
            <p:cNvSpPr/>
            <p:nvPr/>
          </p:nvSpPr>
          <p:spPr>
            <a:xfrm>
              <a:off x="55251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42"/>
            <p:cNvSpPr/>
            <p:nvPr/>
          </p:nvSpPr>
          <p:spPr>
            <a:xfrm>
              <a:off x="67202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42"/>
            <p:cNvSpPr/>
            <p:nvPr/>
          </p:nvSpPr>
          <p:spPr>
            <a:xfrm>
              <a:off x="79153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42"/>
            <p:cNvSpPr/>
            <p:nvPr/>
          </p:nvSpPr>
          <p:spPr>
            <a:xfrm>
              <a:off x="91104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42"/>
            <p:cNvSpPr/>
            <p:nvPr/>
          </p:nvSpPr>
          <p:spPr>
            <a:xfrm>
              <a:off x="103055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42"/>
            <p:cNvSpPr/>
            <p:nvPr/>
          </p:nvSpPr>
          <p:spPr>
            <a:xfrm>
              <a:off x="820125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42"/>
            <p:cNvSpPr/>
            <p:nvPr/>
          </p:nvSpPr>
          <p:spPr>
            <a:xfrm>
              <a:off x="832076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42"/>
            <p:cNvSpPr/>
            <p:nvPr/>
          </p:nvSpPr>
          <p:spPr>
            <a:xfrm>
              <a:off x="844028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42"/>
            <p:cNvSpPr/>
            <p:nvPr/>
          </p:nvSpPr>
          <p:spPr>
            <a:xfrm>
              <a:off x="855979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42"/>
            <p:cNvSpPr/>
            <p:nvPr/>
          </p:nvSpPr>
          <p:spPr>
            <a:xfrm>
              <a:off x="867930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42"/>
            <p:cNvSpPr/>
            <p:nvPr/>
          </p:nvSpPr>
          <p:spPr>
            <a:xfrm>
              <a:off x="879882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42"/>
            <p:cNvSpPr/>
            <p:nvPr/>
          </p:nvSpPr>
          <p:spPr>
            <a:xfrm>
              <a:off x="31350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42"/>
            <p:cNvSpPr/>
            <p:nvPr/>
          </p:nvSpPr>
          <p:spPr>
            <a:xfrm>
              <a:off x="43301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42"/>
            <p:cNvSpPr/>
            <p:nvPr/>
          </p:nvSpPr>
          <p:spPr>
            <a:xfrm>
              <a:off x="55251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42"/>
            <p:cNvSpPr/>
            <p:nvPr/>
          </p:nvSpPr>
          <p:spPr>
            <a:xfrm>
              <a:off x="67202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42"/>
            <p:cNvSpPr/>
            <p:nvPr/>
          </p:nvSpPr>
          <p:spPr>
            <a:xfrm>
              <a:off x="79153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42"/>
            <p:cNvSpPr/>
            <p:nvPr/>
          </p:nvSpPr>
          <p:spPr>
            <a:xfrm>
              <a:off x="91104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42"/>
            <p:cNvSpPr/>
            <p:nvPr/>
          </p:nvSpPr>
          <p:spPr>
            <a:xfrm>
              <a:off x="103055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42"/>
            <p:cNvSpPr/>
            <p:nvPr/>
          </p:nvSpPr>
          <p:spPr>
            <a:xfrm>
              <a:off x="820125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42"/>
            <p:cNvSpPr/>
            <p:nvPr/>
          </p:nvSpPr>
          <p:spPr>
            <a:xfrm>
              <a:off x="832076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42"/>
            <p:cNvSpPr/>
            <p:nvPr/>
          </p:nvSpPr>
          <p:spPr>
            <a:xfrm>
              <a:off x="844028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42"/>
            <p:cNvSpPr/>
            <p:nvPr/>
          </p:nvSpPr>
          <p:spPr>
            <a:xfrm>
              <a:off x="855979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42"/>
            <p:cNvSpPr/>
            <p:nvPr/>
          </p:nvSpPr>
          <p:spPr>
            <a:xfrm>
              <a:off x="867930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42"/>
            <p:cNvSpPr/>
            <p:nvPr/>
          </p:nvSpPr>
          <p:spPr>
            <a:xfrm>
              <a:off x="879882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42"/>
            <p:cNvSpPr/>
            <p:nvPr/>
          </p:nvSpPr>
          <p:spPr>
            <a:xfrm>
              <a:off x="31350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42"/>
            <p:cNvSpPr/>
            <p:nvPr/>
          </p:nvSpPr>
          <p:spPr>
            <a:xfrm>
              <a:off x="43301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42"/>
            <p:cNvSpPr/>
            <p:nvPr/>
          </p:nvSpPr>
          <p:spPr>
            <a:xfrm>
              <a:off x="55251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42"/>
            <p:cNvSpPr/>
            <p:nvPr/>
          </p:nvSpPr>
          <p:spPr>
            <a:xfrm>
              <a:off x="67202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42"/>
            <p:cNvSpPr/>
            <p:nvPr/>
          </p:nvSpPr>
          <p:spPr>
            <a:xfrm>
              <a:off x="79153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42"/>
            <p:cNvSpPr/>
            <p:nvPr/>
          </p:nvSpPr>
          <p:spPr>
            <a:xfrm>
              <a:off x="91104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42"/>
            <p:cNvSpPr/>
            <p:nvPr/>
          </p:nvSpPr>
          <p:spPr>
            <a:xfrm>
              <a:off x="103055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42"/>
            <p:cNvSpPr/>
            <p:nvPr/>
          </p:nvSpPr>
          <p:spPr>
            <a:xfrm>
              <a:off x="820125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42"/>
            <p:cNvSpPr/>
            <p:nvPr/>
          </p:nvSpPr>
          <p:spPr>
            <a:xfrm>
              <a:off x="832076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42"/>
            <p:cNvSpPr/>
            <p:nvPr/>
          </p:nvSpPr>
          <p:spPr>
            <a:xfrm>
              <a:off x="844028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42"/>
            <p:cNvSpPr/>
            <p:nvPr/>
          </p:nvSpPr>
          <p:spPr>
            <a:xfrm>
              <a:off x="855979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42"/>
            <p:cNvSpPr/>
            <p:nvPr/>
          </p:nvSpPr>
          <p:spPr>
            <a:xfrm>
              <a:off x="867930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42"/>
            <p:cNvSpPr/>
            <p:nvPr/>
          </p:nvSpPr>
          <p:spPr>
            <a:xfrm>
              <a:off x="879882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42"/>
            <p:cNvSpPr/>
            <p:nvPr/>
          </p:nvSpPr>
          <p:spPr>
            <a:xfrm>
              <a:off x="31350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42"/>
            <p:cNvSpPr/>
            <p:nvPr/>
          </p:nvSpPr>
          <p:spPr>
            <a:xfrm>
              <a:off x="43301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42"/>
            <p:cNvSpPr/>
            <p:nvPr/>
          </p:nvSpPr>
          <p:spPr>
            <a:xfrm>
              <a:off x="55251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42"/>
            <p:cNvSpPr/>
            <p:nvPr/>
          </p:nvSpPr>
          <p:spPr>
            <a:xfrm>
              <a:off x="67202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42"/>
            <p:cNvSpPr/>
            <p:nvPr/>
          </p:nvSpPr>
          <p:spPr>
            <a:xfrm>
              <a:off x="79153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42"/>
            <p:cNvSpPr/>
            <p:nvPr/>
          </p:nvSpPr>
          <p:spPr>
            <a:xfrm>
              <a:off x="91104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42"/>
            <p:cNvSpPr/>
            <p:nvPr/>
          </p:nvSpPr>
          <p:spPr>
            <a:xfrm>
              <a:off x="103055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42"/>
            <p:cNvSpPr/>
            <p:nvPr/>
          </p:nvSpPr>
          <p:spPr>
            <a:xfrm>
              <a:off x="820125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42"/>
            <p:cNvSpPr/>
            <p:nvPr/>
          </p:nvSpPr>
          <p:spPr>
            <a:xfrm>
              <a:off x="832076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42"/>
            <p:cNvSpPr/>
            <p:nvPr/>
          </p:nvSpPr>
          <p:spPr>
            <a:xfrm>
              <a:off x="844028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42"/>
            <p:cNvSpPr/>
            <p:nvPr/>
          </p:nvSpPr>
          <p:spPr>
            <a:xfrm>
              <a:off x="855979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42"/>
            <p:cNvSpPr/>
            <p:nvPr/>
          </p:nvSpPr>
          <p:spPr>
            <a:xfrm>
              <a:off x="867930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42"/>
            <p:cNvSpPr/>
            <p:nvPr/>
          </p:nvSpPr>
          <p:spPr>
            <a:xfrm>
              <a:off x="879882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42"/>
            <p:cNvSpPr/>
            <p:nvPr/>
          </p:nvSpPr>
          <p:spPr>
            <a:xfrm>
              <a:off x="31350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42"/>
            <p:cNvSpPr/>
            <p:nvPr/>
          </p:nvSpPr>
          <p:spPr>
            <a:xfrm>
              <a:off x="43301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42"/>
            <p:cNvSpPr/>
            <p:nvPr/>
          </p:nvSpPr>
          <p:spPr>
            <a:xfrm>
              <a:off x="55251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42"/>
            <p:cNvSpPr/>
            <p:nvPr/>
          </p:nvSpPr>
          <p:spPr>
            <a:xfrm>
              <a:off x="67202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42"/>
            <p:cNvSpPr/>
            <p:nvPr/>
          </p:nvSpPr>
          <p:spPr>
            <a:xfrm>
              <a:off x="79153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42"/>
            <p:cNvSpPr/>
            <p:nvPr/>
          </p:nvSpPr>
          <p:spPr>
            <a:xfrm>
              <a:off x="91104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42"/>
            <p:cNvSpPr/>
            <p:nvPr/>
          </p:nvSpPr>
          <p:spPr>
            <a:xfrm>
              <a:off x="103055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42"/>
            <p:cNvSpPr/>
            <p:nvPr/>
          </p:nvSpPr>
          <p:spPr>
            <a:xfrm>
              <a:off x="820125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42"/>
            <p:cNvSpPr/>
            <p:nvPr/>
          </p:nvSpPr>
          <p:spPr>
            <a:xfrm>
              <a:off x="832076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42"/>
            <p:cNvSpPr/>
            <p:nvPr/>
          </p:nvSpPr>
          <p:spPr>
            <a:xfrm>
              <a:off x="844028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42"/>
            <p:cNvSpPr/>
            <p:nvPr/>
          </p:nvSpPr>
          <p:spPr>
            <a:xfrm>
              <a:off x="855979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42"/>
            <p:cNvSpPr/>
            <p:nvPr/>
          </p:nvSpPr>
          <p:spPr>
            <a:xfrm>
              <a:off x="867930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42"/>
            <p:cNvSpPr/>
            <p:nvPr/>
          </p:nvSpPr>
          <p:spPr>
            <a:xfrm>
              <a:off x="879882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42"/>
            <p:cNvSpPr/>
            <p:nvPr/>
          </p:nvSpPr>
          <p:spPr>
            <a:xfrm>
              <a:off x="31350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42"/>
            <p:cNvSpPr/>
            <p:nvPr/>
          </p:nvSpPr>
          <p:spPr>
            <a:xfrm>
              <a:off x="43301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42"/>
            <p:cNvSpPr/>
            <p:nvPr/>
          </p:nvSpPr>
          <p:spPr>
            <a:xfrm>
              <a:off x="55251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42"/>
            <p:cNvSpPr/>
            <p:nvPr/>
          </p:nvSpPr>
          <p:spPr>
            <a:xfrm>
              <a:off x="67202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42"/>
            <p:cNvSpPr/>
            <p:nvPr/>
          </p:nvSpPr>
          <p:spPr>
            <a:xfrm>
              <a:off x="79153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42"/>
            <p:cNvSpPr/>
            <p:nvPr/>
          </p:nvSpPr>
          <p:spPr>
            <a:xfrm>
              <a:off x="91104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42"/>
            <p:cNvSpPr/>
            <p:nvPr/>
          </p:nvSpPr>
          <p:spPr>
            <a:xfrm>
              <a:off x="103055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42"/>
            <p:cNvSpPr/>
            <p:nvPr/>
          </p:nvSpPr>
          <p:spPr>
            <a:xfrm>
              <a:off x="820125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42"/>
            <p:cNvSpPr/>
            <p:nvPr/>
          </p:nvSpPr>
          <p:spPr>
            <a:xfrm>
              <a:off x="832076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42"/>
            <p:cNvSpPr/>
            <p:nvPr/>
          </p:nvSpPr>
          <p:spPr>
            <a:xfrm>
              <a:off x="844028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42"/>
            <p:cNvSpPr/>
            <p:nvPr/>
          </p:nvSpPr>
          <p:spPr>
            <a:xfrm>
              <a:off x="855979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42"/>
            <p:cNvSpPr/>
            <p:nvPr/>
          </p:nvSpPr>
          <p:spPr>
            <a:xfrm>
              <a:off x="867930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42"/>
            <p:cNvSpPr/>
            <p:nvPr/>
          </p:nvSpPr>
          <p:spPr>
            <a:xfrm>
              <a:off x="879882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42"/>
            <p:cNvSpPr/>
            <p:nvPr/>
          </p:nvSpPr>
          <p:spPr>
            <a:xfrm>
              <a:off x="31350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42"/>
            <p:cNvSpPr/>
            <p:nvPr/>
          </p:nvSpPr>
          <p:spPr>
            <a:xfrm>
              <a:off x="43301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42"/>
            <p:cNvSpPr/>
            <p:nvPr/>
          </p:nvSpPr>
          <p:spPr>
            <a:xfrm>
              <a:off x="55251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42"/>
            <p:cNvSpPr/>
            <p:nvPr/>
          </p:nvSpPr>
          <p:spPr>
            <a:xfrm>
              <a:off x="67202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42"/>
            <p:cNvSpPr/>
            <p:nvPr/>
          </p:nvSpPr>
          <p:spPr>
            <a:xfrm>
              <a:off x="79153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42"/>
            <p:cNvSpPr/>
            <p:nvPr/>
          </p:nvSpPr>
          <p:spPr>
            <a:xfrm>
              <a:off x="91104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42"/>
            <p:cNvSpPr/>
            <p:nvPr/>
          </p:nvSpPr>
          <p:spPr>
            <a:xfrm>
              <a:off x="103055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42"/>
            <p:cNvSpPr/>
            <p:nvPr/>
          </p:nvSpPr>
          <p:spPr>
            <a:xfrm>
              <a:off x="820125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42"/>
            <p:cNvSpPr/>
            <p:nvPr/>
          </p:nvSpPr>
          <p:spPr>
            <a:xfrm>
              <a:off x="832076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42"/>
            <p:cNvSpPr/>
            <p:nvPr/>
          </p:nvSpPr>
          <p:spPr>
            <a:xfrm>
              <a:off x="844028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42"/>
            <p:cNvSpPr/>
            <p:nvPr/>
          </p:nvSpPr>
          <p:spPr>
            <a:xfrm>
              <a:off x="855979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42"/>
            <p:cNvSpPr/>
            <p:nvPr/>
          </p:nvSpPr>
          <p:spPr>
            <a:xfrm>
              <a:off x="867930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42"/>
            <p:cNvSpPr/>
            <p:nvPr/>
          </p:nvSpPr>
          <p:spPr>
            <a:xfrm>
              <a:off x="879882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42"/>
            <p:cNvSpPr/>
            <p:nvPr/>
          </p:nvSpPr>
          <p:spPr>
            <a:xfrm>
              <a:off x="31350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42"/>
            <p:cNvSpPr/>
            <p:nvPr/>
          </p:nvSpPr>
          <p:spPr>
            <a:xfrm>
              <a:off x="43301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42"/>
            <p:cNvSpPr/>
            <p:nvPr/>
          </p:nvSpPr>
          <p:spPr>
            <a:xfrm>
              <a:off x="55251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42"/>
            <p:cNvSpPr/>
            <p:nvPr/>
          </p:nvSpPr>
          <p:spPr>
            <a:xfrm>
              <a:off x="67202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42"/>
            <p:cNvSpPr/>
            <p:nvPr/>
          </p:nvSpPr>
          <p:spPr>
            <a:xfrm>
              <a:off x="79153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42"/>
            <p:cNvSpPr/>
            <p:nvPr/>
          </p:nvSpPr>
          <p:spPr>
            <a:xfrm>
              <a:off x="91104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42"/>
            <p:cNvSpPr/>
            <p:nvPr/>
          </p:nvSpPr>
          <p:spPr>
            <a:xfrm>
              <a:off x="103055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42"/>
            <p:cNvSpPr/>
            <p:nvPr/>
          </p:nvSpPr>
          <p:spPr>
            <a:xfrm>
              <a:off x="820125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42"/>
            <p:cNvSpPr/>
            <p:nvPr/>
          </p:nvSpPr>
          <p:spPr>
            <a:xfrm>
              <a:off x="832076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42"/>
            <p:cNvSpPr/>
            <p:nvPr/>
          </p:nvSpPr>
          <p:spPr>
            <a:xfrm>
              <a:off x="844028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42"/>
            <p:cNvSpPr/>
            <p:nvPr/>
          </p:nvSpPr>
          <p:spPr>
            <a:xfrm>
              <a:off x="855979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42"/>
            <p:cNvSpPr/>
            <p:nvPr/>
          </p:nvSpPr>
          <p:spPr>
            <a:xfrm>
              <a:off x="867930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42"/>
            <p:cNvSpPr/>
            <p:nvPr/>
          </p:nvSpPr>
          <p:spPr>
            <a:xfrm>
              <a:off x="879882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42"/>
            <p:cNvSpPr/>
            <p:nvPr/>
          </p:nvSpPr>
          <p:spPr>
            <a:xfrm>
              <a:off x="31350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42"/>
            <p:cNvSpPr/>
            <p:nvPr/>
          </p:nvSpPr>
          <p:spPr>
            <a:xfrm>
              <a:off x="43301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42"/>
            <p:cNvSpPr/>
            <p:nvPr/>
          </p:nvSpPr>
          <p:spPr>
            <a:xfrm>
              <a:off x="55251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42"/>
            <p:cNvSpPr/>
            <p:nvPr/>
          </p:nvSpPr>
          <p:spPr>
            <a:xfrm>
              <a:off x="67202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42"/>
            <p:cNvSpPr/>
            <p:nvPr/>
          </p:nvSpPr>
          <p:spPr>
            <a:xfrm>
              <a:off x="79153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42"/>
            <p:cNvSpPr/>
            <p:nvPr/>
          </p:nvSpPr>
          <p:spPr>
            <a:xfrm>
              <a:off x="91104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42"/>
            <p:cNvSpPr/>
            <p:nvPr/>
          </p:nvSpPr>
          <p:spPr>
            <a:xfrm>
              <a:off x="103055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42"/>
            <p:cNvSpPr/>
            <p:nvPr/>
          </p:nvSpPr>
          <p:spPr>
            <a:xfrm>
              <a:off x="820125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42"/>
            <p:cNvSpPr/>
            <p:nvPr/>
          </p:nvSpPr>
          <p:spPr>
            <a:xfrm>
              <a:off x="832076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42"/>
            <p:cNvSpPr/>
            <p:nvPr/>
          </p:nvSpPr>
          <p:spPr>
            <a:xfrm>
              <a:off x="844028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42"/>
            <p:cNvSpPr/>
            <p:nvPr/>
          </p:nvSpPr>
          <p:spPr>
            <a:xfrm>
              <a:off x="855979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42"/>
            <p:cNvSpPr/>
            <p:nvPr/>
          </p:nvSpPr>
          <p:spPr>
            <a:xfrm>
              <a:off x="867930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42"/>
            <p:cNvSpPr/>
            <p:nvPr/>
          </p:nvSpPr>
          <p:spPr>
            <a:xfrm>
              <a:off x="879882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42"/>
            <p:cNvSpPr/>
            <p:nvPr/>
          </p:nvSpPr>
          <p:spPr>
            <a:xfrm>
              <a:off x="31350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42"/>
            <p:cNvSpPr/>
            <p:nvPr/>
          </p:nvSpPr>
          <p:spPr>
            <a:xfrm>
              <a:off x="43301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42"/>
            <p:cNvSpPr/>
            <p:nvPr/>
          </p:nvSpPr>
          <p:spPr>
            <a:xfrm>
              <a:off x="55251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42"/>
            <p:cNvSpPr/>
            <p:nvPr/>
          </p:nvSpPr>
          <p:spPr>
            <a:xfrm>
              <a:off x="67202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42"/>
            <p:cNvSpPr/>
            <p:nvPr/>
          </p:nvSpPr>
          <p:spPr>
            <a:xfrm>
              <a:off x="79153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42"/>
            <p:cNvSpPr/>
            <p:nvPr/>
          </p:nvSpPr>
          <p:spPr>
            <a:xfrm>
              <a:off x="91104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42"/>
            <p:cNvSpPr/>
            <p:nvPr/>
          </p:nvSpPr>
          <p:spPr>
            <a:xfrm>
              <a:off x="103055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42"/>
            <p:cNvSpPr/>
            <p:nvPr/>
          </p:nvSpPr>
          <p:spPr>
            <a:xfrm>
              <a:off x="820125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42"/>
            <p:cNvSpPr/>
            <p:nvPr/>
          </p:nvSpPr>
          <p:spPr>
            <a:xfrm>
              <a:off x="832076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42"/>
            <p:cNvSpPr/>
            <p:nvPr/>
          </p:nvSpPr>
          <p:spPr>
            <a:xfrm>
              <a:off x="844028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42"/>
            <p:cNvSpPr/>
            <p:nvPr/>
          </p:nvSpPr>
          <p:spPr>
            <a:xfrm>
              <a:off x="855979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42"/>
            <p:cNvSpPr/>
            <p:nvPr/>
          </p:nvSpPr>
          <p:spPr>
            <a:xfrm>
              <a:off x="867930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42"/>
            <p:cNvSpPr/>
            <p:nvPr/>
          </p:nvSpPr>
          <p:spPr>
            <a:xfrm>
              <a:off x="879882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42"/>
            <p:cNvSpPr/>
            <p:nvPr/>
          </p:nvSpPr>
          <p:spPr>
            <a:xfrm>
              <a:off x="31350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42"/>
            <p:cNvSpPr/>
            <p:nvPr/>
          </p:nvSpPr>
          <p:spPr>
            <a:xfrm>
              <a:off x="43301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42"/>
            <p:cNvSpPr/>
            <p:nvPr/>
          </p:nvSpPr>
          <p:spPr>
            <a:xfrm>
              <a:off x="55251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42"/>
            <p:cNvSpPr/>
            <p:nvPr/>
          </p:nvSpPr>
          <p:spPr>
            <a:xfrm>
              <a:off x="67202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42"/>
            <p:cNvSpPr/>
            <p:nvPr/>
          </p:nvSpPr>
          <p:spPr>
            <a:xfrm>
              <a:off x="79153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42"/>
            <p:cNvSpPr/>
            <p:nvPr/>
          </p:nvSpPr>
          <p:spPr>
            <a:xfrm>
              <a:off x="91104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42"/>
            <p:cNvSpPr/>
            <p:nvPr/>
          </p:nvSpPr>
          <p:spPr>
            <a:xfrm>
              <a:off x="103055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42"/>
            <p:cNvSpPr/>
            <p:nvPr/>
          </p:nvSpPr>
          <p:spPr>
            <a:xfrm>
              <a:off x="820125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42"/>
            <p:cNvSpPr/>
            <p:nvPr/>
          </p:nvSpPr>
          <p:spPr>
            <a:xfrm>
              <a:off x="832076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42"/>
            <p:cNvSpPr/>
            <p:nvPr/>
          </p:nvSpPr>
          <p:spPr>
            <a:xfrm>
              <a:off x="844028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42"/>
            <p:cNvSpPr/>
            <p:nvPr/>
          </p:nvSpPr>
          <p:spPr>
            <a:xfrm>
              <a:off x="855979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42"/>
            <p:cNvSpPr/>
            <p:nvPr/>
          </p:nvSpPr>
          <p:spPr>
            <a:xfrm>
              <a:off x="867930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42"/>
            <p:cNvSpPr/>
            <p:nvPr/>
          </p:nvSpPr>
          <p:spPr>
            <a:xfrm>
              <a:off x="879882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42"/>
            <p:cNvSpPr/>
            <p:nvPr/>
          </p:nvSpPr>
          <p:spPr>
            <a:xfrm>
              <a:off x="31350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42"/>
            <p:cNvSpPr/>
            <p:nvPr/>
          </p:nvSpPr>
          <p:spPr>
            <a:xfrm>
              <a:off x="43301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42"/>
            <p:cNvSpPr/>
            <p:nvPr/>
          </p:nvSpPr>
          <p:spPr>
            <a:xfrm>
              <a:off x="55251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42"/>
            <p:cNvSpPr/>
            <p:nvPr/>
          </p:nvSpPr>
          <p:spPr>
            <a:xfrm>
              <a:off x="67202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42"/>
            <p:cNvSpPr/>
            <p:nvPr/>
          </p:nvSpPr>
          <p:spPr>
            <a:xfrm>
              <a:off x="79153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42"/>
            <p:cNvSpPr/>
            <p:nvPr/>
          </p:nvSpPr>
          <p:spPr>
            <a:xfrm>
              <a:off x="91104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42"/>
            <p:cNvSpPr/>
            <p:nvPr/>
          </p:nvSpPr>
          <p:spPr>
            <a:xfrm>
              <a:off x="103055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42"/>
            <p:cNvSpPr/>
            <p:nvPr/>
          </p:nvSpPr>
          <p:spPr>
            <a:xfrm>
              <a:off x="820125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42"/>
            <p:cNvSpPr/>
            <p:nvPr/>
          </p:nvSpPr>
          <p:spPr>
            <a:xfrm>
              <a:off x="832076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42"/>
            <p:cNvSpPr/>
            <p:nvPr/>
          </p:nvSpPr>
          <p:spPr>
            <a:xfrm>
              <a:off x="844028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42"/>
            <p:cNvSpPr/>
            <p:nvPr/>
          </p:nvSpPr>
          <p:spPr>
            <a:xfrm>
              <a:off x="855979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42"/>
            <p:cNvSpPr/>
            <p:nvPr/>
          </p:nvSpPr>
          <p:spPr>
            <a:xfrm>
              <a:off x="867930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42"/>
            <p:cNvSpPr/>
            <p:nvPr/>
          </p:nvSpPr>
          <p:spPr>
            <a:xfrm>
              <a:off x="879882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42"/>
            <p:cNvSpPr/>
            <p:nvPr/>
          </p:nvSpPr>
          <p:spPr>
            <a:xfrm>
              <a:off x="31350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42"/>
            <p:cNvSpPr/>
            <p:nvPr/>
          </p:nvSpPr>
          <p:spPr>
            <a:xfrm>
              <a:off x="43301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42"/>
            <p:cNvSpPr/>
            <p:nvPr/>
          </p:nvSpPr>
          <p:spPr>
            <a:xfrm>
              <a:off x="55251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42"/>
            <p:cNvSpPr/>
            <p:nvPr/>
          </p:nvSpPr>
          <p:spPr>
            <a:xfrm>
              <a:off x="67202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42"/>
            <p:cNvSpPr/>
            <p:nvPr/>
          </p:nvSpPr>
          <p:spPr>
            <a:xfrm>
              <a:off x="79153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42"/>
            <p:cNvSpPr/>
            <p:nvPr/>
          </p:nvSpPr>
          <p:spPr>
            <a:xfrm>
              <a:off x="91104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42"/>
            <p:cNvSpPr/>
            <p:nvPr/>
          </p:nvSpPr>
          <p:spPr>
            <a:xfrm>
              <a:off x="103055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42"/>
            <p:cNvSpPr/>
            <p:nvPr/>
          </p:nvSpPr>
          <p:spPr>
            <a:xfrm>
              <a:off x="820125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42"/>
            <p:cNvSpPr/>
            <p:nvPr/>
          </p:nvSpPr>
          <p:spPr>
            <a:xfrm>
              <a:off x="832076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42"/>
            <p:cNvSpPr/>
            <p:nvPr/>
          </p:nvSpPr>
          <p:spPr>
            <a:xfrm>
              <a:off x="844028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42"/>
            <p:cNvSpPr/>
            <p:nvPr/>
          </p:nvSpPr>
          <p:spPr>
            <a:xfrm>
              <a:off x="855979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42"/>
            <p:cNvSpPr/>
            <p:nvPr/>
          </p:nvSpPr>
          <p:spPr>
            <a:xfrm>
              <a:off x="867930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42"/>
            <p:cNvSpPr/>
            <p:nvPr/>
          </p:nvSpPr>
          <p:spPr>
            <a:xfrm>
              <a:off x="879882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42"/>
            <p:cNvSpPr/>
            <p:nvPr/>
          </p:nvSpPr>
          <p:spPr>
            <a:xfrm>
              <a:off x="31350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42"/>
            <p:cNvSpPr/>
            <p:nvPr/>
          </p:nvSpPr>
          <p:spPr>
            <a:xfrm>
              <a:off x="43301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42"/>
            <p:cNvSpPr/>
            <p:nvPr/>
          </p:nvSpPr>
          <p:spPr>
            <a:xfrm>
              <a:off x="55251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42"/>
            <p:cNvSpPr/>
            <p:nvPr/>
          </p:nvSpPr>
          <p:spPr>
            <a:xfrm>
              <a:off x="67202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42"/>
            <p:cNvSpPr/>
            <p:nvPr/>
          </p:nvSpPr>
          <p:spPr>
            <a:xfrm>
              <a:off x="79153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42"/>
            <p:cNvSpPr/>
            <p:nvPr/>
          </p:nvSpPr>
          <p:spPr>
            <a:xfrm>
              <a:off x="91104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42"/>
            <p:cNvSpPr/>
            <p:nvPr/>
          </p:nvSpPr>
          <p:spPr>
            <a:xfrm>
              <a:off x="103055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42"/>
            <p:cNvSpPr/>
            <p:nvPr/>
          </p:nvSpPr>
          <p:spPr>
            <a:xfrm>
              <a:off x="820125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42"/>
            <p:cNvSpPr/>
            <p:nvPr/>
          </p:nvSpPr>
          <p:spPr>
            <a:xfrm>
              <a:off x="832076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42"/>
            <p:cNvSpPr/>
            <p:nvPr/>
          </p:nvSpPr>
          <p:spPr>
            <a:xfrm>
              <a:off x="844028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42"/>
            <p:cNvSpPr/>
            <p:nvPr/>
          </p:nvSpPr>
          <p:spPr>
            <a:xfrm>
              <a:off x="855979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42"/>
            <p:cNvSpPr/>
            <p:nvPr/>
          </p:nvSpPr>
          <p:spPr>
            <a:xfrm>
              <a:off x="867930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42"/>
            <p:cNvSpPr/>
            <p:nvPr/>
          </p:nvSpPr>
          <p:spPr>
            <a:xfrm>
              <a:off x="879882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42"/>
            <p:cNvSpPr/>
            <p:nvPr/>
          </p:nvSpPr>
          <p:spPr>
            <a:xfrm>
              <a:off x="31350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42"/>
            <p:cNvSpPr/>
            <p:nvPr/>
          </p:nvSpPr>
          <p:spPr>
            <a:xfrm>
              <a:off x="43301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42"/>
            <p:cNvSpPr/>
            <p:nvPr/>
          </p:nvSpPr>
          <p:spPr>
            <a:xfrm>
              <a:off x="55251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42"/>
            <p:cNvSpPr/>
            <p:nvPr/>
          </p:nvSpPr>
          <p:spPr>
            <a:xfrm>
              <a:off x="67202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42"/>
            <p:cNvSpPr/>
            <p:nvPr/>
          </p:nvSpPr>
          <p:spPr>
            <a:xfrm>
              <a:off x="79153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42"/>
            <p:cNvSpPr/>
            <p:nvPr/>
          </p:nvSpPr>
          <p:spPr>
            <a:xfrm>
              <a:off x="91104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42"/>
            <p:cNvSpPr/>
            <p:nvPr/>
          </p:nvSpPr>
          <p:spPr>
            <a:xfrm>
              <a:off x="103055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42"/>
            <p:cNvSpPr/>
            <p:nvPr/>
          </p:nvSpPr>
          <p:spPr>
            <a:xfrm>
              <a:off x="820125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42"/>
            <p:cNvSpPr/>
            <p:nvPr/>
          </p:nvSpPr>
          <p:spPr>
            <a:xfrm>
              <a:off x="832076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42"/>
            <p:cNvSpPr/>
            <p:nvPr/>
          </p:nvSpPr>
          <p:spPr>
            <a:xfrm>
              <a:off x="844028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42"/>
            <p:cNvSpPr/>
            <p:nvPr/>
          </p:nvSpPr>
          <p:spPr>
            <a:xfrm>
              <a:off x="855979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42"/>
            <p:cNvSpPr/>
            <p:nvPr/>
          </p:nvSpPr>
          <p:spPr>
            <a:xfrm>
              <a:off x="867930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42"/>
            <p:cNvSpPr/>
            <p:nvPr/>
          </p:nvSpPr>
          <p:spPr>
            <a:xfrm>
              <a:off x="879882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42"/>
            <p:cNvSpPr/>
            <p:nvPr/>
          </p:nvSpPr>
          <p:spPr>
            <a:xfrm>
              <a:off x="31350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42"/>
            <p:cNvSpPr/>
            <p:nvPr/>
          </p:nvSpPr>
          <p:spPr>
            <a:xfrm>
              <a:off x="43301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42"/>
            <p:cNvSpPr/>
            <p:nvPr/>
          </p:nvSpPr>
          <p:spPr>
            <a:xfrm>
              <a:off x="55251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42"/>
            <p:cNvSpPr/>
            <p:nvPr/>
          </p:nvSpPr>
          <p:spPr>
            <a:xfrm>
              <a:off x="67202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42"/>
            <p:cNvSpPr/>
            <p:nvPr/>
          </p:nvSpPr>
          <p:spPr>
            <a:xfrm>
              <a:off x="79153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42"/>
            <p:cNvSpPr/>
            <p:nvPr/>
          </p:nvSpPr>
          <p:spPr>
            <a:xfrm>
              <a:off x="91104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42"/>
            <p:cNvSpPr/>
            <p:nvPr/>
          </p:nvSpPr>
          <p:spPr>
            <a:xfrm>
              <a:off x="103055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42"/>
            <p:cNvSpPr/>
            <p:nvPr/>
          </p:nvSpPr>
          <p:spPr>
            <a:xfrm>
              <a:off x="820125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42"/>
            <p:cNvSpPr/>
            <p:nvPr/>
          </p:nvSpPr>
          <p:spPr>
            <a:xfrm>
              <a:off x="832076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42"/>
            <p:cNvSpPr/>
            <p:nvPr/>
          </p:nvSpPr>
          <p:spPr>
            <a:xfrm>
              <a:off x="844028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42"/>
            <p:cNvSpPr/>
            <p:nvPr/>
          </p:nvSpPr>
          <p:spPr>
            <a:xfrm>
              <a:off x="855979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42"/>
            <p:cNvSpPr/>
            <p:nvPr/>
          </p:nvSpPr>
          <p:spPr>
            <a:xfrm>
              <a:off x="867930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42"/>
            <p:cNvSpPr/>
            <p:nvPr/>
          </p:nvSpPr>
          <p:spPr>
            <a:xfrm>
              <a:off x="879882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42"/>
            <p:cNvSpPr/>
            <p:nvPr/>
          </p:nvSpPr>
          <p:spPr>
            <a:xfrm>
              <a:off x="31350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42"/>
            <p:cNvSpPr/>
            <p:nvPr/>
          </p:nvSpPr>
          <p:spPr>
            <a:xfrm>
              <a:off x="43301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42"/>
            <p:cNvSpPr/>
            <p:nvPr/>
          </p:nvSpPr>
          <p:spPr>
            <a:xfrm>
              <a:off x="55251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42"/>
            <p:cNvSpPr/>
            <p:nvPr/>
          </p:nvSpPr>
          <p:spPr>
            <a:xfrm>
              <a:off x="67202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42"/>
            <p:cNvSpPr/>
            <p:nvPr/>
          </p:nvSpPr>
          <p:spPr>
            <a:xfrm>
              <a:off x="79153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42"/>
            <p:cNvSpPr/>
            <p:nvPr/>
          </p:nvSpPr>
          <p:spPr>
            <a:xfrm>
              <a:off x="91104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42"/>
            <p:cNvSpPr/>
            <p:nvPr/>
          </p:nvSpPr>
          <p:spPr>
            <a:xfrm>
              <a:off x="103055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42"/>
            <p:cNvSpPr/>
            <p:nvPr/>
          </p:nvSpPr>
          <p:spPr>
            <a:xfrm>
              <a:off x="820125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42"/>
            <p:cNvSpPr/>
            <p:nvPr/>
          </p:nvSpPr>
          <p:spPr>
            <a:xfrm>
              <a:off x="832076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42"/>
            <p:cNvSpPr/>
            <p:nvPr/>
          </p:nvSpPr>
          <p:spPr>
            <a:xfrm>
              <a:off x="844028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42"/>
            <p:cNvSpPr/>
            <p:nvPr/>
          </p:nvSpPr>
          <p:spPr>
            <a:xfrm>
              <a:off x="855979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42"/>
            <p:cNvSpPr/>
            <p:nvPr/>
          </p:nvSpPr>
          <p:spPr>
            <a:xfrm>
              <a:off x="867930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42"/>
            <p:cNvSpPr/>
            <p:nvPr/>
          </p:nvSpPr>
          <p:spPr>
            <a:xfrm>
              <a:off x="879882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42"/>
            <p:cNvSpPr/>
            <p:nvPr/>
          </p:nvSpPr>
          <p:spPr>
            <a:xfrm>
              <a:off x="31350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42"/>
            <p:cNvSpPr/>
            <p:nvPr/>
          </p:nvSpPr>
          <p:spPr>
            <a:xfrm>
              <a:off x="43301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42"/>
            <p:cNvSpPr/>
            <p:nvPr/>
          </p:nvSpPr>
          <p:spPr>
            <a:xfrm>
              <a:off x="55251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42"/>
            <p:cNvSpPr/>
            <p:nvPr/>
          </p:nvSpPr>
          <p:spPr>
            <a:xfrm>
              <a:off x="67202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42"/>
            <p:cNvSpPr/>
            <p:nvPr/>
          </p:nvSpPr>
          <p:spPr>
            <a:xfrm>
              <a:off x="79153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42"/>
            <p:cNvSpPr/>
            <p:nvPr/>
          </p:nvSpPr>
          <p:spPr>
            <a:xfrm>
              <a:off x="91104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42"/>
            <p:cNvSpPr/>
            <p:nvPr/>
          </p:nvSpPr>
          <p:spPr>
            <a:xfrm>
              <a:off x="103055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42"/>
            <p:cNvSpPr/>
            <p:nvPr/>
          </p:nvSpPr>
          <p:spPr>
            <a:xfrm>
              <a:off x="820125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42"/>
            <p:cNvSpPr/>
            <p:nvPr/>
          </p:nvSpPr>
          <p:spPr>
            <a:xfrm>
              <a:off x="832076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42"/>
            <p:cNvSpPr/>
            <p:nvPr/>
          </p:nvSpPr>
          <p:spPr>
            <a:xfrm>
              <a:off x="844028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42"/>
            <p:cNvSpPr/>
            <p:nvPr/>
          </p:nvSpPr>
          <p:spPr>
            <a:xfrm>
              <a:off x="855979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42"/>
            <p:cNvSpPr/>
            <p:nvPr/>
          </p:nvSpPr>
          <p:spPr>
            <a:xfrm>
              <a:off x="867930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42"/>
            <p:cNvSpPr/>
            <p:nvPr/>
          </p:nvSpPr>
          <p:spPr>
            <a:xfrm>
              <a:off x="879882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42"/>
            <p:cNvSpPr/>
            <p:nvPr/>
          </p:nvSpPr>
          <p:spPr>
            <a:xfrm>
              <a:off x="31350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42"/>
            <p:cNvSpPr/>
            <p:nvPr/>
          </p:nvSpPr>
          <p:spPr>
            <a:xfrm>
              <a:off x="43301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42"/>
            <p:cNvSpPr/>
            <p:nvPr/>
          </p:nvSpPr>
          <p:spPr>
            <a:xfrm>
              <a:off x="55251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42"/>
            <p:cNvSpPr/>
            <p:nvPr/>
          </p:nvSpPr>
          <p:spPr>
            <a:xfrm>
              <a:off x="67202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42"/>
            <p:cNvSpPr/>
            <p:nvPr/>
          </p:nvSpPr>
          <p:spPr>
            <a:xfrm>
              <a:off x="79153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42"/>
            <p:cNvSpPr/>
            <p:nvPr/>
          </p:nvSpPr>
          <p:spPr>
            <a:xfrm>
              <a:off x="91104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42"/>
            <p:cNvSpPr/>
            <p:nvPr/>
          </p:nvSpPr>
          <p:spPr>
            <a:xfrm>
              <a:off x="103055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42"/>
            <p:cNvSpPr/>
            <p:nvPr/>
          </p:nvSpPr>
          <p:spPr>
            <a:xfrm>
              <a:off x="820125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42"/>
            <p:cNvSpPr/>
            <p:nvPr/>
          </p:nvSpPr>
          <p:spPr>
            <a:xfrm>
              <a:off x="832076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42"/>
            <p:cNvSpPr/>
            <p:nvPr/>
          </p:nvSpPr>
          <p:spPr>
            <a:xfrm>
              <a:off x="844028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42"/>
            <p:cNvSpPr/>
            <p:nvPr/>
          </p:nvSpPr>
          <p:spPr>
            <a:xfrm>
              <a:off x="855979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42"/>
            <p:cNvSpPr/>
            <p:nvPr/>
          </p:nvSpPr>
          <p:spPr>
            <a:xfrm>
              <a:off x="867930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42"/>
            <p:cNvSpPr/>
            <p:nvPr/>
          </p:nvSpPr>
          <p:spPr>
            <a:xfrm>
              <a:off x="879882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42"/>
            <p:cNvSpPr/>
            <p:nvPr/>
          </p:nvSpPr>
          <p:spPr>
            <a:xfrm>
              <a:off x="31350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42"/>
            <p:cNvSpPr/>
            <p:nvPr/>
          </p:nvSpPr>
          <p:spPr>
            <a:xfrm>
              <a:off x="43301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42"/>
            <p:cNvSpPr/>
            <p:nvPr/>
          </p:nvSpPr>
          <p:spPr>
            <a:xfrm>
              <a:off x="55251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42"/>
            <p:cNvSpPr/>
            <p:nvPr/>
          </p:nvSpPr>
          <p:spPr>
            <a:xfrm>
              <a:off x="67202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42"/>
            <p:cNvSpPr/>
            <p:nvPr/>
          </p:nvSpPr>
          <p:spPr>
            <a:xfrm>
              <a:off x="79153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42"/>
            <p:cNvSpPr/>
            <p:nvPr/>
          </p:nvSpPr>
          <p:spPr>
            <a:xfrm>
              <a:off x="91104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42"/>
            <p:cNvSpPr/>
            <p:nvPr/>
          </p:nvSpPr>
          <p:spPr>
            <a:xfrm>
              <a:off x="103055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42"/>
            <p:cNvSpPr/>
            <p:nvPr/>
          </p:nvSpPr>
          <p:spPr>
            <a:xfrm>
              <a:off x="820125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42"/>
            <p:cNvSpPr/>
            <p:nvPr/>
          </p:nvSpPr>
          <p:spPr>
            <a:xfrm>
              <a:off x="832076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42"/>
            <p:cNvSpPr/>
            <p:nvPr/>
          </p:nvSpPr>
          <p:spPr>
            <a:xfrm>
              <a:off x="844028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42"/>
            <p:cNvSpPr/>
            <p:nvPr/>
          </p:nvSpPr>
          <p:spPr>
            <a:xfrm>
              <a:off x="855979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42"/>
            <p:cNvSpPr/>
            <p:nvPr/>
          </p:nvSpPr>
          <p:spPr>
            <a:xfrm>
              <a:off x="867930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42"/>
            <p:cNvSpPr/>
            <p:nvPr/>
          </p:nvSpPr>
          <p:spPr>
            <a:xfrm>
              <a:off x="879882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42"/>
            <p:cNvSpPr/>
            <p:nvPr/>
          </p:nvSpPr>
          <p:spPr>
            <a:xfrm>
              <a:off x="31350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42"/>
            <p:cNvSpPr/>
            <p:nvPr/>
          </p:nvSpPr>
          <p:spPr>
            <a:xfrm>
              <a:off x="43301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42"/>
            <p:cNvSpPr/>
            <p:nvPr/>
          </p:nvSpPr>
          <p:spPr>
            <a:xfrm>
              <a:off x="55251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42"/>
            <p:cNvSpPr/>
            <p:nvPr/>
          </p:nvSpPr>
          <p:spPr>
            <a:xfrm>
              <a:off x="67202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42"/>
            <p:cNvSpPr/>
            <p:nvPr/>
          </p:nvSpPr>
          <p:spPr>
            <a:xfrm>
              <a:off x="79153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42"/>
            <p:cNvSpPr/>
            <p:nvPr/>
          </p:nvSpPr>
          <p:spPr>
            <a:xfrm>
              <a:off x="91104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42"/>
            <p:cNvSpPr/>
            <p:nvPr/>
          </p:nvSpPr>
          <p:spPr>
            <a:xfrm>
              <a:off x="103055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42"/>
            <p:cNvSpPr/>
            <p:nvPr/>
          </p:nvSpPr>
          <p:spPr>
            <a:xfrm>
              <a:off x="820125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42"/>
            <p:cNvSpPr/>
            <p:nvPr/>
          </p:nvSpPr>
          <p:spPr>
            <a:xfrm>
              <a:off x="832076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42"/>
            <p:cNvSpPr/>
            <p:nvPr/>
          </p:nvSpPr>
          <p:spPr>
            <a:xfrm>
              <a:off x="844028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42"/>
            <p:cNvSpPr/>
            <p:nvPr/>
          </p:nvSpPr>
          <p:spPr>
            <a:xfrm>
              <a:off x="855979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42"/>
            <p:cNvSpPr/>
            <p:nvPr/>
          </p:nvSpPr>
          <p:spPr>
            <a:xfrm>
              <a:off x="867930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42"/>
            <p:cNvSpPr/>
            <p:nvPr/>
          </p:nvSpPr>
          <p:spPr>
            <a:xfrm>
              <a:off x="879882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42"/>
            <p:cNvSpPr/>
            <p:nvPr/>
          </p:nvSpPr>
          <p:spPr>
            <a:xfrm>
              <a:off x="31350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42"/>
            <p:cNvSpPr/>
            <p:nvPr/>
          </p:nvSpPr>
          <p:spPr>
            <a:xfrm>
              <a:off x="43301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42"/>
            <p:cNvSpPr/>
            <p:nvPr/>
          </p:nvSpPr>
          <p:spPr>
            <a:xfrm>
              <a:off x="55251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42"/>
            <p:cNvSpPr/>
            <p:nvPr/>
          </p:nvSpPr>
          <p:spPr>
            <a:xfrm>
              <a:off x="67202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42"/>
            <p:cNvSpPr/>
            <p:nvPr/>
          </p:nvSpPr>
          <p:spPr>
            <a:xfrm>
              <a:off x="79153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42"/>
            <p:cNvSpPr/>
            <p:nvPr/>
          </p:nvSpPr>
          <p:spPr>
            <a:xfrm>
              <a:off x="91104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42"/>
            <p:cNvSpPr/>
            <p:nvPr/>
          </p:nvSpPr>
          <p:spPr>
            <a:xfrm>
              <a:off x="103055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42"/>
            <p:cNvSpPr/>
            <p:nvPr/>
          </p:nvSpPr>
          <p:spPr>
            <a:xfrm>
              <a:off x="820125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42"/>
            <p:cNvSpPr/>
            <p:nvPr/>
          </p:nvSpPr>
          <p:spPr>
            <a:xfrm>
              <a:off x="832076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42"/>
            <p:cNvSpPr/>
            <p:nvPr/>
          </p:nvSpPr>
          <p:spPr>
            <a:xfrm>
              <a:off x="844028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42"/>
            <p:cNvSpPr/>
            <p:nvPr/>
          </p:nvSpPr>
          <p:spPr>
            <a:xfrm>
              <a:off x="855979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42"/>
            <p:cNvSpPr/>
            <p:nvPr/>
          </p:nvSpPr>
          <p:spPr>
            <a:xfrm>
              <a:off x="867930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42"/>
            <p:cNvSpPr/>
            <p:nvPr/>
          </p:nvSpPr>
          <p:spPr>
            <a:xfrm>
              <a:off x="879882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42"/>
            <p:cNvSpPr/>
            <p:nvPr/>
          </p:nvSpPr>
          <p:spPr>
            <a:xfrm>
              <a:off x="31350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42"/>
            <p:cNvSpPr/>
            <p:nvPr/>
          </p:nvSpPr>
          <p:spPr>
            <a:xfrm>
              <a:off x="43301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42"/>
            <p:cNvSpPr/>
            <p:nvPr/>
          </p:nvSpPr>
          <p:spPr>
            <a:xfrm>
              <a:off x="55251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42"/>
            <p:cNvSpPr/>
            <p:nvPr/>
          </p:nvSpPr>
          <p:spPr>
            <a:xfrm>
              <a:off x="67202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42"/>
            <p:cNvSpPr/>
            <p:nvPr/>
          </p:nvSpPr>
          <p:spPr>
            <a:xfrm>
              <a:off x="79153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42"/>
            <p:cNvSpPr/>
            <p:nvPr/>
          </p:nvSpPr>
          <p:spPr>
            <a:xfrm>
              <a:off x="91104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42"/>
            <p:cNvSpPr/>
            <p:nvPr/>
          </p:nvSpPr>
          <p:spPr>
            <a:xfrm>
              <a:off x="103055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42"/>
            <p:cNvSpPr/>
            <p:nvPr/>
          </p:nvSpPr>
          <p:spPr>
            <a:xfrm>
              <a:off x="820125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42"/>
            <p:cNvSpPr/>
            <p:nvPr/>
          </p:nvSpPr>
          <p:spPr>
            <a:xfrm>
              <a:off x="832076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42"/>
            <p:cNvSpPr/>
            <p:nvPr/>
          </p:nvSpPr>
          <p:spPr>
            <a:xfrm>
              <a:off x="844028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42"/>
            <p:cNvSpPr/>
            <p:nvPr/>
          </p:nvSpPr>
          <p:spPr>
            <a:xfrm>
              <a:off x="855979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42"/>
            <p:cNvSpPr/>
            <p:nvPr/>
          </p:nvSpPr>
          <p:spPr>
            <a:xfrm>
              <a:off x="867930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42"/>
            <p:cNvSpPr/>
            <p:nvPr/>
          </p:nvSpPr>
          <p:spPr>
            <a:xfrm>
              <a:off x="879882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42"/>
            <p:cNvSpPr/>
            <p:nvPr/>
          </p:nvSpPr>
          <p:spPr>
            <a:xfrm>
              <a:off x="31350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42"/>
            <p:cNvSpPr/>
            <p:nvPr/>
          </p:nvSpPr>
          <p:spPr>
            <a:xfrm>
              <a:off x="43301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42"/>
            <p:cNvSpPr/>
            <p:nvPr/>
          </p:nvSpPr>
          <p:spPr>
            <a:xfrm>
              <a:off x="55251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42"/>
            <p:cNvSpPr/>
            <p:nvPr/>
          </p:nvSpPr>
          <p:spPr>
            <a:xfrm>
              <a:off x="67202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42"/>
            <p:cNvSpPr/>
            <p:nvPr/>
          </p:nvSpPr>
          <p:spPr>
            <a:xfrm>
              <a:off x="79153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42"/>
            <p:cNvSpPr/>
            <p:nvPr/>
          </p:nvSpPr>
          <p:spPr>
            <a:xfrm>
              <a:off x="91104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42"/>
            <p:cNvSpPr/>
            <p:nvPr/>
          </p:nvSpPr>
          <p:spPr>
            <a:xfrm>
              <a:off x="103055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42"/>
            <p:cNvSpPr/>
            <p:nvPr/>
          </p:nvSpPr>
          <p:spPr>
            <a:xfrm>
              <a:off x="820125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42"/>
            <p:cNvSpPr/>
            <p:nvPr/>
          </p:nvSpPr>
          <p:spPr>
            <a:xfrm>
              <a:off x="832076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42"/>
            <p:cNvSpPr/>
            <p:nvPr/>
          </p:nvSpPr>
          <p:spPr>
            <a:xfrm>
              <a:off x="844028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42"/>
            <p:cNvSpPr/>
            <p:nvPr/>
          </p:nvSpPr>
          <p:spPr>
            <a:xfrm>
              <a:off x="855979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42"/>
            <p:cNvSpPr/>
            <p:nvPr/>
          </p:nvSpPr>
          <p:spPr>
            <a:xfrm>
              <a:off x="867930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42"/>
            <p:cNvSpPr/>
            <p:nvPr/>
          </p:nvSpPr>
          <p:spPr>
            <a:xfrm>
              <a:off x="879882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42"/>
            <p:cNvSpPr/>
            <p:nvPr/>
          </p:nvSpPr>
          <p:spPr>
            <a:xfrm>
              <a:off x="31350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42"/>
            <p:cNvSpPr/>
            <p:nvPr/>
          </p:nvSpPr>
          <p:spPr>
            <a:xfrm>
              <a:off x="43301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42"/>
            <p:cNvSpPr/>
            <p:nvPr/>
          </p:nvSpPr>
          <p:spPr>
            <a:xfrm>
              <a:off x="55251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42"/>
            <p:cNvSpPr/>
            <p:nvPr/>
          </p:nvSpPr>
          <p:spPr>
            <a:xfrm>
              <a:off x="67202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42"/>
            <p:cNvSpPr/>
            <p:nvPr/>
          </p:nvSpPr>
          <p:spPr>
            <a:xfrm>
              <a:off x="79153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42"/>
            <p:cNvSpPr/>
            <p:nvPr/>
          </p:nvSpPr>
          <p:spPr>
            <a:xfrm>
              <a:off x="91104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42"/>
            <p:cNvSpPr/>
            <p:nvPr/>
          </p:nvSpPr>
          <p:spPr>
            <a:xfrm>
              <a:off x="103055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42"/>
            <p:cNvSpPr/>
            <p:nvPr/>
          </p:nvSpPr>
          <p:spPr>
            <a:xfrm>
              <a:off x="820125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42"/>
            <p:cNvSpPr/>
            <p:nvPr/>
          </p:nvSpPr>
          <p:spPr>
            <a:xfrm>
              <a:off x="832076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42"/>
            <p:cNvSpPr/>
            <p:nvPr/>
          </p:nvSpPr>
          <p:spPr>
            <a:xfrm>
              <a:off x="844028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42"/>
            <p:cNvSpPr/>
            <p:nvPr/>
          </p:nvSpPr>
          <p:spPr>
            <a:xfrm>
              <a:off x="855979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42"/>
            <p:cNvSpPr/>
            <p:nvPr/>
          </p:nvSpPr>
          <p:spPr>
            <a:xfrm>
              <a:off x="867930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42"/>
            <p:cNvSpPr/>
            <p:nvPr/>
          </p:nvSpPr>
          <p:spPr>
            <a:xfrm>
              <a:off x="879882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42"/>
            <p:cNvSpPr/>
            <p:nvPr/>
          </p:nvSpPr>
          <p:spPr>
            <a:xfrm>
              <a:off x="31350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42"/>
            <p:cNvSpPr/>
            <p:nvPr/>
          </p:nvSpPr>
          <p:spPr>
            <a:xfrm>
              <a:off x="43301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42"/>
            <p:cNvSpPr/>
            <p:nvPr/>
          </p:nvSpPr>
          <p:spPr>
            <a:xfrm>
              <a:off x="55251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42"/>
            <p:cNvSpPr/>
            <p:nvPr/>
          </p:nvSpPr>
          <p:spPr>
            <a:xfrm>
              <a:off x="67202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42"/>
            <p:cNvSpPr/>
            <p:nvPr/>
          </p:nvSpPr>
          <p:spPr>
            <a:xfrm>
              <a:off x="79153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42"/>
            <p:cNvSpPr/>
            <p:nvPr/>
          </p:nvSpPr>
          <p:spPr>
            <a:xfrm>
              <a:off x="91104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42"/>
            <p:cNvSpPr/>
            <p:nvPr/>
          </p:nvSpPr>
          <p:spPr>
            <a:xfrm>
              <a:off x="103055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42"/>
            <p:cNvSpPr/>
            <p:nvPr/>
          </p:nvSpPr>
          <p:spPr>
            <a:xfrm>
              <a:off x="820125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42"/>
            <p:cNvSpPr/>
            <p:nvPr/>
          </p:nvSpPr>
          <p:spPr>
            <a:xfrm>
              <a:off x="832076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42"/>
            <p:cNvSpPr/>
            <p:nvPr/>
          </p:nvSpPr>
          <p:spPr>
            <a:xfrm>
              <a:off x="844028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42"/>
            <p:cNvSpPr/>
            <p:nvPr/>
          </p:nvSpPr>
          <p:spPr>
            <a:xfrm>
              <a:off x="855979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42"/>
            <p:cNvSpPr/>
            <p:nvPr/>
          </p:nvSpPr>
          <p:spPr>
            <a:xfrm>
              <a:off x="867930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42"/>
            <p:cNvSpPr/>
            <p:nvPr/>
          </p:nvSpPr>
          <p:spPr>
            <a:xfrm>
              <a:off x="879882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42"/>
            <p:cNvSpPr/>
            <p:nvPr/>
          </p:nvSpPr>
          <p:spPr>
            <a:xfrm>
              <a:off x="31350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42"/>
            <p:cNvSpPr/>
            <p:nvPr/>
          </p:nvSpPr>
          <p:spPr>
            <a:xfrm>
              <a:off x="43301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42"/>
            <p:cNvSpPr/>
            <p:nvPr/>
          </p:nvSpPr>
          <p:spPr>
            <a:xfrm>
              <a:off x="55251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42"/>
            <p:cNvSpPr/>
            <p:nvPr/>
          </p:nvSpPr>
          <p:spPr>
            <a:xfrm>
              <a:off x="67202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42"/>
            <p:cNvSpPr/>
            <p:nvPr/>
          </p:nvSpPr>
          <p:spPr>
            <a:xfrm>
              <a:off x="79153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42"/>
            <p:cNvSpPr/>
            <p:nvPr/>
          </p:nvSpPr>
          <p:spPr>
            <a:xfrm>
              <a:off x="91104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42"/>
            <p:cNvSpPr/>
            <p:nvPr/>
          </p:nvSpPr>
          <p:spPr>
            <a:xfrm>
              <a:off x="103055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42"/>
            <p:cNvSpPr/>
            <p:nvPr/>
          </p:nvSpPr>
          <p:spPr>
            <a:xfrm>
              <a:off x="820125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42"/>
            <p:cNvSpPr/>
            <p:nvPr/>
          </p:nvSpPr>
          <p:spPr>
            <a:xfrm>
              <a:off x="832076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42"/>
            <p:cNvSpPr/>
            <p:nvPr/>
          </p:nvSpPr>
          <p:spPr>
            <a:xfrm>
              <a:off x="844028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42"/>
            <p:cNvSpPr/>
            <p:nvPr/>
          </p:nvSpPr>
          <p:spPr>
            <a:xfrm>
              <a:off x="855979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42"/>
            <p:cNvSpPr/>
            <p:nvPr/>
          </p:nvSpPr>
          <p:spPr>
            <a:xfrm>
              <a:off x="867930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42"/>
            <p:cNvSpPr/>
            <p:nvPr/>
          </p:nvSpPr>
          <p:spPr>
            <a:xfrm>
              <a:off x="879882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42"/>
            <p:cNvSpPr/>
            <p:nvPr/>
          </p:nvSpPr>
          <p:spPr>
            <a:xfrm>
              <a:off x="31350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42"/>
            <p:cNvSpPr/>
            <p:nvPr/>
          </p:nvSpPr>
          <p:spPr>
            <a:xfrm>
              <a:off x="43301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42"/>
            <p:cNvSpPr/>
            <p:nvPr/>
          </p:nvSpPr>
          <p:spPr>
            <a:xfrm>
              <a:off x="55251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42"/>
            <p:cNvSpPr/>
            <p:nvPr/>
          </p:nvSpPr>
          <p:spPr>
            <a:xfrm>
              <a:off x="67202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42"/>
            <p:cNvSpPr/>
            <p:nvPr/>
          </p:nvSpPr>
          <p:spPr>
            <a:xfrm>
              <a:off x="79153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42"/>
            <p:cNvSpPr/>
            <p:nvPr/>
          </p:nvSpPr>
          <p:spPr>
            <a:xfrm>
              <a:off x="91104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42"/>
            <p:cNvSpPr/>
            <p:nvPr/>
          </p:nvSpPr>
          <p:spPr>
            <a:xfrm>
              <a:off x="103055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42"/>
            <p:cNvSpPr/>
            <p:nvPr/>
          </p:nvSpPr>
          <p:spPr>
            <a:xfrm>
              <a:off x="820125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42"/>
            <p:cNvSpPr/>
            <p:nvPr/>
          </p:nvSpPr>
          <p:spPr>
            <a:xfrm>
              <a:off x="832076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42"/>
            <p:cNvSpPr/>
            <p:nvPr/>
          </p:nvSpPr>
          <p:spPr>
            <a:xfrm>
              <a:off x="844028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42"/>
            <p:cNvSpPr/>
            <p:nvPr/>
          </p:nvSpPr>
          <p:spPr>
            <a:xfrm>
              <a:off x="855979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42"/>
            <p:cNvSpPr/>
            <p:nvPr/>
          </p:nvSpPr>
          <p:spPr>
            <a:xfrm>
              <a:off x="867930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42"/>
            <p:cNvSpPr/>
            <p:nvPr/>
          </p:nvSpPr>
          <p:spPr>
            <a:xfrm>
              <a:off x="879882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42"/>
            <p:cNvSpPr/>
            <p:nvPr/>
          </p:nvSpPr>
          <p:spPr>
            <a:xfrm>
              <a:off x="31350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42"/>
            <p:cNvSpPr/>
            <p:nvPr/>
          </p:nvSpPr>
          <p:spPr>
            <a:xfrm>
              <a:off x="43301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42"/>
            <p:cNvSpPr/>
            <p:nvPr/>
          </p:nvSpPr>
          <p:spPr>
            <a:xfrm>
              <a:off x="55251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42"/>
            <p:cNvSpPr/>
            <p:nvPr/>
          </p:nvSpPr>
          <p:spPr>
            <a:xfrm>
              <a:off x="67202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42"/>
            <p:cNvSpPr/>
            <p:nvPr/>
          </p:nvSpPr>
          <p:spPr>
            <a:xfrm>
              <a:off x="79153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42"/>
            <p:cNvSpPr/>
            <p:nvPr/>
          </p:nvSpPr>
          <p:spPr>
            <a:xfrm>
              <a:off x="91104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42"/>
            <p:cNvSpPr/>
            <p:nvPr/>
          </p:nvSpPr>
          <p:spPr>
            <a:xfrm>
              <a:off x="103055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42"/>
            <p:cNvSpPr/>
            <p:nvPr/>
          </p:nvSpPr>
          <p:spPr>
            <a:xfrm>
              <a:off x="820125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42"/>
            <p:cNvSpPr/>
            <p:nvPr/>
          </p:nvSpPr>
          <p:spPr>
            <a:xfrm>
              <a:off x="832076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42"/>
            <p:cNvSpPr/>
            <p:nvPr/>
          </p:nvSpPr>
          <p:spPr>
            <a:xfrm>
              <a:off x="844028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42"/>
            <p:cNvSpPr/>
            <p:nvPr/>
          </p:nvSpPr>
          <p:spPr>
            <a:xfrm>
              <a:off x="855979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42"/>
            <p:cNvSpPr/>
            <p:nvPr/>
          </p:nvSpPr>
          <p:spPr>
            <a:xfrm>
              <a:off x="867930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42"/>
            <p:cNvSpPr/>
            <p:nvPr/>
          </p:nvSpPr>
          <p:spPr>
            <a:xfrm>
              <a:off x="879882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42"/>
            <p:cNvSpPr/>
            <p:nvPr/>
          </p:nvSpPr>
          <p:spPr>
            <a:xfrm>
              <a:off x="31350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42"/>
            <p:cNvSpPr/>
            <p:nvPr/>
          </p:nvSpPr>
          <p:spPr>
            <a:xfrm>
              <a:off x="43301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42"/>
            <p:cNvSpPr/>
            <p:nvPr/>
          </p:nvSpPr>
          <p:spPr>
            <a:xfrm>
              <a:off x="55251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42"/>
            <p:cNvSpPr/>
            <p:nvPr/>
          </p:nvSpPr>
          <p:spPr>
            <a:xfrm>
              <a:off x="67202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42"/>
            <p:cNvSpPr/>
            <p:nvPr/>
          </p:nvSpPr>
          <p:spPr>
            <a:xfrm>
              <a:off x="79153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42"/>
            <p:cNvSpPr/>
            <p:nvPr/>
          </p:nvSpPr>
          <p:spPr>
            <a:xfrm>
              <a:off x="91104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42"/>
            <p:cNvSpPr/>
            <p:nvPr/>
          </p:nvSpPr>
          <p:spPr>
            <a:xfrm>
              <a:off x="103055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42"/>
            <p:cNvSpPr/>
            <p:nvPr/>
          </p:nvSpPr>
          <p:spPr>
            <a:xfrm>
              <a:off x="820125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42"/>
            <p:cNvSpPr/>
            <p:nvPr/>
          </p:nvSpPr>
          <p:spPr>
            <a:xfrm>
              <a:off x="832076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42"/>
            <p:cNvSpPr/>
            <p:nvPr/>
          </p:nvSpPr>
          <p:spPr>
            <a:xfrm>
              <a:off x="844028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42"/>
            <p:cNvSpPr/>
            <p:nvPr/>
          </p:nvSpPr>
          <p:spPr>
            <a:xfrm>
              <a:off x="855979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42"/>
            <p:cNvSpPr/>
            <p:nvPr/>
          </p:nvSpPr>
          <p:spPr>
            <a:xfrm>
              <a:off x="867930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42"/>
            <p:cNvSpPr/>
            <p:nvPr/>
          </p:nvSpPr>
          <p:spPr>
            <a:xfrm>
              <a:off x="879882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42"/>
            <p:cNvSpPr/>
            <p:nvPr/>
          </p:nvSpPr>
          <p:spPr>
            <a:xfrm>
              <a:off x="31350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42"/>
            <p:cNvSpPr/>
            <p:nvPr/>
          </p:nvSpPr>
          <p:spPr>
            <a:xfrm>
              <a:off x="43301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42"/>
            <p:cNvSpPr/>
            <p:nvPr/>
          </p:nvSpPr>
          <p:spPr>
            <a:xfrm>
              <a:off x="55251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42"/>
            <p:cNvSpPr/>
            <p:nvPr/>
          </p:nvSpPr>
          <p:spPr>
            <a:xfrm>
              <a:off x="67202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42"/>
            <p:cNvSpPr/>
            <p:nvPr/>
          </p:nvSpPr>
          <p:spPr>
            <a:xfrm>
              <a:off x="79153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42"/>
            <p:cNvSpPr/>
            <p:nvPr/>
          </p:nvSpPr>
          <p:spPr>
            <a:xfrm>
              <a:off x="91104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42"/>
            <p:cNvSpPr/>
            <p:nvPr/>
          </p:nvSpPr>
          <p:spPr>
            <a:xfrm>
              <a:off x="103055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42"/>
            <p:cNvSpPr/>
            <p:nvPr/>
          </p:nvSpPr>
          <p:spPr>
            <a:xfrm>
              <a:off x="820125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42"/>
            <p:cNvSpPr/>
            <p:nvPr/>
          </p:nvSpPr>
          <p:spPr>
            <a:xfrm>
              <a:off x="832076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42"/>
            <p:cNvSpPr/>
            <p:nvPr/>
          </p:nvSpPr>
          <p:spPr>
            <a:xfrm>
              <a:off x="844028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42"/>
            <p:cNvSpPr/>
            <p:nvPr/>
          </p:nvSpPr>
          <p:spPr>
            <a:xfrm>
              <a:off x="855979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42"/>
            <p:cNvSpPr/>
            <p:nvPr/>
          </p:nvSpPr>
          <p:spPr>
            <a:xfrm>
              <a:off x="867930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42"/>
            <p:cNvSpPr/>
            <p:nvPr/>
          </p:nvSpPr>
          <p:spPr>
            <a:xfrm>
              <a:off x="879882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42"/>
            <p:cNvSpPr/>
            <p:nvPr/>
          </p:nvSpPr>
          <p:spPr>
            <a:xfrm>
              <a:off x="31350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42"/>
            <p:cNvSpPr/>
            <p:nvPr/>
          </p:nvSpPr>
          <p:spPr>
            <a:xfrm>
              <a:off x="43301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42"/>
            <p:cNvSpPr/>
            <p:nvPr/>
          </p:nvSpPr>
          <p:spPr>
            <a:xfrm>
              <a:off x="55251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42"/>
            <p:cNvSpPr/>
            <p:nvPr/>
          </p:nvSpPr>
          <p:spPr>
            <a:xfrm>
              <a:off x="67202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42"/>
            <p:cNvSpPr/>
            <p:nvPr/>
          </p:nvSpPr>
          <p:spPr>
            <a:xfrm>
              <a:off x="79153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42"/>
            <p:cNvSpPr/>
            <p:nvPr/>
          </p:nvSpPr>
          <p:spPr>
            <a:xfrm>
              <a:off x="91104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42"/>
            <p:cNvSpPr/>
            <p:nvPr/>
          </p:nvSpPr>
          <p:spPr>
            <a:xfrm>
              <a:off x="103055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42"/>
            <p:cNvSpPr/>
            <p:nvPr/>
          </p:nvSpPr>
          <p:spPr>
            <a:xfrm>
              <a:off x="820125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42"/>
            <p:cNvSpPr/>
            <p:nvPr/>
          </p:nvSpPr>
          <p:spPr>
            <a:xfrm>
              <a:off x="832076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42"/>
            <p:cNvSpPr/>
            <p:nvPr/>
          </p:nvSpPr>
          <p:spPr>
            <a:xfrm>
              <a:off x="844028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42"/>
            <p:cNvSpPr/>
            <p:nvPr/>
          </p:nvSpPr>
          <p:spPr>
            <a:xfrm>
              <a:off x="855979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42"/>
            <p:cNvSpPr/>
            <p:nvPr/>
          </p:nvSpPr>
          <p:spPr>
            <a:xfrm>
              <a:off x="867930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42"/>
            <p:cNvSpPr/>
            <p:nvPr/>
          </p:nvSpPr>
          <p:spPr>
            <a:xfrm>
              <a:off x="879882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42"/>
            <p:cNvSpPr/>
            <p:nvPr/>
          </p:nvSpPr>
          <p:spPr>
            <a:xfrm>
              <a:off x="31350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42"/>
            <p:cNvSpPr/>
            <p:nvPr/>
          </p:nvSpPr>
          <p:spPr>
            <a:xfrm>
              <a:off x="43301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42"/>
            <p:cNvSpPr/>
            <p:nvPr/>
          </p:nvSpPr>
          <p:spPr>
            <a:xfrm>
              <a:off x="55251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42"/>
            <p:cNvSpPr/>
            <p:nvPr/>
          </p:nvSpPr>
          <p:spPr>
            <a:xfrm>
              <a:off x="67202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42"/>
            <p:cNvSpPr/>
            <p:nvPr/>
          </p:nvSpPr>
          <p:spPr>
            <a:xfrm>
              <a:off x="79153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42"/>
            <p:cNvSpPr/>
            <p:nvPr/>
          </p:nvSpPr>
          <p:spPr>
            <a:xfrm>
              <a:off x="91104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42"/>
            <p:cNvSpPr/>
            <p:nvPr/>
          </p:nvSpPr>
          <p:spPr>
            <a:xfrm>
              <a:off x="103055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42"/>
            <p:cNvSpPr/>
            <p:nvPr/>
          </p:nvSpPr>
          <p:spPr>
            <a:xfrm>
              <a:off x="820125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42"/>
            <p:cNvSpPr/>
            <p:nvPr/>
          </p:nvSpPr>
          <p:spPr>
            <a:xfrm>
              <a:off x="832076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42"/>
            <p:cNvSpPr/>
            <p:nvPr/>
          </p:nvSpPr>
          <p:spPr>
            <a:xfrm>
              <a:off x="844028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42"/>
            <p:cNvSpPr/>
            <p:nvPr/>
          </p:nvSpPr>
          <p:spPr>
            <a:xfrm>
              <a:off x="855979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42"/>
            <p:cNvSpPr/>
            <p:nvPr/>
          </p:nvSpPr>
          <p:spPr>
            <a:xfrm>
              <a:off x="867930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42"/>
            <p:cNvSpPr/>
            <p:nvPr/>
          </p:nvSpPr>
          <p:spPr>
            <a:xfrm>
              <a:off x="879882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42"/>
            <p:cNvSpPr/>
            <p:nvPr/>
          </p:nvSpPr>
          <p:spPr>
            <a:xfrm>
              <a:off x="31350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42"/>
            <p:cNvSpPr/>
            <p:nvPr/>
          </p:nvSpPr>
          <p:spPr>
            <a:xfrm>
              <a:off x="43301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42"/>
            <p:cNvSpPr/>
            <p:nvPr/>
          </p:nvSpPr>
          <p:spPr>
            <a:xfrm>
              <a:off x="55251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42"/>
            <p:cNvSpPr/>
            <p:nvPr/>
          </p:nvSpPr>
          <p:spPr>
            <a:xfrm>
              <a:off x="67202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42"/>
            <p:cNvSpPr/>
            <p:nvPr/>
          </p:nvSpPr>
          <p:spPr>
            <a:xfrm>
              <a:off x="79153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42"/>
            <p:cNvSpPr/>
            <p:nvPr/>
          </p:nvSpPr>
          <p:spPr>
            <a:xfrm>
              <a:off x="91104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42"/>
            <p:cNvSpPr/>
            <p:nvPr/>
          </p:nvSpPr>
          <p:spPr>
            <a:xfrm>
              <a:off x="103055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42"/>
            <p:cNvSpPr/>
            <p:nvPr/>
          </p:nvSpPr>
          <p:spPr>
            <a:xfrm>
              <a:off x="820125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3" name="Google Shape;21933;p42"/>
            <p:cNvSpPr/>
            <p:nvPr/>
          </p:nvSpPr>
          <p:spPr>
            <a:xfrm>
              <a:off x="832076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42"/>
            <p:cNvSpPr/>
            <p:nvPr/>
          </p:nvSpPr>
          <p:spPr>
            <a:xfrm>
              <a:off x="844028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42"/>
            <p:cNvSpPr/>
            <p:nvPr/>
          </p:nvSpPr>
          <p:spPr>
            <a:xfrm>
              <a:off x="855979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42"/>
            <p:cNvSpPr/>
            <p:nvPr/>
          </p:nvSpPr>
          <p:spPr>
            <a:xfrm>
              <a:off x="867930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42"/>
            <p:cNvSpPr/>
            <p:nvPr/>
          </p:nvSpPr>
          <p:spPr>
            <a:xfrm>
              <a:off x="879882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42"/>
            <p:cNvSpPr/>
            <p:nvPr/>
          </p:nvSpPr>
          <p:spPr>
            <a:xfrm>
              <a:off x="31350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42"/>
            <p:cNvSpPr/>
            <p:nvPr/>
          </p:nvSpPr>
          <p:spPr>
            <a:xfrm>
              <a:off x="43301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42"/>
            <p:cNvSpPr/>
            <p:nvPr/>
          </p:nvSpPr>
          <p:spPr>
            <a:xfrm>
              <a:off x="55251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42"/>
            <p:cNvSpPr/>
            <p:nvPr/>
          </p:nvSpPr>
          <p:spPr>
            <a:xfrm>
              <a:off x="67202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42"/>
            <p:cNvSpPr/>
            <p:nvPr/>
          </p:nvSpPr>
          <p:spPr>
            <a:xfrm>
              <a:off x="79153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42"/>
            <p:cNvSpPr/>
            <p:nvPr/>
          </p:nvSpPr>
          <p:spPr>
            <a:xfrm>
              <a:off x="91104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42"/>
            <p:cNvSpPr/>
            <p:nvPr/>
          </p:nvSpPr>
          <p:spPr>
            <a:xfrm>
              <a:off x="103055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42"/>
            <p:cNvSpPr/>
            <p:nvPr/>
          </p:nvSpPr>
          <p:spPr>
            <a:xfrm>
              <a:off x="820125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42"/>
            <p:cNvSpPr/>
            <p:nvPr/>
          </p:nvSpPr>
          <p:spPr>
            <a:xfrm>
              <a:off x="832076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42"/>
            <p:cNvSpPr/>
            <p:nvPr/>
          </p:nvSpPr>
          <p:spPr>
            <a:xfrm>
              <a:off x="844028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42"/>
            <p:cNvSpPr/>
            <p:nvPr/>
          </p:nvSpPr>
          <p:spPr>
            <a:xfrm>
              <a:off x="855979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42"/>
            <p:cNvSpPr/>
            <p:nvPr/>
          </p:nvSpPr>
          <p:spPr>
            <a:xfrm>
              <a:off x="867930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42"/>
            <p:cNvSpPr/>
            <p:nvPr/>
          </p:nvSpPr>
          <p:spPr>
            <a:xfrm>
              <a:off x="879882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42"/>
            <p:cNvSpPr/>
            <p:nvPr/>
          </p:nvSpPr>
          <p:spPr>
            <a:xfrm>
              <a:off x="31350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42"/>
            <p:cNvSpPr/>
            <p:nvPr/>
          </p:nvSpPr>
          <p:spPr>
            <a:xfrm>
              <a:off x="43301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42"/>
            <p:cNvSpPr/>
            <p:nvPr/>
          </p:nvSpPr>
          <p:spPr>
            <a:xfrm>
              <a:off x="55251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42"/>
            <p:cNvSpPr/>
            <p:nvPr/>
          </p:nvSpPr>
          <p:spPr>
            <a:xfrm>
              <a:off x="67202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42"/>
            <p:cNvSpPr/>
            <p:nvPr/>
          </p:nvSpPr>
          <p:spPr>
            <a:xfrm>
              <a:off x="79153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42"/>
            <p:cNvSpPr/>
            <p:nvPr/>
          </p:nvSpPr>
          <p:spPr>
            <a:xfrm>
              <a:off x="91104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42"/>
            <p:cNvSpPr/>
            <p:nvPr/>
          </p:nvSpPr>
          <p:spPr>
            <a:xfrm>
              <a:off x="103055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42"/>
            <p:cNvSpPr/>
            <p:nvPr/>
          </p:nvSpPr>
          <p:spPr>
            <a:xfrm>
              <a:off x="820125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42"/>
            <p:cNvSpPr/>
            <p:nvPr/>
          </p:nvSpPr>
          <p:spPr>
            <a:xfrm>
              <a:off x="832076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42"/>
            <p:cNvSpPr/>
            <p:nvPr/>
          </p:nvSpPr>
          <p:spPr>
            <a:xfrm>
              <a:off x="844028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42"/>
            <p:cNvSpPr/>
            <p:nvPr/>
          </p:nvSpPr>
          <p:spPr>
            <a:xfrm>
              <a:off x="855979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42"/>
            <p:cNvSpPr/>
            <p:nvPr/>
          </p:nvSpPr>
          <p:spPr>
            <a:xfrm>
              <a:off x="867930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42"/>
            <p:cNvSpPr/>
            <p:nvPr/>
          </p:nvSpPr>
          <p:spPr>
            <a:xfrm>
              <a:off x="879882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4" name="Google Shape;21964;p42"/>
          <p:cNvGrpSpPr/>
          <p:nvPr/>
        </p:nvGrpSpPr>
        <p:grpSpPr>
          <a:xfrm>
            <a:off x="8320098" y="4866112"/>
            <a:ext cx="510133" cy="78484"/>
            <a:chOff x="3521300" y="154525"/>
            <a:chExt cx="1256175" cy="193500"/>
          </a:xfrm>
        </p:grpSpPr>
        <p:sp>
          <p:nvSpPr>
            <p:cNvPr id="21965" name="Google Shape;21965;p42"/>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42"/>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42"/>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42"/>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69" name="Google Shape;21969;p42"/>
          <p:cNvSpPr txBox="1"/>
          <p:nvPr/>
        </p:nvSpPr>
        <p:spPr>
          <a:xfrm>
            <a:off x="2317300" y="3872100"/>
            <a:ext cx="4525500" cy="3657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300"/>
              </a:spcBef>
              <a:spcAft>
                <a:spcPts val="0"/>
              </a:spcAft>
              <a:buNone/>
            </a:pPr>
            <a:r>
              <a:rPr lang="en" sz="1200">
                <a:solidFill>
                  <a:schemeClr val="dk1"/>
                </a:solidFill>
                <a:latin typeface="Barlow"/>
                <a:ea typeface="Barlow"/>
                <a:cs typeface="Barlow"/>
                <a:sym typeface="Barlow"/>
              </a:rPr>
              <a:t>CREDITS: This presentation template was created by </a:t>
            </a:r>
            <a:r>
              <a:rPr lang="en" sz="1200" b="1">
                <a:solidFill>
                  <a:schemeClr val="dk1"/>
                </a:solidFill>
                <a:uFill>
                  <a:noFill/>
                </a:uFill>
                <a:latin typeface="Barlow"/>
                <a:ea typeface="Barlow"/>
                <a:cs typeface="Barlow"/>
                <a:sym typeface="Barlow"/>
                <a:hlinkClick r:id="rId2">
                  <a:extLst>
                    <a:ext uri="{A12FA001-AC4F-418D-AE19-62706E023703}">
                      <ahyp:hlinkClr xmlns:ahyp="http://schemas.microsoft.com/office/drawing/2018/hyperlinkcolor" val="tx"/>
                    </a:ext>
                  </a:extLst>
                </a:hlinkClick>
              </a:rPr>
              <a:t>Slidesgo</a:t>
            </a:r>
            <a:r>
              <a:rPr lang="en" sz="1200">
                <a:solidFill>
                  <a:schemeClr val="dk1"/>
                </a:solidFill>
                <a:latin typeface="Barlow"/>
                <a:ea typeface="Barlow"/>
                <a:cs typeface="Barlow"/>
                <a:sym typeface="Barlow"/>
              </a:rPr>
              <a:t>, and includes icons by </a:t>
            </a:r>
            <a:r>
              <a:rPr lang="en" sz="1200" b="1">
                <a:solidFill>
                  <a:schemeClr val="dk1"/>
                </a:solidFill>
                <a:uFill>
                  <a:noFill/>
                </a:uFill>
                <a:latin typeface="Barlow"/>
                <a:ea typeface="Barlow"/>
                <a:cs typeface="Barlow"/>
                <a:sym typeface="Barlow"/>
                <a:hlinkClick r:id="rId3">
                  <a:extLst>
                    <a:ext uri="{A12FA001-AC4F-418D-AE19-62706E023703}">
                      <ahyp:hlinkClr xmlns:ahyp="http://schemas.microsoft.com/office/drawing/2018/hyperlinkcolor" val="tx"/>
                    </a:ext>
                  </a:extLst>
                </a:hlinkClick>
              </a:rPr>
              <a:t>Flaticon</a:t>
            </a:r>
            <a:r>
              <a:rPr lang="en" sz="1200">
                <a:solidFill>
                  <a:schemeClr val="dk1"/>
                </a:solidFill>
                <a:latin typeface="Barlow"/>
                <a:ea typeface="Barlow"/>
                <a:cs typeface="Barlow"/>
                <a:sym typeface="Barlow"/>
              </a:rPr>
              <a:t>, and infographics &amp; images by </a:t>
            </a:r>
            <a:r>
              <a:rPr lang="en" sz="1200" b="1">
                <a:solidFill>
                  <a:schemeClr val="dk1"/>
                </a:solidFill>
                <a:uFill>
                  <a:noFill/>
                </a:uFill>
                <a:latin typeface="Barlow"/>
                <a:ea typeface="Barlow"/>
                <a:cs typeface="Barlow"/>
                <a:sym typeface="Barlow"/>
                <a:hlinkClick r:id="rId4">
                  <a:extLst>
                    <a:ext uri="{A12FA001-AC4F-418D-AE19-62706E023703}">
                      <ahyp:hlinkClr xmlns:ahyp="http://schemas.microsoft.com/office/drawing/2018/hyperlinkcolor" val="tx"/>
                    </a:ext>
                  </a:extLst>
                </a:hlinkClick>
              </a:rPr>
              <a:t>Freepik</a:t>
            </a:r>
            <a:endParaRPr sz="1200" b="1">
              <a:solidFill>
                <a:schemeClr val="dk1"/>
              </a:solidFill>
              <a:latin typeface="Barlow"/>
              <a:ea typeface="Barlow"/>
              <a:cs typeface="Barlow"/>
              <a:sym typeface="Barlow"/>
            </a:endParaRPr>
          </a:p>
        </p:txBody>
      </p:sp>
      <p:sp>
        <p:nvSpPr>
          <p:cNvPr id="21970" name="Google Shape;21970;p42"/>
          <p:cNvSpPr txBox="1">
            <a:spLocks noGrp="1"/>
          </p:cNvSpPr>
          <p:nvPr>
            <p:ph type="subTitle" idx="1"/>
          </p:nvPr>
        </p:nvSpPr>
        <p:spPr>
          <a:xfrm>
            <a:off x="2425075" y="1537800"/>
            <a:ext cx="4293900" cy="12801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ackground ">
  <p:cSld name="BLANK_1_1_1_1_1_1_1_2">
    <p:spTree>
      <p:nvGrpSpPr>
        <p:cNvPr id="1" name="Shape 21971"/>
        <p:cNvGrpSpPr/>
        <p:nvPr/>
      </p:nvGrpSpPr>
      <p:grpSpPr>
        <a:xfrm>
          <a:off x="0" y="0"/>
          <a:ext cx="0" cy="0"/>
          <a:chOff x="0" y="0"/>
          <a:chExt cx="0" cy="0"/>
        </a:xfrm>
      </p:grpSpPr>
      <p:grpSp>
        <p:nvGrpSpPr>
          <p:cNvPr id="21972" name="Google Shape;21972;p43"/>
          <p:cNvGrpSpPr/>
          <p:nvPr/>
        </p:nvGrpSpPr>
        <p:grpSpPr>
          <a:xfrm>
            <a:off x="313503" y="540001"/>
            <a:ext cx="8516808" cy="4063556"/>
            <a:chOff x="109200" y="76206"/>
            <a:chExt cx="8925600" cy="4258600"/>
          </a:xfrm>
        </p:grpSpPr>
        <p:grpSp>
          <p:nvGrpSpPr>
            <p:cNvPr id="21973" name="Google Shape;21973;p43"/>
            <p:cNvGrpSpPr/>
            <p:nvPr/>
          </p:nvGrpSpPr>
          <p:grpSpPr>
            <a:xfrm>
              <a:off x="109200" y="76206"/>
              <a:ext cx="8925600" cy="33000"/>
              <a:chOff x="76200" y="76206"/>
              <a:chExt cx="8925600" cy="33000"/>
            </a:xfrm>
          </p:grpSpPr>
          <p:sp>
            <p:nvSpPr>
              <p:cNvPr id="21974" name="Google Shape;21974;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6" name="Google Shape;22046;p43"/>
            <p:cNvGrpSpPr/>
            <p:nvPr/>
          </p:nvGrpSpPr>
          <p:grpSpPr>
            <a:xfrm>
              <a:off x="109200" y="187406"/>
              <a:ext cx="8925600" cy="33000"/>
              <a:chOff x="76200" y="76206"/>
              <a:chExt cx="8925600" cy="33000"/>
            </a:xfrm>
          </p:grpSpPr>
          <p:sp>
            <p:nvSpPr>
              <p:cNvPr id="22047" name="Google Shape;22047;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9" name="Google Shape;22119;p43"/>
            <p:cNvGrpSpPr/>
            <p:nvPr/>
          </p:nvGrpSpPr>
          <p:grpSpPr>
            <a:xfrm>
              <a:off x="109200" y="298606"/>
              <a:ext cx="8925600" cy="33000"/>
              <a:chOff x="76200" y="76206"/>
              <a:chExt cx="8925600" cy="33000"/>
            </a:xfrm>
          </p:grpSpPr>
          <p:sp>
            <p:nvSpPr>
              <p:cNvPr id="22120" name="Google Shape;22120;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2" name="Google Shape;22192;p43"/>
            <p:cNvGrpSpPr/>
            <p:nvPr/>
          </p:nvGrpSpPr>
          <p:grpSpPr>
            <a:xfrm>
              <a:off x="109200" y="409806"/>
              <a:ext cx="8925600" cy="33000"/>
              <a:chOff x="76200" y="76206"/>
              <a:chExt cx="8925600" cy="33000"/>
            </a:xfrm>
          </p:grpSpPr>
          <p:sp>
            <p:nvSpPr>
              <p:cNvPr id="22193" name="Google Shape;22193;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5" name="Google Shape;22265;p43"/>
            <p:cNvGrpSpPr/>
            <p:nvPr/>
          </p:nvGrpSpPr>
          <p:grpSpPr>
            <a:xfrm>
              <a:off x="109200" y="521006"/>
              <a:ext cx="8925600" cy="33000"/>
              <a:chOff x="76200" y="76206"/>
              <a:chExt cx="8925600" cy="33000"/>
            </a:xfrm>
          </p:grpSpPr>
          <p:sp>
            <p:nvSpPr>
              <p:cNvPr id="22266" name="Google Shape;22266;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8" name="Google Shape;22338;p43"/>
            <p:cNvGrpSpPr/>
            <p:nvPr/>
          </p:nvGrpSpPr>
          <p:grpSpPr>
            <a:xfrm>
              <a:off x="109200" y="632206"/>
              <a:ext cx="8925600" cy="33000"/>
              <a:chOff x="76200" y="76206"/>
              <a:chExt cx="8925600" cy="33000"/>
            </a:xfrm>
          </p:grpSpPr>
          <p:sp>
            <p:nvSpPr>
              <p:cNvPr id="22339" name="Google Shape;22339;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7" name="Google Shape;22387;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1" name="Google Shape;22411;p43"/>
            <p:cNvGrpSpPr/>
            <p:nvPr/>
          </p:nvGrpSpPr>
          <p:grpSpPr>
            <a:xfrm>
              <a:off x="109200" y="743406"/>
              <a:ext cx="8925600" cy="33000"/>
              <a:chOff x="76200" y="76206"/>
              <a:chExt cx="8925600" cy="33000"/>
            </a:xfrm>
          </p:grpSpPr>
          <p:sp>
            <p:nvSpPr>
              <p:cNvPr id="22412" name="Google Shape;22412;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9" name="Google Shape;22459;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4" name="Google Shape;22484;p43"/>
            <p:cNvGrpSpPr/>
            <p:nvPr/>
          </p:nvGrpSpPr>
          <p:grpSpPr>
            <a:xfrm>
              <a:off x="109200" y="854606"/>
              <a:ext cx="8925600" cy="33000"/>
              <a:chOff x="76200" y="76206"/>
              <a:chExt cx="8925600" cy="33000"/>
            </a:xfrm>
          </p:grpSpPr>
          <p:sp>
            <p:nvSpPr>
              <p:cNvPr id="22485" name="Google Shape;22485;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7" name="Google Shape;22557;p43"/>
            <p:cNvGrpSpPr/>
            <p:nvPr/>
          </p:nvGrpSpPr>
          <p:grpSpPr>
            <a:xfrm>
              <a:off x="109200" y="965806"/>
              <a:ext cx="8925600" cy="33000"/>
              <a:chOff x="76200" y="76206"/>
              <a:chExt cx="8925600" cy="33000"/>
            </a:xfrm>
          </p:grpSpPr>
          <p:sp>
            <p:nvSpPr>
              <p:cNvPr id="22558" name="Google Shape;22558;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30" name="Google Shape;22630;p43"/>
            <p:cNvGrpSpPr/>
            <p:nvPr/>
          </p:nvGrpSpPr>
          <p:grpSpPr>
            <a:xfrm>
              <a:off x="109200" y="1077006"/>
              <a:ext cx="8925600" cy="33000"/>
              <a:chOff x="76200" y="76206"/>
              <a:chExt cx="8925600" cy="33000"/>
            </a:xfrm>
          </p:grpSpPr>
          <p:sp>
            <p:nvSpPr>
              <p:cNvPr id="22631" name="Google Shape;22631;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3" name="Google Shape;22703;p43"/>
            <p:cNvGrpSpPr/>
            <p:nvPr/>
          </p:nvGrpSpPr>
          <p:grpSpPr>
            <a:xfrm>
              <a:off x="109200" y="1188206"/>
              <a:ext cx="8925600" cy="33000"/>
              <a:chOff x="76200" y="76206"/>
              <a:chExt cx="8925600" cy="33000"/>
            </a:xfrm>
          </p:grpSpPr>
          <p:sp>
            <p:nvSpPr>
              <p:cNvPr id="22704" name="Google Shape;22704;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6" name="Google Shape;22776;p43"/>
            <p:cNvGrpSpPr/>
            <p:nvPr/>
          </p:nvGrpSpPr>
          <p:grpSpPr>
            <a:xfrm>
              <a:off x="109200" y="1299406"/>
              <a:ext cx="8925600" cy="33000"/>
              <a:chOff x="76200" y="76206"/>
              <a:chExt cx="8925600" cy="33000"/>
            </a:xfrm>
          </p:grpSpPr>
          <p:sp>
            <p:nvSpPr>
              <p:cNvPr id="22777" name="Google Shape;22777;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7" name="Google Shape;22817;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6" name="Google Shape;22846;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9" name="Google Shape;22849;p43"/>
            <p:cNvGrpSpPr/>
            <p:nvPr/>
          </p:nvGrpSpPr>
          <p:grpSpPr>
            <a:xfrm>
              <a:off x="109200" y="1410606"/>
              <a:ext cx="8925600" cy="33000"/>
              <a:chOff x="76200" y="76206"/>
              <a:chExt cx="8925600" cy="33000"/>
            </a:xfrm>
          </p:grpSpPr>
          <p:sp>
            <p:nvSpPr>
              <p:cNvPr id="22850" name="Google Shape;22850;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9" name="Google Shape;22859;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22" name="Google Shape;22922;p43"/>
            <p:cNvGrpSpPr/>
            <p:nvPr/>
          </p:nvGrpSpPr>
          <p:grpSpPr>
            <a:xfrm>
              <a:off x="109200" y="1521806"/>
              <a:ext cx="8925600" cy="33000"/>
              <a:chOff x="76200" y="76206"/>
              <a:chExt cx="8925600" cy="33000"/>
            </a:xfrm>
          </p:grpSpPr>
          <p:sp>
            <p:nvSpPr>
              <p:cNvPr id="22923" name="Google Shape;22923;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5" name="Google Shape;22995;p43"/>
            <p:cNvGrpSpPr/>
            <p:nvPr/>
          </p:nvGrpSpPr>
          <p:grpSpPr>
            <a:xfrm>
              <a:off x="109200" y="1633006"/>
              <a:ext cx="8925600" cy="33000"/>
              <a:chOff x="76200" y="76206"/>
              <a:chExt cx="8925600" cy="33000"/>
            </a:xfrm>
          </p:grpSpPr>
          <p:sp>
            <p:nvSpPr>
              <p:cNvPr id="22996" name="Google Shape;22996;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8" name="Google Shape;23068;p43"/>
            <p:cNvGrpSpPr/>
            <p:nvPr/>
          </p:nvGrpSpPr>
          <p:grpSpPr>
            <a:xfrm>
              <a:off x="109200" y="1744206"/>
              <a:ext cx="8925600" cy="33000"/>
              <a:chOff x="76200" y="76206"/>
              <a:chExt cx="8925600" cy="33000"/>
            </a:xfrm>
          </p:grpSpPr>
          <p:sp>
            <p:nvSpPr>
              <p:cNvPr id="23069" name="Google Shape;23069;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1" name="Google Shape;23141;p43"/>
            <p:cNvGrpSpPr/>
            <p:nvPr/>
          </p:nvGrpSpPr>
          <p:grpSpPr>
            <a:xfrm>
              <a:off x="109200" y="1855406"/>
              <a:ext cx="8925600" cy="33000"/>
              <a:chOff x="76200" y="76206"/>
              <a:chExt cx="8925600" cy="33000"/>
            </a:xfrm>
          </p:grpSpPr>
          <p:sp>
            <p:nvSpPr>
              <p:cNvPr id="23142" name="Google Shape;23142;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4" name="Google Shape;23214;p43"/>
            <p:cNvGrpSpPr/>
            <p:nvPr/>
          </p:nvGrpSpPr>
          <p:grpSpPr>
            <a:xfrm>
              <a:off x="109200" y="1966606"/>
              <a:ext cx="8925600" cy="33000"/>
              <a:chOff x="76200" y="76206"/>
              <a:chExt cx="8925600" cy="33000"/>
            </a:xfrm>
          </p:grpSpPr>
          <p:sp>
            <p:nvSpPr>
              <p:cNvPr id="23215" name="Google Shape;23215;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7" name="Google Shape;23287;p43"/>
            <p:cNvGrpSpPr/>
            <p:nvPr/>
          </p:nvGrpSpPr>
          <p:grpSpPr>
            <a:xfrm>
              <a:off x="109200" y="2077806"/>
              <a:ext cx="8925600" cy="33000"/>
              <a:chOff x="76200" y="76206"/>
              <a:chExt cx="8925600" cy="33000"/>
            </a:xfrm>
          </p:grpSpPr>
          <p:sp>
            <p:nvSpPr>
              <p:cNvPr id="23288" name="Google Shape;23288;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60" name="Google Shape;23360;p43"/>
            <p:cNvGrpSpPr/>
            <p:nvPr/>
          </p:nvGrpSpPr>
          <p:grpSpPr>
            <a:xfrm>
              <a:off x="109200" y="2189006"/>
              <a:ext cx="8925600" cy="33000"/>
              <a:chOff x="76200" y="76206"/>
              <a:chExt cx="8925600" cy="33000"/>
            </a:xfrm>
          </p:grpSpPr>
          <p:sp>
            <p:nvSpPr>
              <p:cNvPr id="23361" name="Google Shape;23361;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33" name="Google Shape;23433;p43"/>
            <p:cNvGrpSpPr/>
            <p:nvPr/>
          </p:nvGrpSpPr>
          <p:grpSpPr>
            <a:xfrm>
              <a:off x="109200" y="2300206"/>
              <a:ext cx="8925600" cy="33000"/>
              <a:chOff x="76200" y="76206"/>
              <a:chExt cx="8925600" cy="33000"/>
            </a:xfrm>
          </p:grpSpPr>
          <p:sp>
            <p:nvSpPr>
              <p:cNvPr id="23434" name="Google Shape;23434;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6" name="Google Shape;23506;p43"/>
            <p:cNvGrpSpPr/>
            <p:nvPr/>
          </p:nvGrpSpPr>
          <p:grpSpPr>
            <a:xfrm>
              <a:off x="109200" y="2411406"/>
              <a:ext cx="8925600" cy="33000"/>
              <a:chOff x="76200" y="76206"/>
              <a:chExt cx="8925600" cy="33000"/>
            </a:xfrm>
          </p:grpSpPr>
          <p:sp>
            <p:nvSpPr>
              <p:cNvPr id="23507" name="Google Shape;23507;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8" name="Google Shape;23568;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9" name="Google Shape;23569;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79" name="Google Shape;23579;p43"/>
            <p:cNvGrpSpPr/>
            <p:nvPr/>
          </p:nvGrpSpPr>
          <p:grpSpPr>
            <a:xfrm>
              <a:off x="109200" y="2522606"/>
              <a:ext cx="8925600" cy="33000"/>
              <a:chOff x="76200" y="76206"/>
              <a:chExt cx="8925600" cy="33000"/>
            </a:xfrm>
          </p:grpSpPr>
          <p:sp>
            <p:nvSpPr>
              <p:cNvPr id="23580" name="Google Shape;23580;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2" name="Google Shape;23652;p43"/>
            <p:cNvGrpSpPr/>
            <p:nvPr/>
          </p:nvGrpSpPr>
          <p:grpSpPr>
            <a:xfrm>
              <a:off x="109200" y="2633806"/>
              <a:ext cx="8925600" cy="33000"/>
              <a:chOff x="76200" y="76206"/>
              <a:chExt cx="8925600" cy="33000"/>
            </a:xfrm>
          </p:grpSpPr>
          <p:sp>
            <p:nvSpPr>
              <p:cNvPr id="23653" name="Google Shape;23653;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5" name="Google Shape;23725;p43"/>
            <p:cNvGrpSpPr/>
            <p:nvPr/>
          </p:nvGrpSpPr>
          <p:grpSpPr>
            <a:xfrm>
              <a:off x="109200" y="2745006"/>
              <a:ext cx="8925600" cy="33000"/>
              <a:chOff x="76200" y="76206"/>
              <a:chExt cx="8925600" cy="33000"/>
            </a:xfrm>
          </p:grpSpPr>
          <p:sp>
            <p:nvSpPr>
              <p:cNvPr id="23726" name="Google Shape;23726;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98" name="Google Shape;23798;p43"/>
            <p:cNvGrpSpPr/>
            <p:nvPr/>
          </p:nvGrpSpPr>
          <p:grpSpPr>
            <a:xfrm>
              <a:off x="109200" y="2856206"/>
              <a:ext cx="8925600" cy="33000"/>
              <a:chOff x="76200" y="76206"/>
              <a:chExt cx="8925600" cy="33000"/>
            </a:xfrm>
          </p:grpSpPr>
          <p:sp>
            <p:nvSpPr>
              <p:cNvPr id="23799" name="Google Shape;23799;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1" name="Google Shape;23871;p43"/>
            <p:cNvGrpSpPr/>
            <p:nvPr/>
          </p:nvGrpSpPr>
          <p:grpSpPr>
            <a:xfrm>
              <a:off x="109200" y="2967406"/>
              <a:ext cx="8925600" cy="33000"/>
              <a:chOff x="76200" y="76206"/>
              <a:chExt cx="8925600" cy="33000"/>
            </a:xfrm>
          </p:grpSpPr>
          <p:sp>
            <p:nvSpPr>
              <p:cNvPr id="23872" name="Google Shape;23872;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4" name="Google Shape;23944;p43"/>
            <p:cNvGrpSpPr/>
            <p:nvPr/>
          </p:nvGrpSpPr>
          <p:grpSpPr>
            <a:xfrm>
              <a:off x="109200" y="3078606"/>
              <a:ext cx="8925600" cy="33000"/>
              <a:chOff x="76200" y="76206"/>
              <a:chExt cx="8925600" cy="33000"/>
            </a:xfrm>
          </p:grpSpPr>
          <p:sp>
            <p:nvSpPr>
              <p:cNvPr id="23945" name="Google Shape;23945;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17" name="Google Shape;24017;p43"/>
            <p:cNvGrpSpPr/>
            <p:nvPr/>
          </p:nvGrpSpPr>
          <p:grpSpPr>
            <a:xfrm>
              <a:off x="109200" y="3189806"/>
              <a:ext cx="8925600" cy="33000"/>
              <a:chOff x="76200" y="76206"/>
              <a:chExt cx="8925600" cy="33000"/>
            </a:xfrm>
          </p:grpSpPr>
          <p:sp>
            <p:nvSpPr>
              <p:cNvPr id="24018" name="Google Shape;24018;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0" name="Google Shape;24090;p43"/>
            <p:cNvGrpSpPr/>
            <p:nvPr/>
          </p:nvGrpSpPr>
          <p:grpSpPr>
            <a:xfrm>
              <a:off x="109200" y="3301006"/>
              <a:ext cx="8925600" cy="33000"/>
              <a:chOff x="76200" y="76206"/>
              <a:chExt cx="8925600" cy="33000"/>
            </a:xfrm>
          </p:grpSpPr>
          <p:sp>
            <p:nvSpPr>
              <p:cNvPr id="24091" name="Google Shape;24091;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3" name="Google Shape;24163;p43"/>
            <p:cNvGrpSpPr/>
            <p:nvPr/>
          </p:nvGrpSpPr>
          <p:grpSpPr>
            <a:xfrm>
              <a:off x="109200" y="3412206"/>
              <a:ext cx="8925600" cy="33000"/>
              <a:chOff x="76200" y="76206"/>
              <a:chExt cx="8925600" cy="33000"/>
            </a:xfrm>
          </p:grpSpPr>
          <p:sp>
            <p:nvSpPr>
              <p:cNvPr id="24164" name="Google Shape;24164;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6" name="Google Shape;24236;p43"/>
            <p:cNvGrpSpPr/>
            <p:nvPr/>
          </p:nvGrpSpPr>
          <p:grpSpPr>
            <a:xfrm>
              <a:off x="109200" y="3523406"/>
              <a:ext cx="8925600" cy="33000"/>
              <a:chOff x="76200" y="76206"/>
              <a:chExt cx="8925600" cy="33000"/>
            </a:xfrm>
          </p:grpSpPr>
          <p:sp>
            <p:nvSpPr>
              <p:cNvPr id="24237" name="Google Shape;24237;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09" name="Google Shape;24309;p43"/>
            <p:cNvGrpSpPr/>
            <p:nvPr/>
          </p:nvGrpSpPr>
          <p:grpSpPr>
            <a:xfrm>
              <a:off x="109200" y="3634606"/>
              <a:ext cx="8925600" cy="33000"/>
              <a:chOff x="76200" y="76206"/>
              <a:chExt cx="8925600" cy="33000"/>
            </a:xfrm>
          </p:grpSpPr>
          <p:sp>
            <p:nvSpPr>
              <p:cNvPr id="24310" name="Google Shape;24310;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2" name="Google Shape;24382;p43"/>
            <p:cNvGrpSpPr/>
            <p:nvPr/>
          </p:nvGrpSpPr>
          <p:grpSpPr>
            <a:xfrm>
              <a:off x="109200" y="3745806"/>
              <a:ext cx="8925600" cy="33000"/>
              <a:chOff x="76200" y="76206"/>
              <a:chExt cx="8925600" cy="33000"/>
            </a:xfrm>
          </p:grpSpPr>
          <p:sp>
            <p:nvSpPr>
              <p:cNvPr id="24383" name="Google Shape;24383;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5" name="Google Shape;24455;p43"/>
            <p:cNvGrpSpPr/>
            <p:nvPr/>
          </p:nvGrpSpPr>
          <p:grpSpPr>
            <a:xfrm>
              <a:off x="109200" y="3857006"/>
              <a:ext cx="8925600" cy="33000"/>
              <a:chOff x="76200" y="76206"/>
              <a:chExt cx="8925600" cy="33000"/>
            </a:xfrm>
          </p:grpSpPr>
          <p:sp>
            <p:nvSpPr>
              <p:cNvPr id="24456" name="Google Shape;24456;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8" name="Google Shape;24528;p43"/>
            <p:cNvGrpSpPr/>
            <p:nvPr/>
          </p:nvGrpSpPr>
          <p:grpSpPr>
            <a:xfrm>
              <a:off x="109200" y="3968206"/>
              <a:ext cx="8925600" cy="33000"/>
              <a:chOff x="76200" y="76206"/>
              <a:chExt cx="8925600" cy="33000"/>
            </a:xfrm>
          </p:grpSpPr>
          <p:sp>
            <p:nvSpPr>
              <p:cNvPr id="24529" name="Google Shape;24529;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1" name="Google Shape;24601;p43"/>
            <p:cNvGrpSpPr/>
            <p:nvPr/>
          </p:nvGrpSpPr>
          <p:grpSpPr>
            <a:xfrm>
              <a:off x="109200" y="4079406"/>
              <a:ext cx="8925600" cy="33000"/>
              <a:chOff x="76200" y="76206"/>
              <a:chExt cx="8925600" cy="33000"/>
            </a:xfrm>
          </p:grpSpPr>
          <p:sp>
            <p:nvSpPr>
              <p:cNvPr id="24602" name="Google Shape;24602;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4" name="Google Shape;24674;p43"/>
            <p:cNvGrpSpPr/>
            <p:nvPr/>
          </p:nvGrpSpPr>
          <p:grpSpPr>
            <a:xfrm>
              <a:off x="109200" y="4190606"/>
              <a:ext cx="8925600" cy="33000"/>
              <a:chOff x="76200" y="76206"/>
              <a:chExt cx="8925600" cy="33000"/>
            </a:xfrm>
          </p:grpSpPr>
          <p:sp>
            <p:nvSpPr>
              <p:cNvPr id="24675" name="Google Shape;24675;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7" name="Google Shape;24747;p43"/>
            <p:cNvGrpSpPr/>
            <p:nvPr/>
          </p:nvGrpSpPr>
          <p:grpSpPr>
            <a:xfrm>
              <a:off x="109200" y="4301806"/>
              <a:ext cx="8925600" cy="33000"/>
              <a:chOff x="76200" y="76206"/>
              <a:chExt cx="8925600" cy="33000"/>
            </a:xfrm>
          </p:grpSpPr>
          <p:sp>
            <p:nvSpPr>
              <p:cNvPr id="24748" name="Google Shape;24748;p43"/>
              <p:cNvSpPr/>
              <p:nvPr/>
            </p:nvSpPr>
            <p:spPr>
              <a:xfrm>
                <a:off x="762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43"/>
              <p:cNvSpPr/>
              <p:nvPr/>
            </p:nvSpPr>
            <p:spPr>
              <a:xfrm>
                <a:off x="2014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43"/>
              <p:cNvSpPr/>
              <p:nvPr/>
            </p:nvSpPr>
            <p:spPr>
              <a:xfrm>
                <a:off x="3266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43"/>
              <p:cNvSpPr/>
              <p:nvPr/>
            </p:nvSpPr>
            <p:spPr>
              <a:xfrm>
                <a:off x="4519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43"/>
              <p:cNvSpPr/>
              <p:nvPr/>
            </p:nvSpPr>
            <p:spPr>
              <a:xfrm>
                <a:off x="5771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43"/>
              <p:cNvSpPr/>
              <p:nvPr/>
            </p:nvSpPr>
            <p:spPr>
              <a:xfrm>
                <a:off x="7024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43"/>
              <p:cNvSpPr/>
              <p:nvPr/>
            </p:nvSpPr>
            <p:spPr>
              <a:xfrm>
                <a:off x="8276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43"/>
              <p:cNvSpPr/>
              <p:nvPr/>
            </p:nvSpPr>
            <p:spPr>
              <a:xfrm>
                <a:off x="9529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43"/>
              <p:cNvSpPr/>
              <p:nvPr/>
            </p:nvSpPr>
            <p:spPr>
              <a:xfrm>
                <a:off x="10781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43"/>
              <p:cNvSpPr/>
              <p:nvPr/>
            </p:nvSpPr>
            <p:spPr>
              <a:xfrm>
                <a:off x="12034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43"/>
              <p:cNvSpPr/>
              <p:nvPr/>
            </p:nvSpPr>
            <p:spPr>
              <a:xfrm>
                <a:off x="13286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43"/>
              <p:cNvSpPr/>
              <p:nvPr/>
            </p:nvSpPr>
            <p:spPr>
              <a:xfrm>
                <a:off x="14538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43"/>
              <p:cNvSpPr/>
              <p:nvPr/>
            </p:nvSpPr>
            <p:spPr>
              <a:xfrm>
                <a:off x="15791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43"/>
              <p:cNvSpPr/>
              <p:nvPr/>
            </p:nvSpPr>
            <p:spPr>
              <a:xfrm>
                <a:off x="17043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43"/>
              <p:cNvSpPr/>
              <p:nvPr/>
            </p:nvSpPr>
            <p:spPr>
              <a:xfrm>
                <a:off x="18296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43"/>
              <p:cNvSpPr/>
              <p:nvPr/>
            </p:nvSpPr>
            <p:spPr>
              <a:xfrm>
                <a:off x="19548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43"/>
              <p:cNvSpPr/>
              <p:nvPr/>
            </p:nvSpPr>
            <p:spPr>
              <a:xfrm>
                <a:off x="20801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43"/>
              <p:cNvSpPr/>
              <p:nvPr/>
            </p:nvSpPr>
            <p:spPr>
              <a:xfrm>
                <a:off x="22053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43"/>
              <p:cNvSpPr/>
              <p:nvPr/>
            </p:nvSpPr>
            <p:spPr>
              <a:xfrm>
                <a:off x="23306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43"/>
              <p:cNvSpPr/>
              <p:nvPr/>
            </p:nvSpPr>
            <p:spPr>
              <a:xfrm>
                <a:off x="2455844"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43"/>
              <p:cNvSpPr/>
              <p:nvPr/>
            </p:nvSpPr>
            <p:spPr>
              <a:xfrm>
                <a:off x="2581089"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43"/>
              <p:cNvSpPr/>
              <p:nvPr/>
            </p:nvSpPr>
            <p:spPr>
              <a:xfrm>
                <a:off x="2706333"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43"/>
              <p:cNvSpPr/>
              <p:nvPr/>
            </p:nvSpPr>
            <p:spPr>
              <a:xfrm>
                <a:off x="2831578"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43"/>
              <p:cNvSpPr/>
              <p:nvPr/>
            </p:nvSpPr>
            <p:spPr>
              <a:xfrm>
                <a:off x="2956822"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43"/>
              <p:cNvSpPr/>
              <p:nvPr/>
            </p:nvSpPr>
            <p:spPr>
              <a:xfrm>
                <a:off x="3082067"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43"/>
              <p:cNvSpPr/>
              <p:nvPr/>
            </p:nvSpPr>
            <p:spPr>
              <a:xfrm>
                <a:off x="3207311"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43"/>
              <p:cNvSpPr/>
              <p:nvPr/>
            </p:nvSpPr>
            <p:spPr>
              <a:xfrm>
                <a:off x="3332556"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43"/>
              <p:cNvSpPr/>
              <p:nvPr/>
            </p:nvSpPr>
            <p:spPr>
              <a:xfrm>
                <a:off x="345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43"/>
              <p:cNvSpPr/>
              <p:nvPr/>
            </p:nvSpPr>
            <p:spPr>
              <a:xfrm>
                <a:off x="358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43"/>
              <p:cNvSpPr/>
              <p:nvPr/>
            </p:nvSpPr>
            <p:spPr>
              <a:xfrm>
                <a:off x="370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43"/>
              <p:cNvSpPr/>
              <p:nvPr/>
            </p:nvSpPr>
            <p:spPr>
              <a:xfrm>
                <a:off x="383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43"/>
              <p:cNvSpPr/>
              <p:nvPr/>
            </p:nvSpPr>
            <p:spPr>
              <a:xfrm>
                <a:off x="395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43"/>
              <p:cNvSpPr/>
              <p:nvPr/>
            </p:nvSpPr>
            <p:spPr>
              <a:xfrm>
                <a:off x="4084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43"/>
              <p:cNvSpPr/>
              <p:nvPr/>
            </p:nvSpPr>
            <p:spPr>
              <a:xfrm>
                <a:off x="4209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43"/>
              <p:cNvSpPr/>
              <p:nvPr/>
            </p:nvSpPr>
            <p:spPr>
              <a:xfrm>
                <a:off x="4334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43"/>
              <p:cNvSpPr/>
              <p:nvPr/>
            </p:nvSpPr>
            <p:spPr>
              <a:xfrm>
                <a:off x="4459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43"/>
              <p:cNvSpPr/>
              <p:nvPr/>
            </p:nvSpPr>
            <p:spPr>
              <a:xfrm>
                <a:off x="4585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43"/>
              <p:cNvSpPr/>
              <p:nvPr/>
            </p:nvSpPr>
            <p:spPr>
              <a:xfrm>
                <a:off x="4710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43"/>
              <p:cNvSpPr/>
              <p:nvPr/>
            </p:nvSpPr>
            <p:spPr>
              <a:xfrm>
                <a:off x="4835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43"/>
              <p:cNvSpPr/>
              <p:nvPr/>
            </p:nvSpPr>
            <p:spPr>
              <a:xfrm>
                <a:off x="4960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43"/>
              <p:cNvSpPr/>
              <p:nvPr/>
            </p:nvSpPr>
            <p:spPr>
              <a:xfrm>
                <a:off x="5086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43"/>
              <p:cNvSpPr/>
              <p:nvPr/>
            </p:nvSpPr>
            <p:spPr>
              <a:xfrm>
                <a:off x="5211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43"/>
              <p:cNvSpPr/>
              <p:nvPr/>
            </p:nvSpPr>
            <p:spPr>
              <a:xfrm>
                <a:off x="5336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43"/>
              <p:cNvSpPr/>
              <p:nvPr/>
            </p:nvSpPr>
            <p:spPr>
              <a:xfrm>
                <a:off x="5461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43"/>
              <p:cNvSpPr/>
              <p:nvPr/>
            </p:nvSpPr>
            <p:spPr>
              <a:xfrm>
                <a:off x="5587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43"/>
              <p:cNvSpPr/>
              <p:nvPr/>
            </p:nvSpPr>
            <p:spPr>
              <a:xfrm>
                <a:off x="5712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43"/>
              <p:cNvSpPr/>
              <p:nvPr/>
            </p:nvSpPr>
            <p:spPr>
              <a:xfrm>
                <a:off x="5837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43"/>
              <p:cNvSpPr/>
              <p:nvPr/>
            </p:nvSpPr>
            <p:spPr>
              <a:xfrm>
                <a:off x="5962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43"/>
              <p:cNvSpPr/>
              <p:nvPr/>
            </p:nvSpPr>
            <p:spPr>
              <a:xfrm>
                <a:off x="6088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43"/>
              <p:cNvSpPr/>
              <p:nvPr/>
            </p:nvSpPr>
            <p:spPr>
              <a:xfrm>
                <a:off x="6213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43"/>
              <p:cNvSpPr/>
              <p:nvPr/>
            </p:nvSpPr>
            <p:spPr>
              <a:xfrm>
                <a:off x="6338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43"/>
              <p:cNvSpPr/>
              <p:nvPr/>
            </p:nvSpPr>
            <p:spPr>
              <a:xfrm>
                <a:off x="6463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43"/>
              <p:cNvSpPr/>
              <p:nvPr/>
            </p:nvSpPr>
            <p:spPr>
              <a:xfrm>
                <a:off x="6589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43"/>
              <p:cNvSpPr/>
              <p:nvPr/>
            </p:nvSpPr>
            <p:spPr>
              <a:xfrm>
                <a:off x="6714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43"/>
              <p:cNvSpPr/>
              <p:nvPr/>
            </p:nvSpPr>
            <p:spPr>
              <a:xfrm>
                <a:off x="6839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43"/>
              <p:cNvSpPr/>
              <p:nvPr/>
            </p:nvSpPr>
            <p:spPr>
              <a:xfrm>
                <a:off x="6964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43"/>
              <p:cNvSpPr/>
              <p:nvPr/>
            </p:nvSpPr>
            <p:spPr>
              <a:xfrm>
                <a:off x="7090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43"/>
              <p:cNvSpPr/>
              <p:nvPr/>
            </p:nvSpPr>
            <p:spPr>
              <a:xfrm>
                <a:off x="7215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43"/>
              <p:cNvSpPr/>
              <p:nvPr/>
            </p:nvSpPr>
            <p:spPr>
              <a:xfrm>
                <a:off x="7340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43"/>
              <p:cNvSpPr/>
              <p:nvPr/>
            </p:nvSpPr>
            <p:spPr>
              <a:xfrm>
                <a:off x="7465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43"/>
              <p:cNvSpPr/>
              <p:nvPr/>
            </p:nvSpPr>
            <p:spPr>
              <a:xfrm>
                <a:off x="7591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43"/>
              <p:cNvSpPr/>
              <p:nvPr/>
            </p:nvSpPr>
            <p:spPr>
              <a:xfrm>
                <a:off x="7716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43"/>
              <p:cNvSpPr/>
              <p:nvPr/>
            </p:nvSpPr>
            <p:spPr>
              <a:xfrm>
                <a:off x="7841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43"/>
              <p:cNvSpPr/>
              <p:nvPr/>
            </p:nvSpPr>
            <p:spPr>
              <a:xfrm>
                <a:off x="7966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43"/>
              <p:cNvSpPr/>
              <p:nvPr/>
            </p:nvSpPr>
            <p:spPr>
              <a:xfrm>
                <a:off x="8092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43"/>
              <p:cNvSpPr/>
              <p:nvPr/>
            </p:nvSpPr>
            <p:spPr>
              <a:xfrm>
                <a:off x="8217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43"/>
              <p:cNvSpPr/>
              <p:nvPr/>
            </p:nvSpPr>
            <p:spPr>
              <a:xfrm>
                <a:off x="8342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43"/>
              <p:cNvSpPr/>
              <p:nvPr/>
            </p:nvSpPr>
            <p:spPr>
              <a:xfrm>
                <a:off x="8467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43"/>
              <p:cNvSpPr/>
              <p:nvPr/>
            </p:nvSpPr>
            <p:spPr>
              <a:xfrm>
                <a:off x="85930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43"/>
              <p:cNvSpPr/>
              <p:nvPr/>
            </p:nvSpPr>
            <p:spPr>
              <a:xfrm>
                <a:off x="87183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43"/>
              <p:cNvSpPr/>
              <p:nvPr/>
            </p:nvSpPr>
            <p:spPr>
              <a:xfrm>
                <a:off x="884355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43"/>
              <p:cNvSpPr/>
              <p:nvPr/>
            </p:nvSpPr>
            <p:spPr>
              <a:xfrm>
                <a:off x="8968800" y="76206"/>
                <a:ext cx="33000" cy="330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820" name="Google Shape;24820;p43"/>
          <p:cNvGrpSpPr/>
          <p:nvPr/>
        </p:nvGrpSpPr>
        <p:grpSpPr>
          <a:xfrm>
            <a:off x="8320098" y="4866112"/>
            <a:ext cx="510133" cy="78484"/>
            <a:chOff x="3521300" y="154525"/>
            <a:chExt cx="1256175" cy="193500"/>
          </a:xfrm>
        </p:grpSpPr>
        <p:sp>
          <p:nvSpPr>
            <p:cNvPr id="24821" name="Google Shape;24821;p43"/>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43"/>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43"/>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43"/>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ackground 1">
  <p:cSld name="BLANK_1_1_1_1_1_1_1_1_1">
    <p:spTree>
      <p:nvGrpSpPr>
        <p:cNvPr id="1" name="Shape 24825"/>
        <p:cNvGrpSpPr/>
        <p:nvPr/>
      </p:nvGrpSpPr>
      <p:grpSpPr>
        <a:xfrm>
          <a:off x="0" y="0"/>
          <a:ext cx="0" cy="0"/>
          <a:chOff x="0" y="0"/>
          <a:chExt cx="0" cy="0"/>
        </a:xfrm>
      </p:grpSpPr>
      <p:grpSp>
        <p:nvGrpSpPr>
          <p:cNvPr id="24826" name="Google Shape;24826;p44"/>
          <p:cNvGrpSpPr/>
          <p:nvPr/>
        </p:nvGrpSpPr>
        <p:grpSpPr>
          <a:xfrm>
            <a:off x="313503" y="376409"/>
            <a:ext cx="8516819" cy="562035"/>
            <a:chOff x="313503" y="376409"/>
            <a:chExt cx="8516819" cy="562035"/>
          </a:xfrm>
        </p:grpSpPr>
        <p:sp>
          <p:nvSpPr>
            <p:cNvPr id="24827" name="Google Shape;24827;p44"/>
            <p:cNvSpPr/>
            <p:nvPr/>
          </p:nvSpPr>
          <p:spPr>
            <a:xfrm>
              <a:off x="313503"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44"/>
            <p:cNvSpPr/>
            <p:nvPr/>
          </p:nvSpPr>
          <p:spPr>
            <a:xfrm>
              <a:off x="43301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44"/>
            <p:cNvSpPr/>
            <p:nvPr/>
          </p:nvSpPr>
          <p:spPr>
            <a:xfrm>
              <a:off x="552519"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44"/>
            <p:cNvSpPr/>
            <p:nvPr/>
          </p:nvSpPr>
          <p:spPr>
            <a:xfrm>
              <a:off x="672027"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44"/>
            <p:cNvSpPr/>
            <p:nvPr/>
          </p:nvSpPr>
          <p:spPr>
            <a:xfrm>
              <a:off x="844028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44"/>
            <p:cNvSpPr/>
            <p:nvPr/>
          </p:nvSpPr>
          <p:spPr>
            <a:xfrm>
              <a:off x="8559794"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44"/>
            <p:cNvSpPr/>
            <p:nvPr/>
          </p:nvSpPr>
          <p:spPr>
            <a:xfrm>
              <a:off x="8679308"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44"/>
            <p:cNvSpPr/>
            <p:nvPr/>
          </p:nvSpPr>
          <p:spPr>
            <a:xfrm>
              <a:off x="8798821" y="37640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44"/>
            <p:cNvSpPr/>
            <p:nvPr/>
          </p:nvSpPr>
          <p:spPr>
            <a:xfrm>
              <a:off x="313503"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44"/>
            <p:cNvSpPr/>
            <p:nvPr/>
          </p:nvSpPr>
          <p:spPr>
            <a:xfrm>
              <a:off x="43301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44"/>
            <p:cNvSpPr/>
            <p:nvPr/>
          </p:nvSpPr>
          <p:spPr>
            <a:xfrm>
              <a:off x="552519"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44"/>
            <p:cNvSpPr/>
            <p:nvPr/>
          </p:nvSpPr>
          <p:spPr>
            <a:xfrm>
              <a:off x="672027"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44"/>
            <p:cNvSpPr/>
            <p:nvPr/>
          </p:nvSpPr>
          <p:spPr>
            <a:xfrm>
              <a:off x="844028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44"/>
            <p:cNvSpPr/>
            <p:nvPr/>
          </p:nvSpPr>
          <p:spPr>
            <a:xfrm>
              <a:off x="8559794"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44"/>
            <p:cNvSpPr/>
            <p:nvPr/>
          </p:nvSpPr>
          <p:spPr>
            <a:xfrm>
              <a:off x="8679308"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44"/>
            <p:cNvSpPr/>
            <p:nvPr/>
          </p:nvSpPr>
          <p:spPr>
            <a:xfrm>
              <a:off x="8798821" y="48251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44"/>
            <p:cNvSpPr/>
            <p:nvPr/>
          </p:nvSpPr>
          <p:spPr>
            <a:xfrm>
              <a:off x="313503"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44"/>
            <p:cNvSpPr/>
            <p:nvPr/>
          </p:nvSpPr>
          <p:spPr>
            <a:xfrm>
              <a:off x="43301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44"/>
            <p:cNvSpPr/>
            <p:nvPr/>
          </p:nvSpPr>
          <p:spPr>
            <a:xfrm>
              <a:off x="552519"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44"/>
            <p:cNvSpPr/>
            <p:nvPr/>
          </p:nvSpPr>
          <p:spPr>
            <a:xfrm>
              <a:off x="672027"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44"/>
            <p:cNvSpPr/>
            <p:nvPr/>
          </p:nvSpPr>
          <p:spPr>
            <a:xfrm>
              <a:off x="844028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44"/>
            <p:cNvSpPr/>
            <p:nvPr/>
          </p:nvSpPr>
          <p:spPr>
            <a:xfrm>
              <a:off x="8559794"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44"/>
            <p:cNvSpPr/>
            <p:nvPr/>
          </p:nvSpPr>
          <p:spPr>
            <a:xfrm>
              <a:off x="8679308"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44"/>
            <p:cNvSpPr/>
            <p:nvPr/>
          </p:nvSpPr>
          <p:spPr>
            <a:xfrm>
              <a:off x="8798821" y="58862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44"/>
            <p:cNvSpPr/>
            <p:nvPr/>
          </p:nvSpPr>
          <p:spPr>
            <a:xfrm>
              <a:off x="313503"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44"/>
            <p:cNvSpPr/>
            <p:nvPr/>
          </p:nvSpPr>
          <p:spPr>
            <a:xfrm>
              <a:off x="43301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44"/>
            <p:cNvSpPr/>
            <p:nvPr/>
          </p:nvSpPr>
          <p:spPr>
            <a:xfrm>
              <a:off x="552519"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44"/>
            <p:cNvSpPr/>
            <p:nvPr/>
          </p:nvSpPr>
          <p:spPr>
            <a:xfrm>
              <a:off x="672027"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44"/>
            <p:cNvSpPr/>
            <p:nvPr/>
          </p:nvSpPr>
          <p:spPr>
            <a:xfrm>
              <a:off x="844028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44"/>
            <p:cNvSpPr/>
            <p:nvPr/>
          </p:nvSpPr>
          <p:spPr>
            <a:xfrm>
              <a:off x="8559794"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44"/>
            <p:cNvSpPr/>
            <p:nvPr/>
          </p:nvSpPr>
          <p:spPr>
            <a:xfrm>
              <a:off x="8679308"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44"/>
            <p:cNvSpPr/>
            <p:nvPr/>
          </p:nvSpPr>
          <p:spPr>
            <a:xfrm>
              <a:off x="8798821" y="69473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44"/>
            <p:cNvSpPr/>
            <p:nvPr/>
          </p:nvSpPr>
          <p:spPr>
            <a:xfrm>
              <a:off x="313503"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44"/>
            <p:cNvSpPr/>
            <p:nvPr/>
          </p:nvSpPr>
          <p:spPr>
            <a:xfrm>
              <a:off x="43301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44"/>
            <p:cNvSpPr/>
            <p:nvPr/>
          </p:nvSpPr>
          <p:spPr>
            <a:xfrm>
              <a:off x="552519"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44"/>
            <p:cNvSpPr/>
            <p:nvPr/>
          </p:nvSpPr>
          <p:spPr>
            <a:xfrm>
              <a:off x="672027"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44"/>
            <p:cNvSpPr/>
            <p:nvPr/>
          </p:nvSpPr>
          <p:spPr>
            <a:xfrm>
              <a:off x="844028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44"/>
            <p:cNvSpPr/>
            <p:nvPr/>
          </p:nvSpPr>
          <p:spPr>
            <a:xfrm>
              <a:off x="8559794"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44"/>
            <p:cNvSpPr/>
            <p:nvPr/>
          </p:nvSpPr>
          <p:spPr>
            <a:xfrm>
              <a:off x="8679308"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44"/>
            <p:cNvSpPr/>
            <p:nvPr/>
          </p:nvSpPr>
          <p:spPr>
            <a:xfrm>
              <a:off x="8798821" y="80083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44"/>
            <p:cNvSpPr/>
            <p:nvPr/>
          </p:nvSpPr>
          <p:spPr>
            <a:xfrm>
              <a:off x="313503"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44"/>
            <p:cNvSpPr/>
            <p:nvPr/>
          </p:nvSpPr>
          <p:spPr>
            <a:xfrm>
              <a:off x="43301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44"/>
            <p:cNvSpPr/>
            <p:nvPr/>
          </p:nvSpPr>
          <p:spPr>
            <a:xfrm>
              <a:off x="552519"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44"/>
            <p:cNvSpPr/>
            <p:nvPr/>
          </p:nvSpPr>
          <p:spPr>
            <a:xfrm>
              <a:off x="672027"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44"/>
            <p:cNvSpPr/>
            <p:nvPr/>
          </p:nvSpPr>
          <p:spPr>
            <a:xfrm>
              <a:off x="844028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44"/>
            <p:cNvSpPr/>
            <p:nvPr/>
          </p:nvSpPr>
          <p:spPr>
            <a:xfrm>
              <a:off x="8559794"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44"/>
            <p:cNvSpPr/>
            <p:nvPr/>
          </p:nvSpPr>
          <p:spPr>
            <a:xfrm>
              <a:off x="8679308"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44"/>
            <p:cNvSpPr/>
            <p:nvPr/>
          </p:nvSpPr>
          <p:spPr>
            <a:xfrm>
              <a:off x="8798821" y="90694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Background 2">
  <p:cSld name="BLANK_1_1_1_1_1_1_1_1_1_1">
    <p:spTree>
      <p:nvGrpSpPr>
        <p:cNvPr id="1" name="Shape 24875"/>
        <p:cNvGrpSpPr/>
        <p:nvPr/>
      </p:nvGrpSpPr>
      <p:grpSpPr>
        <a:xfrm>
          <a:off x="0" y="0"/>
          <a:ext cx="0" cy="0"/>
          <a:chOff x="0" y="0"/>
          <a:chExt cx="0" cy="0"/>
        </a:xfrm>
      </p:grpSpPr>
      <p:grpSp>
        <p:nvGrpSpPr>
          <p:cNvPr id="24876" name="Google Shape;24876;p45"/>
          <p:cNvGrpSpPr/>
          <p:nvPr/>
        </p:nvGrpSpPr>
        <p:grpSpPr>
          <a:xfrm>
            <a:off x="313503" y="540001"/>
            <a:ext cx="8516819" cy="4063568"/>
            <a:chOff x="313503" y="540001"/>
            <a:chExt cx="8516819" cy="4063568"/>
          </a:xfrm>
        </p:grpSpPr>
        <p:sp>
          <p:nvSpPr>
            <p:cNvPr id="24877" name="Google Shape;24877;p45"/>
            <p:cNvSpPr/>
            <p:nvPr/>
          </p:nvSpPr>
          <p:spPr>
            <a:xfrm>
              <a:off x="31350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45"/>
            <p:cNvSpPr/>
            <p:nvPr/>
          </p:nvSpPr>
          <p:spPr>
            <a:xfrm>
              <a:off x="43301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45"/>
            <p:cNvSpPr/>
            <p:nvPr/>
          </p:nvSpPr>
          <p:spPr>
            <a:xfrm>
              <a:off x="55251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45"/>
            <p:cNvSpPr/>
            <p:nvPr/>
          </p:nvSpPr>
          <p:spPr>
            <a:xfrm>
              <a:off x="67202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45"/>
            <p:cNvSpPr/>
            <p:nvPr/>
          </p:nvSpPr>
          <p:spPr>
            <a:xfrm>
              <a:off x="79153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45"/>
            <p:cNvSpPr/>
            <p:nvPr/>
          </p:nvSpPr>
          <p:spPr>
            <a:xfrm>
              <a:off x="91104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45"/>
            <p:cNvSpPr/>
            <p:nvPr/>
          </p:nvSpPr>
          <p:spPr>
            <a:xfrm>
              <a:off x="103055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45"/>
            <p:cNvSpPr/>
            <p:nvPr/>
          </p:nvSpPr>
          <p:spPr>
            <a:xfrm>
              <a:off x="820125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45"/>
            <p:cNvSpPr/>
            <p:nvPr/>
          </p:nvSpPr>
          <p:spPr>
            <a:xfrm>
              <a:off x="832076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45"/>
            <p:cNvSpPr/>
            <p:nvPr/>
          </p:nvSpPr>
          <p:spPr>
            <a:xfrm>
              <a:off x="844028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45"/>
            <p:cNvSpPr/>
            <p:nvPr/>
          </p:nvSpPr>
          <p:spPr>
            <a:xfrm>
              <a:off x="855979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45"/>
            <p:cNvSpPr/>
            <p:nvPr/>
          </p:nvSpPr>
          <p:spPr>
            <a:xfrm>
              <a:off x="867930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45"/>
            <p:cNvSpPr/>
            <p:nvPr/>
          </p:nvSpPr>
          <p:spPr>
            <a:xfrm>
              <a:off x="879882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45"/>
            <p:cNvSpPr/>
            <p:nvPr/>
          </p:nvSpPr>
          <p:spPr>
            <a:xfrm>
              <a:off x="31350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45"/>
            <p:cNvSpPr/>
            <p:nvPr/>
          </p:nvSpPr>
          <p:spPr>
            <a:xfrm>
              <a:off x="43301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45"/>
            <p:cNvSpPr/>
            <p:nvPr/>
          </p:nvSpPr>
          <p:spPr>
            <a:xfrm>
              <a:off x="55251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45"/>
            <p:cNvSpPr/>
            <p:nvPr/>
          </p:nvSpPr>
          <p:spPr>
            <a:xfrm>
              <a:off x="67202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45"/>
            <p:cNvSpPr/>
            <p:nvPr/>
          </p:nvSpPr>
          <p:spPr>
            <a:xfrm>
              <a:off x="79153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45"/>
            <p:cNvSpPr/>
            <p:nvPr/>
          </p:nvSpPr>
          <p:spPr>
            <a:xfrm>
              <a:off x="91104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45"/>
            <p:cNvSpPr/>
            <p:nvPr/>
          </p:nvSpPr>
          <p:spPr>
            <a:xfrm>
              <a:off x="103055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45"/>
            <p:cNvSpPr/>
            <p:nvPr/>
          </p:nvSpPr>
          <p:spPr>
            <a:xfrm>
              <a:off x="820125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45"/>
            <p:cNvSpPr/>
            <p:nvPr/>
          </p:nvSpPr>
          <p:spPr>
            <a:xfrm>
              <a:off x="832076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45"/>
            <p:cNvSpPr/>
            <p:nvPr/>
          </p:nvSpPr>
          <p:spPr>
            <a:xfrm>
              <a:off x="844028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45"/>
            <p:cNvSpPr/>
            <p:nvPr/>
          </p:nvSpPr>
          <p:spPr>
            <a:xfrm>
              <a:off x="855979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45"/>
            <p:cNvSpPr/>
            <p:nvPr/>
          </p:nvSpPr>
          <p:spPr>
            <a:xfrm>
              <a:off x="867930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45"/>
            <p:cNvSpPr/>
            <p:nvPr/>
          </p:nvSpPr>
          <p:spPr>
            <a:xfrm>
              <a:off x="879882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45"/>
            <p:cNvSpPr/>
            <p:nvPr/>
          </p:nvSpPr>
          <p:spPr>
            <a:xfrm>
              <a:off x="31350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45"/>
            <p:cNvSpPr/>
            <p:nvPr/>
          </p:nvSpPr>
          <p:spPr>
            <a:xfrm>
              <a:off x="43301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45"/>
            <p:cNvSpPr/>
            <p:nvPr/>
          </p:nvSpPr>
          <p:spPr>
            <a:xfrm>
              <a:off x="55251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45"/>
            <p:cNvSpPr/>
            <p:nvPr/>
          </p:nvSpPr>
          <p:spPr>
            <a:xfrm>
              <a:off x="67202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45"/>
            <p:cNvSpPr/>
            <p:nvPr/>
          </p:nvSpPr>
          <p:spPr>
            <a:xfrm>
              <a:off x="79153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45"/>
            <p:cNvSpPr/>
            <p:nvPr/>
          </p:nvSpPr>
          <p:spPr>
            <a:xfrm>
              <a:off x="91104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45"/>
            <p:cNvSpPr/>
            <p:nvPr/>
          </p:nvSpPr>
          <p:spPr>
            <a:xfrm>
              <a:off x="103055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45"/>
            <p:cNvSpPr/>
            <p:nvPr/>
          </p:nvSpPr>
          <p:spPr>
            <a:xfrm>
              <a:off x="820125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45"/>
            <p:cNvSpPr/>
            <p:nvPr/>
          </p:nvSpPr>
          <p:spPr>
            <a:xfrm>
              <a:off x="832076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45"/>
            <p:cNvSpPr/>
            <p:nvPr/>
          </p:nvSpPr>
          <p:spPr>
            <a:xfrm>
              <a:off x="844028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45"/>
            <p:cNvSpPr/>
            <p:nvPr/>
          </p:nvSpPr>
          <p:spPr>
            <a:xfrm>
              <a:off x="855979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45"/>
            <p:cNvSpPr/>
            <p:nvPr/>
          </p:nvSpPr>
          <p:spPr>
            <a:xfrm>
              <a:off x="867930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45"/>
            <p:cNvSpPr/>
            <p:nvPr/>
          </p:nvSpPr>
          <p:spPr>
            <a:xfrm>
              <a:off x="879882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45"/>
            <p:cNvSpPr/>
            <p:nvPr/>
          </p:nvSpPr>
          <p:spPr>
            <a:xfrm>
              <a:off x="31350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45"/>
            <p:cNvSpPr/>
            <p:nvPr/>
          </p:nvSpPr>
          <p:spPr>
            <a:xfrm>
              <a:off x="43301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45"/>
            <p:cNvSpPr/>
            <p:nvPr/>
          </p:nvSpPr>
          <p:spPr>
            <a:xfrm>
              <a:off x="55251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45"/>
            <p:cNvSpPr/>
            <p:nvPr/>
          </p:nvSpPr>
          <p:spPr>
            <a:xfrm>
              <a:off x="67202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45"/>
            <p:cNvSpPr/>
            <p:nvPr/>
          </p:nvSpPr>
          <p:spPr>
            <a:xfrm>
              <a:off x="79153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45"/>
            <p:cNvSpPr/>
            <p:nvPr/>
          </p:nvSpPr>
          <p:spPr>
            <a:xfrm>
              <a:off x="91104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45"/>
            <p:cNvSpPr/>
            <p:nvPr/>
          </p:nvSpPr>
          <p:spPr>
            <a:xfrm>
              <a:off x="103055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45"/>
            <p:cNvSpPr/>
            <p:nvPr/>
          </p:nvSpPr>
          <p:spPr>
            <a:xfrm>
              <a:off x="820125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45"/>
            <p:cNvSpPr/>
            <p:nvPr/>
          </p:nvSpPr>
          <p:spPr>
            <a:xfrm>
              <a:off x="832076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45"/>
            <p:cNvSpPr/>
            <p:nvPr/>
          </p:nvSpPr>
          <p:spPr>
            <a:xfrm>
              <a:off x="844028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45"/>
            <p:cNvSpPr/>
            <p:nvPr/>
          </p:nvSpPr>
          <p:spPr>
            <a:xfrm>
              <a:off x="855979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45"/>
            <p:cNvSpPr/>
            <p:nvPr/>
          </p:nvSpPr>
          <p:spPr>
            <a:xfrm>
              <a:off x="867930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45"/>
            <p:cNvSpPr/>
            <p:nvPr/>
          </p:nvSpPr>
          <p:spPr>
            <a:xfrm>
              <a:off x="879882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45"/>
            <p:cNvSpPr/>
            <p:nvPr/>
          </p:nvSpPr>
          <p:spPr>
            <a:xfrm>
              <a:off x="31350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45"/>
            <p:cNvSpPr/>
            <p:nvPr/>
          </p:nvSpPr>
          <p:spPr>
            <a:xfrm>
              <a:off x="43301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45"/>
            <p:cNvSpPr/>
            <p:nvPr/>
          </p:nvSpPr>
          <p:spPr>
            <a:xfrm>
              <a:off x="55251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45"/>
            <p:cNvSpPr/>
            <p:nvPr/>
          </p:nvSpPr>
          <p:spPr>
            <a:xfrm>
              <a:off x="67202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45"/>
            <p:cNvSpPr/>
            <p:nvPr/>
          </p:nvSpPr>
          <p:spPr>
            <a:xfrm>
              <a:off x="79153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45"/>
            <p:cNvSpPr/>
            <p:nvPr/>
          </p:nvSpPr>
          <p:spPr>
            <a:xfrm>
              <a:off x="91104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45"/>
            <p:cNvSpPr/>
            <p:nvPr/>
          </p:nvSpPr>
          <p:spPr>
            <a:xfrm>
              <a:off x="103055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45"/>
            <p:cNvSpPr/>
            <p:nvPr/>
          </p:nvSpPr>
          <p:spPr>
            <a:xfrm>
              <a:off x="820125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45"/>
            <p:cNvSpPr/>
            <p:nvPr/>
          </p:nvSpPr>
          <p:spPr>
            <a:xfrm>
              <a:off x="832076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45"/>
            <p:cNvSpPr/>
            <p:nvPr/>
          </p:nvSpPr>
          <p:spPr>
            <a:xfrm>
              <a:off x="844028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45"/>
            <p:cNvSpPr/>
            <p:nvPr/>
          </p:nvSpPr>
          <p:spPr>
            <a:xfrm>
              <a:off x="855979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45"/>
            <p:cNvSpPr/>
            <p:nvPr/>
          </p:nvSpPr>
          <p:spPr>
            <a:xfrm>
              <a:off x="867930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45"/>
            <p:cNvSpPr/>
            <p:nvPr/>
          </p:nvSpPr>
          <p:spPr>
            <a:xfrm>
              <a:off x="879882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45"/>
            <p:cNvSpPr/>
            <p:nvPr/>
          </p:nvSpPr>
          <p:spPr>
            <a:xfrm>
              <a:off x="31350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45"/>
            <p:cNvSpPr/>
            <p:nvPr/>
          </p:nvSpPr>
          <p:spPr>
            <a:xfrm>
              <a:off x="43301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45"/>
            <p:cNvSpPr/>
            <p:nvPr/>
          </p:nvSpPr>
          <p:spPr>
            <a:xfrm>
              <a:off x="55251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45"/>
            <p:cNvSpPr/>
            <p:nvPr/>
          </p:nvSpPr>
          <p:spPr>
            <a:xfrm>
              <a:off x="67202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45"/>
            <p:cNvSpPr/>
            <p:nvPr/>
          </p:nvSpPr>
          <p:spPr>
            <a:xfrm>
              <a:off x="79153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45"/>
            <p:cNvSpPr/>
            <p:nvPr/>
          </p:nvSpPr>
          <p:spPr>
            <a:xfrm>
              <a:off x="91104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45"/>
            <p:cNvSpPr/>
            <p:nvPr/>
          </p:nvSpPr>
          <p:spPr>
            <a:xfrm>
              <a:off x="103055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45"/>
            <p:cNvSpPr/>
            <p:nvPr/>
          </p:nvSpPr>
          <p:spPr>
            <a:xfrm>
              <a:off x="820125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45"/>
            <p:cNvSpPr/>
            <p:nvPr/>
          </p:nvSpPr>
          <p:spPr>
            <a:xfrm>
              <a:off x="832076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45"/>
            <p:cNvSpPr/>
            <p:nvPr/>
          </p:nvSpPr>
          <p:spPr>
            <a:xfrm>
              <a:off x="844028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45"/>
            <p:cNvSpPr/>
            <p:nvPr/>
          </p:nvSpPr>
          <p:spPr>
            <a:xfrm>
              <a:off x="855979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45"/>
            <p:cNvSpPr/>
            <p:nvPr/>
          </p:nvSpPr>
          <p:spPr>
            <a:xfrm>
              <a:off x="867930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45"/>
            <p:cNvSpPr/>
            <p:nvPr/>
          </p:nvSpPr>
          <p:spPr>
            <a:xfrm>
              <a:off x="879882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45"/>
            <p:cNvSpPr/>
            <p:nvPr/>
          </p:nvSpPr>
          <p:spPr>
            <a:xfrm>
              <a:off x="31350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45"/>
            <p:cNvSpPr/>
            <p:nvPr/>
          </p:nvSpPr>
          <p:spPr>
            <a:xfrm>
              <a:off x="43301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45"/>
            <p:cNvSpPr/>
            <p:nvPr/>
          </p:nvSpPr>
          <p:spPr>
            <a:xfrm>
              <a:off x="55251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45"/>
            <p:cNvSpPr/>
            <p:nvPr/>
          </p:nvSpPr>
          <p:spPr>
            <a:xfrm>
              <a:off x="67202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45"/>
            <p:cNvSpPr/>
            <p:nvPr/>
          </p:nvSpPr>
          <p:spPr>
            <a:xfrm>
              <a:off x="79153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45"/>
            <p:cNvSpPr/>
            <p:nvPr/>
          </p:nvSpPr>
          <p:spPr>
            <a:xfrm>
              <a:off x="91104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45"/>
            <p:cNvSpPr/>
            <p:nvPr/>
          </p:nvSpPr>
          <p:spPr>
            <a:xfrm>
              <a:off x="103055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45"/>
            <p:cNvSpPr/>
            <p:nvPr/>
          </p:nvSpPr>
          <p:spPr>
            <a:xfrm>
              <a:off x="820125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45"/>
            <p:cNvSpPr/>
            <p:nvPr/>
          </p:nvSpPr>
          <p:spPr>
            <a:xfrm>
              <a:off x="832076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45"/>
            <p:cNvSpPr/>
            <p:nvPr/>
          </p:nvSpPr>
          <p:spPr>
            <a:xfrm>
              <a:off x="844028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45"/>
            <p:cNvSpPr/>
            <p:nvPr/>
          </p:nvSpPr>
          <p:spPr>
            <a:xfrm>
              <a:off x="855979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45"/>
            <p:cNvSpPr/>
            <p:nvPr/>
          </p:nvSpPr>
          <p:spPr>
            <a:xfrm>
              <a:off x="867930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45"/>
            <p:cNvSpPr/>
            <p:nvPr/>
          </p:nvSpPr>
          <p:spPr>
            <a:xfrm>
              <a:off x="879882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45"/>
            <p:cNvSpPr/>
            <p:nvPr/>
          </p:nvSpPr>
          <p:spPr>
            <a:xfrm>
              <a:off x="31350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45"/>
            <p:cNvSpPr/>
            <p:nvPr/>
          </p:nvSpPr>
          <p:spPr>
            <a:xfrm>
              <a:off x="43301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45"/>
            <p:cNvSpPr/>
            <p:nvPr/>
          </p:nvSpPr>
          <p:spPr>
            <a:xfrm>
              <a:off x="55251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45"/>
            <p:cNvSpPr/>
            <p:nvPr/>
          </p:nvSpPr>
          <p:spPr>
            <a:xfrm>
              <a:off x="67202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45"/>
            <p:cNvSpPr/>
            <p:nvPr/>
          </p:nvSpPr>
          <p:spPr>
            <a:xfrm>
              <a:off x="79153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45"/>
            <p:cNvSpPr/>
            <p:nvPr/>
          </p:nvSpPr>
          <p:spPr>
            <a:xfrm>
              <a:off x="91104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45"/>
            <p:cNvSpPr/>
            <p:nvPr/>
          </p:nvSpPr>
          <p:spPr>
            <a:xfrm>
              <a:off x="103055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45"/>
            <p:cNvSpPr/>
            <p:nvPr/>
          </p:nvSpPr>
          <p:spPr>
            <a:xfrm>
              <a:off x="820125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45"/>
            <p:cNvSpPr/>
            <p:nvPr/>
          </p:nvSpPr>
          <p:spPr>
            <a:xfrm>
              <a:off x="832076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45"/>
            <p:cNvSpPr/>
            <p:nvPr/>
          </p:nvSpPr>
          <p:spPr>
            <a:xfrm>
              <a:off x="844028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45"/>
            <p:cNvSpPr/>
            <p:nvPr/>
          </p:nvSpPr>
          <p:spPr>
            <a:xfrm>
              <a:off x="855979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45"/>
            <p:cNvSpPr/>
            <p:nvPr/>
          </p:nvSpPr>
          <p:spPr>
            <a:xfrm>
              <a:off x="867930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45"/>
            <p:cNvSpPr/>
            <p:nvPr/>
          </p:nvSpPr>
          <p:spPr>
            <a:xfrm>
              <a:off x="879882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45"/>
            <p:cNvSpPr/>
            <p:nvPr/>
          </p:nvSpPr>
          <p:spPr>
            <a:xfrm>
              <a:off x="31350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45"/>
            <p:cNvSpPr/>
            <p:nvPr/>
          </p:nvSpPr>
          <p:spPr>
            <a:xfrm>
              <a:off x="43301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45"/>
            <p:cNvSpPr/>
            <p:nvPr/>
          </p:nvSpPr>
          <p:spPr>
            <a:xfrm>
              <a:off x="55251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45"/>
            <p:cNvSpPr/>
            <p:nvPr/>
          </p:nvSpPr>
          <p:spPr>
            <a:xfrm>
              <a:off x="67202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45"/>
            <p:cNvSpPr/>
            <p:nvPr/>
          </p:nvSpPr>
          <p:spPr>
            <a:xfrm>
              <a:off x="79153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45"/>
            <p:cNvSpPr/>
            <p:nvPr/>
          </p:nvSpPr>
          <p:spPr>
            <a:xfrm>
              <a:off x="91104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45"/>
            <p:cNvSpPr/>
            <p:nvPr/>
          </p:nvSpPr>
          <p:spPr>
            <a:xfrm>
              <a:off x="103055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45"/>
            <p:cNvSpPr/>
            <p:nvPr/>
          </p:nvSpPr>
          <p:spPr>
            <a:xfrm>
              <a:off x="820125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45"/>
            <p:cNvSpPr/>
            <p:nvPr/>
          </p:nvSpPr>
          <p:spPr>
            <a:xfrm>
              <a:off x="832076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45"/>
            <p:cNvSpPr/>
            <p:nvPr/>
          </p:nvSpPr>
          <p:spPr>
            <a:xfrm>
              <a:off x="844028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45"/>
            <p:cNvSpPr/>
            <p:nvPr/>
          </p:nvSpPr>
          <p:spPr>
            <a:xfrm>
              <a:off x="855979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45"/>
            <p:cNvSpPr/>
            <p:nvPr/>
          </p:nvSpPr>
          <p:spPr>
            <a:xfrm>
              <a:off x="867930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45"/>
            <p:cNvSpPr/>
            <p:nvPr/>
          </p:nvSpPr>
          <p:spPr>
            <a:xfrm>
              <a:off x="879882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45"/>
            <p:cNvSpPr/>
            <p:nvPr/>
          </p:nvSpPr>
          <p:spPr>
            <a:xfrm>
              <a:off x="31350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45"/>
            <p:cNvSpPr/>
            <p:nvPr/>
          </p:nvSpPr>
          <p:spPr>
            <a:xfrm>
              <a:off x="43301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45"/>
            <p:cNvSpPr/>
            <p:nvPr/>
          </p:nvSpPr>
          <p:spPr>
            <a:xfrm>
              <a:off x="55251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45"/>
            <p:cNvSpPr/>
            <p:nvPr/>
          </p:nvSpPr>
          <p:spPr>
            <a:xfrm>
              <a:off x="67202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45"/>
            <p:cNvSpPr/>
            <p:nvPr/>
          </p:nvSpPr>
          <p:spPr>
            <a:xfrm>
              <a:off x="79153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45"/>
            <p:cNvSpPr/>
            <p:nvPr/>
          </p:nvSpPr>
          <p:spPr>
            <a:xfrm>
              <a:off x="91104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45"/>
            <p:cNvSpPr/>
            <p:nvPr/>
          </p:nvSpPr>
          <p:spPr>
            <a:xfrm>
              <a:off x="103055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45"/>
            <p:cNvSpPr/>
            <p:nvPr/>
          </p:nvSpPr>
          <p:spPr>
            <a:xfrm>
              <a:off x="820125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45"/>
            <p:cNvSpPr/>
            <p:nvPr/>
          </p:nvSpPr>
          <p:spPr>
            <a:xfrm>
              <a:off x="832076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45"/>
            <p:cNvSpPr/>
            <p:nvPr/>
          </p:nvSpPr>
          <p:spPr>
            <a:xfrm>
              <a:off x="844028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45"/>
            <p:cNvSpPr/>
            <p:nvPr/>
          </p:nvSpPr>
          <p:spPr>
            <a:xfrm>
              <a:off x="855979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45"/>
            <p:cNvSpPr/>
            <p:nvPr/>
          </p:nvSpPr>
          <p:spPr>
            <a:xfrm>
              <a:off x="867930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45"/>
            <p:cNvSpPr/>
            <p:nvPr/>
          </p:nvSpPr>
          <p:spPr>
            <a:xfrm>
              <a:off x="879882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45"/>
            <p:cNvSpPr/>
            <p:nvPr/>
          </p:nvSpPr>
          <p:spPr>
            <a:xfrm>
              <a:off x="31350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45"/>
            <p:cNvSpPr/>
            <p:nvPr/>
          </p:nvSpPr>
          <p:spPr>
            <a:xfrm>
              <a:off x="43301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45"/>
            <p:cNvSpPr/>
            <p:nvPr/>
          </p:nvSpPr>
          <p:spPr>
            <a:xfrm>
              <a:off x="55251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45"/>
            <p:cNvSpPr/>
            <p:nvPr/>
          </p:nvSpPr>
          <p:spPr>
            <a:xfrm>
              <a:off x="67202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45"/>
            <p:cNvSpPr/>
            <p:nvPr/>
          </p:nvSpPr>
          <p:spPr>
            <a:xfrm>
              <a:off x="79153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45"/>
            <p:cNvSpPr/>
            <p:nvPr/>
          </p:nvSpPr>
          <p:spPr>
            <a:xfrm>
              <a:off x="91104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45"/>
            <p:cNvSpPr/>
            <p:nvPr/>
          </p:nvSpPr>
          <p:spPr>
            <a:xfrm>
              <a:off x="103055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45"/>
            <p:cNvSpPr/>
            <p:nvPr/>
          </p:nvSpPr>
          <p:spPr>
            <a:xfrm>
              <a:off x="820125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45"/>
            <p:cNvSpPr/>
            <p:nvPr/>
          </p:nvSpPr>
          <p:spPr>
            <a:xfrm>
              <a:off x="832076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45"/>
            <p:cNvSpPr/>
            <p:nvPr/>
          </p:nvSpPr>
          <p:spPr>
            <a:xfrm>
              <a:off x="844028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45"/>
            <p:cNvSpPr/>
            <p:nvPr/>
          </p:nvSpPr>
          <p:spPr>
            <a:xfrm>
              <a:off x="855979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45"/>
            <p:cNvSpPr/>
            <p:nvPr/>
          </p:nvSpPr>
          <p:spPr>
            <a:xfrm>
              <a:off x="867930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45"/>
            <p:cNvSpPr/>
            <p:nvPr/>
          </p:nvSpPr>
          <p:spPr>
            <a:xfrm>
              <a:off x="879882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45"/>
            <p:cNvSpPr/>
            <p:nvPr/>
          </p:nvSpPr>
          <p:spPr>
            <a:xfrm>
              <a:off x="31350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45"/>
            <p:cNvSpPr/>
            <p:nvPr/>
          </p:nvSpPr>
          <p:spPr>
            <a:xfrm>
              <a:off x="43301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45"/>
            <p:cNvSpPr/>
            <p:nvPr/>
          </p:nvSpPr>
          <p:spPr>
            <a:xfrm>
              <a:off x="55251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45"/>
            <p:cNvSpPr/>
            <p:nvPr/>
          </p:nvSpPr>
          <p:spPr>
            <a:xfrm>
              <a:off x="67202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45"/>
            <p:cNvSpPr/>
            <p:nvPr/>
          </p:nvSpPr>
          <p:spPr>
            <a:xfrm>
              <a:off x="79153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45"/>
            <p:cNvSpPr/>
            <p:nvPr/>
          </p:nvSpPr>
          <p:spPr>
            <a:xfrm>
              <a:off x="91104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45"/>
            <p:cNvSpPr/>
            <p:nvPr/>
          </p:nvSpPr>
          <p:spPr>
            <a:xfrm>
              <a:off x="103055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45"/>
            <p:cNvSpPr/>
            <p:nvPr/>
          </p:nvSpPr>
          <p:spPr>
            <a:xfrm>
              <a:off x="820125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45"/>
            <p:cNvSpPr/>
            <p:nvPr/>
          </p:nvSpPr>
          <p:spPr>
            <a:xfrm>
              <a:off x="832076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45"/>
            <p:cNvSpPr/>
            <p:nvPr/>
          </p:nvSpPr>
          <p:spPr>
            <a:xfrm>
              <a:off x="844028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45"/>
            <p:cNvSpPr/>
            <p:nvPr/>
          </p:nvSpPr>
          <p:spPr>
            <a:xfrm>
              <a:off x="855979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45"/>
            <p:cNvSpPr/>
            <p:nvPr/>
          </p:nvSpPr>
          <p:spPr>
            <a:xfrm>
              <a:off x="867930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45"/>
            <p:cNvSpPr/>
            <p:nvPr/>
          </p:nvSpPr>
          <p:spPr>
            <a:xfrm>
              <a:off x="879882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45"/>
            <p:cNvSpPr/>
            <p:nvPr/>
          </p:nvSpPr>
          <p:spPr>
            <a:xfrm>
              <a:off x="31350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45"/>
            <p:cNvSpPr/>
            <p:nvPr/>
          </p:nvSpPr>
          <p:spPr>
            <a:xfrm>
              <a:off x="43301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45"/>
            <p:cNvSpPr/>
            <p:nvPr/>
          </p:nvSpPr>
          <p:spPr>
            <a:xfrm>
              <a:off x="55251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45"/>
            <p:cNvSpPr/>
            <p:nvPr/>
          </p:nvSpPr>
          <p:spPr>
            <a:xfrm>
              <a:off x="67202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45"/>
            <p:cNvSpPr/>
            <p:nvPr/>
          </p:nvSpPr>
          <p:spPr>
            <a:xfrm>
              <a:off x="79153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45"/>
            <p:cNvSpPr/>
            <p:nvPr/>
          </p:nvSpPr>
          <p:spPr>
            <a:xfrm>
              <a:off x="91104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45"/>
            <p:cNvSpPr/>
            <p:nvPr/>
          </p:nvSpPr>
          <p:spPr>
            <a:xfrm>
              <a:off x="103055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45"/>
            <p:cNvSpPr/>
            <p:nvPr/>
          </p:nvSpPr>
          <p:spPr>
            <a:xfrm>
              <a:off x="820125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45"/>
            <p:cNvSpPr/>
            <p:nvPr/>
          </p:nvSpPr>
          <p:spPr>
            <a:xfrm>
              <a:off x="832076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45"/>
            <p:cNvSpPr/>
            <p:nvPr/>
          </p:nvSpPr>
          <p:spPr>
            <a:xfrm>
              <a:off x="844028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45"/>
            <p:cNvSpPr/>
            <p:nvPr/>
          </p:nvSpPr>
          <p:spPr>
            <a:xfrm>
              <a:off x="855979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45"/>
            <p:cNvSpPr/>
            <p:nvPr/>
          </p:nvSpPr>
          <p:spPr>
            <a:xfrm>
              <a:off x="867930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45"/>
            <p:cNvSpPr/>
            <p:nvPr/>
          </p:nvSpPr>
          <p:spPr>
            <a:xfrm>
              <a:off x="879882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45"/>
            <p:cNvSpPr/>
            <p:nvPr/>
          </p:nvSpPr>
          <p:spPr>
            <a:xfrm>
              <a:off x="31350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45"/>
            <p:cNvSpPr/>
            <p:nvPr/>
          </p:nvSpPr>
          <p:spPr>
            <a:xfrm>
              <a:off x="43301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45"/>
            <p:cNvSpPr/>
            <p:nvPr/>
          </p:nvSpPr>
          <p:spPr>
            <a:xfrm>
              <a:off x="55251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45"/>
            <p:cNvSpPr/>
            <p:nvPr/>
          </p:nvSpPr>
          <p:spPr>
            <a:xfrm>
              <a:off x="67202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45"/>
            <p:cNvSpPr/>
            <p:nvPr/>
          </p:nvSpPr>
          <p:spPr>
            <a:xfrm>
              <a:off x="79153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45"/>
            <p:cNvSpPr/>
            <p:nvPr/>
          </p:nvSpPr>
          <p:spPr>
            <a:xfrm>
              <a:off x="91104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45"/>
            <p:cNvSpPr/>
            <p:nvPr/>
          </p:nvSpPr>
          <p:spPr>
            <a:xfrm>
              <a:off x="103055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45"/>
            <p:cNvSpPr/>
            <p:nvPr/>
          </p:nvSpPr>
          <p:spPr>
            <a:xfrm>
              <a:off x="820125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45"/>
            <p:cNvSpPr/>
            <p:nvPr/>
          </p:nvSpPr>
          <p:spPr>
            <a:xfrm>
              <a:off x="832076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45"/>
            <p:cNvSpPr/>
            <p:nvPr/>
          </p:nvSpPr>
          <p:spPr>
            <a:xfrm>
              <a:off x="844028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45"/>
            <p:cNvSpPr/>
            <p:nvPr/>
          </p:nvSpPr>
          <p:spPr>
            <a:xfrm>
              <a:off x="855979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45"/>
            <p:cNvSpPr/>
            <p:nvPr/>
          </p:nvSpPr>
          <p:spPr>
            <a:xfrm>
              <a:off x="867930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45"/>
            <p:cNvSpPr/>
            <p:nvPr/>
          </p:nvSpPr>
          <p:spPr>
            <a:xfrm>
              <a:off x="879882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45"/>
            <p:cNvSpPr/>
            <p:nvPr/>
          </p:nvSpPr>
          <p:spPr>
            <a:xfrm>
              <a:off x="31350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45"/>
            <p:cNvSpPr/>
            <p:nvPr/>
          </p:nvSpPr>
          <p:spPr>
            <a:xfrm>
              <a:off x="43301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45"/>
            <p:cNvSpPr/>
            <p:nvPr/>
          </p:nvSpPr>
          <p:spPr>
            <a:xfrm>
              <a:off x="55251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45"/>
            <p:cNvSpPr/>
            <p:nvPr/>
          </p:nvSpPr>
          <p:spPr>
            <a:xfrm>
              <a:off x="67202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45"/>
            <p:cNvSpPr/>
            <p:nvPr/>
          </p:nvSpPr>
          <p:spPr>
            <a:xfrm>
              <a:off x="79153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45"/>
            <p:cNvSpPr/>
            <p:nvPr/>
          </p:nvSpPr>
          <p:spPr>
            <a:xfrm>
              <a:off x="91104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45"/>
            <p:cNvSpPr/>
            <p:nvPr/>
          </p:nvSpPr>
          <p:spPr>
            <a:xfrm>
              <a:off x="103055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45"/>
            <p:cNvSpPr/>
            <p:nvPr/>
          </p:nvSpPr>
          <p:spPr>
            <a:xfrm>
              <a:off x="820125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45"/>
            <p:cNvSpPr/>
            <p:nvPr/>
          </p:nvSpPr>
          <p:spPr>
            <a:xfrm>
              <a:off x="832076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45"/>
            <p:cNvSpPr/>
            <p:nvPr/>
          </p:nvSpPr>
          <p:spPr>
            <a:xfrm>
              <a:off x="844028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45"/>
            <p:cNvSpPr/>
            <p:nvPr/>
          </p:nvSpPr>
          <p:spPr>
            <a:xfrm>
              <a:off x="855979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45"/>
            <p:cNvSpPr/>
            <p:nvPr/>
          </p:nvSpPr>
          <p:spPr>
            <a:xfrm>
              <a:off x="867930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45"/>
            <p:cNvSpPr/>
            <p:nvPr/>
          </p:nvSpPr>
          <p:spPr>
            <a:xfrm>
              <a:off x="879882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45"/>
            <p:cNvSpPr/>
            <p:nvPr/>
          </p:nvSpPr>
          <p:spPr>
            <a:xfrm>
              <a:off x="31350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45"/>
            <p:cNvSpPr/>
            <p:nvPr/>
          </p:nvSpPr>
          <p:spPr>
            <a:xfrm>
              <a:off x="43301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45"/>
            <p:cNvSpPr/>
            <p:nvPr/>
          </p:nvSpPr>
          <p:spPr>
            <a:xfrm>
              <a:off x="55251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45"/>
            <p:cNvSpPr/>
            <p:nvPr/>
          </p:nvSpPr>
          <p:spPr>
            <a:xfrm>
              <a:off x="67202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45"/>
            <p:cNvSpPr/>
            <p:nvPr/>
          </p:nvSpPr>
          <p:spPr>
            <a:xfrm>
              <a:off x="79153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45"/>
            <p:cNvSpPr/>
            <p:nvPr/>
          </p:nvSpPr>
          <p:spPr>
            <a:xfrm>
              <a:off x="91104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45"/>
            <p:cNvSpPr/>
            <p:nvPr/>
          </p:nvSpPr>
          <p:spPr>
            <a:xfrm>
              <a:off x="103055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45"/>
            <p:cNvSpPr/>
            <p:nvPr/>
          </p:nvSpPr>
          <p:spPr>
            <a:xfrm>
              <a:off x="820125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45"/>
            <p:cNvSpPr/>
            <p:nvPr/>
          </p:nvSpPr>
          <p:spPr>
            <a:xfrm>
              <a:off x="832076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45"/>
            <p:cNvSpPr/>
            <p:nvPr/>
          </p:nvSpPr>
          <p:spPr>
            <a:xfrm>
              <a:off x="844028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45"/>
            <p:cNvSpPr/>
            <p:nvPr/>
          </p:nvSpPr>
          <p:spPr>
            <a:xfrm>
              <a:off x="855979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45"/>
            <p:cNvSpPr/>
            <p:nvPr/>
          </p:nvSpPr>
          <p:spPr>
            <a:xfrm>
              <a:off x="867930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45"/>
            <p:cNvSpPr/>
            <p:nvPr/>
          </p:nvSpPr>
          <p:spPr>
            <a:xfrm>
              <a:off x="879882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45"/>
            <p:cNvSpPr/>
            <p:nvPr/>
          </p:nvSpPr>
          <p:spPr>
            <a:xfrm>
              <a:off x="31350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45"/>
            <p:cNvSpPr/>
            <p:nvPr/>
          </p:nvSpPr>
          <p:spPr>
            <a:xfrm>
              <a:off x="43301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45"/>
            <p:cNvSpPr/>
            <p:nvPr/>
          </p:nvSpPr>
          <p:spPr>
            <a:xfrm>
              <a:off x="55251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45"/>
            <p:cNvSpPr/>
            <p:nvPr/>
          </p:nvSpPr>
          <p:spPr>
            <a:xfrm>
              <a:off x="67202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45"/>
            <p:cNvSpPr/>
            <p:nvPr/>
          </p:nvSpPr>
          <p:spPr>
            <a:xfrm>
              <a:off x="79153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45"/>
            <p:cNvSpPr/>
            <p:nvPr/>
          </p:nvSpPr>
          <p:spPr>
            <a:xfrm>
              <a:off x="91104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45"/>
            <p:cNvSpPr/>
            <p:nvPr/>
          </p:nvSpPr>
          <p:spPr>
            <a:xfrm>
              <a:off x="103055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45"/>
            <p:cNvSpPr/>
            <p:nvPr/>
          </p:nvSpPr>
          <p:spPr>
            <a:xfrm>
              <a:off x="820125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45"/>
            <p:cNvSpPr/>
            <p:nvPr/>
          </p:nvSpPr>
          <p:spPr>
            <a:xfrm>
              <a:off x="832076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45"/>
            <p:cNvSpPr/>
            <p:nvPr/>
          </p:nvSpPr>
          <p:spPr>
            <a:xfrm>
              <a:off x="844028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45"/>
            <p:cNvSpPr/>
            <p:nvPr/>
          </p:nvSpPr>
          <p:spPr>
            <a:xfrm>
              <a:off x="855979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45"/>
            <p:cNvSpPr/>
            <p:nvPr/>
          </p:nvSpPr>
          <p:spPr>
            <a:xfrm>
              <a:off x="867930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45"/>
            <p:cNvSpPr/>
            <p:nvPr/>
          </p:nvSpPr>
          <p:spPr>
            <a:xfrm>
              <a:off x="879882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45"/>
            <p:cNvSpPr/>
            <p:nvPr/>
          </p:nvSpPr>
          <p:spPr>
            <a:xfrm>
              <a:off x="31350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45"/>
            <p:cNvSpPr/>
            <p:nvPr/>
          </p:nvSpPr>
          <p:spPr>
            <a:xfrm>
              <a:off x="43301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45"/>
            <p:cNvSpPr/>
            <p:nvPr/>
          </p:nvSpPr>
          <p:spPr>
            <a:xfrm>
              <a:off x="55251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45"/>
            <p:cNvSpPr/>
            <p:nvPr/>
          </p:nvSpPr>
          <p:spPr>
            <a:xfrm>
              <a:off x="67202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45"/>
            <p:cNvSpPr/>
            <p:nvPr/>
          </p:nvSpPr>
          <p:spPr>
            <a:xfrm>
              <a:off x="79153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45"/>
            <p:cNvSpPr/>
            <p:nvPr/>
          </p:nvSpPr>
          <p:spPr>
            <a:xfrm>
              <a:off x="91104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45"/>
            <p:cNvSpPr/>
            <p:nvPr/>
          </p:nvSpPr>
          <p:spPr>
            <a:xfrm>
              <a:off x="103055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45"/>
            <p:cNvSpPr/>
            <p:nvPr/>
          </p:nvSpPr>
          <p:spPr>
            <a:xfrm>
              <a:off x="820125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45"/>
            <p:cNvSpPr/>
            <p:nvPr/>
          </p:nvSpPr>
          <p:spPr>
            <a:xfrm>
              <a:off x="832076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45"/>
            <p:cNvSpPr/>
            <p:nvPr/>
          </p:nvSpPr>
          <p:spPr>
            <a:xfrm>
              <a:off x="844028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45"/>
            <p:cNvSpPr/>
            <p:nvPr/>
          </p:nvSpPr>
          <p:spPr>
            <a:xfrm>
              <a:off x="855979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45"/>
            <p:cNvSpPr/>
            <p:nvPr/>
          </p:nvSpPr>
          <p:spPr>
            <a:xfrm>
              <a:off x="867930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45"/>
            <p:cNvSpPr/>
            <p:nvPr/>
          </p:nvSpPr>
          <p:spPr>
            <a:xfrm>
              <a:off x="879882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45"/>
            <p:cNvSpPr/>
            <p:nvPr/>
          </p:nvSpPr>
          <p:spPr>
            <a:xfrm>
              <a:off x="31350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45"/>
            <p:cNvSpPr/>
            <p:nvPr/>
          </p:nvSpPr>
          <p:spPr>
            <a:xfrm>
              <a:off x="43301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45"/>
            <p:cNvSpPr/>
            <p:nvPr/>
          </p:nvSpPr>
          <p:spPr>
            <a:xfrm>
              <a:off x="55251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45"/>
            <p:cNvSpPr/>
            <p:nvPr/>
          </p:nvSpPr>
          <p:spPr>
            <a:xfrm>
              <a:off x="67202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45"/>
            <p:cNvSpPr/>
            <p:nvPr/>
          </p:nvSpPr>
          <p:spPr>
            <a:xfrm>
              <a:off x="79153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45"/>
            <p:cNvSpPr/>
            <p:nvPr/>
          </p:nvSpPr>
          <p:spPr>
            <a:xfrm>
              <a:off x="91104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45"/>
            <p:cNvSpPr/>
            <p:nvPr/>
          </p:nvSpPr>
          <p:spPr>
            <a:xfrm>
              <a:off x="103055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45"/>
            <p:cNvSpPr/>
            <p:nvPr/>
          </p:nvSpPr>
          <p:spPr>
            <a:xfrm>
              <a:off x="820125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45"/>
            <p:cNvSpPr/>
            <p:nvPr/>
          </p:nvSpPr>
          <p:spPr>
            <a:xfrm>
              <a:off x="832076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45"/>
            <p:cNvSpPr/>
            <p:nvPr/>
          </p:nvSpPr>
          <p:spPr>
            <a:xfrm>
              <a:off x="844028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45"/>
            <p:cNvSpPr/>
            <p:nvPr/>
          </p:nvSpPr>
          <p:spPr>
            <a:xfrm>
              <a:off x="855979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45"/>
            <p:cNvSpPr/>
            <p:nvPr/>
          </p:nvSpPr>
          <p:spPr>
            <a:xfrm>
              <a:off x="867930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45"/>
            <p:cNvSpPr/>
            <p:nvPr/>
          </p:nvSpPr>
          <p:spPr>
            <a:xfrm>
              <a:off x="879882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45"/>
            <p:cNvSpPr/>
            <p:nvPr/>
          </p:nvSpPr>
          <p:spPr>
            <a:xfrm>
              <a:off x="31350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45"/>
            <p:cNvSpPr/>
            <p:nvPr/>
          </p:nvSpPr>
          <p:spPr>
            <a:xfrm>
              <a:off x="43301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45"/>
            <p:cNvSpPr/>
            <p:nvPr/>
          </p:nvSpPr>
          <p:spPr>
            <a:xfrm>
              <a:off x="55251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45"/>
            <p:cNvSpPr/>
            <p:nvPr/>
          </p:nvSpPr>
          <p:spPr>
            <a:xfrm>
              <a:off x="67202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45"/>
            <p:cNvSpPr/>
            <p:nvPr/>
          </p:nvSpPr>
          <p:spPr>
            <a:xfrm>
              <a:off x="79153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45"/>
            <p:cNvSpPr/>
            <p:nvPr/>
          </p:nvSpPr>
          <p:spPr>
            <a:xfrm>
              <a:off x="91104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45"/>
            <p:cNvSpPr/>
            <p:nvPr/>
          </p:nvSpPr>
          <p:spPr>
            <a:xfrm>
              <a:off x="103055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45"/>
            <p:cNvSpPr/>
            <p:nvPr/>
          </p:nvSpPr>
          <p:spPr>
            <a:xfrm>
              <a:off x="820125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45"/>
            <p:cNvSpPr/>
            <p:nvPr/>
          </p:nvSpPr>
          <p:spPr>
            <a:xfrm>
              <a:off x="832076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45"/>
            <p:cNvSpPr/>
            <p:nvPr/>
          </p:nvSpPr>
          <p:spPr>
            <a:xfrm>
              <a:off x="844028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45"/>
            <p:cNvSpPr/>
            <p:nvPr/>
          </p:nvSpPr>
          <p:spPr>
            <a:xfrm>
              <a:off x="855979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45"/>
            <p:cNvSpPr/>
            <p:nvPr/>
          </p:nvSpPr>
          <p:spPr>
            <a:xfrm>
              <a:off x="867930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45"/>
            <p:cNvSpPr/>
            <p:nvPr/>
          </p:nvSpPr>
          <p:spPr>
            <a:xfrm>
              <a:off x="879882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45"/>
            <p:cNvSpPr/>
            <p:nvPr/>
          </p:nvSpPr>
          <p:spPr>
            <a:xfrm>
              <a:off x="31350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45"/>
            <p:cNvSpPr/>
            <p:nvPr/>
          </p:nvSpPr>
          <p:spPr>
            <a:xfrm>
              <a:off x="43301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45"/>
            <p:cNvSpPr/>
            <p:nvPr/>
          </p:nvSpPr>
          <p:spPr>
            <a:xfrm>
              <a:off x="55251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45"/>
            <p:cNvSpPr/>
            <p:nvPr/>
          </p:nvSpPr>
          <p:spPr>
            <a:xfrm>
              <a:off x="67202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45"/>
            <p:cNvSpPr/>
            <p:nvPr/>
          </p:nvSpPr>
          <p:spPr>
            <a:xfrm>
              <a:off x="79153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45"/>
            <p:cNvSpPr/>
            <p:nvPr/>
          </p:nvSpPr>
          <p:spPr>
            <a:xfrm>
              <a:off x="91104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45"/>
            <p:cNvSpPr/>
            <p:nvPr/>
          </p:nvSpPr>
          <p:spPr>
            <a:xfrm>
              <a:off x="103055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45"/>
            <p:cNvSpPr/>
            <p:nvPr/>
          </p:nvSpPr>
          <p:spPr>
            <a:xfrm>
              <a:off x="820125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45"/>
            <p:cNvSpPr/>
            <p:nvPr/>
          </p:nvSpPr>
          <p:spPr>
            <a:xfrm>
              <a:off x="832076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45"/>
            <p:cNvSpPr/>
            <p:nvPr/>
          </p:nvSpPr>
          <p:spPr>
            <a:xfrm>
              <a:off x="844028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45"/>
            <p:cNvSpPr/>
            <p:nvPr/>
          </p:nvSpPr>
          <p:spPr>
            <a:xfrm>
              <a:off x="855979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45"/>
            <p:cNvSpPr/>
            <p:nvPr/>
          </p:nvSpPr>
          <p:spPr>
            <a:xfrm>
              <a:off x="867930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45"/>
            <p:cNvSpPr/>
            <p:nvPr/>
          </p:nvSpPr>
          <p:spPr>
            <a:xfrm>
              <a:off x="879882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45"/>
            <p:cNvSpPr/>
            <p:nvPr/>
          </p:nvSpPr>
          <p:spPr>
            <a:xfrm>
              <a:off x="31350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45"/>
            <p:cNvSpPr/>
            <p:nvPr/>
          </p:nvSpPr>
          <p:spPr>
            <a:xfrm>
              <a:off x="43301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45"/>
            <p:cNvSpPr/>
            <p:nvPr/>
          </p:nvSpPr>
          <p:spPr>
            <a:xfrm>
              <a:off x="55251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45"/>
            <p:cNvSpPr/>
            <p:nvPr/>
          </p:nvSpPr>
          <p:spPr>
            <a:xfrm>
              <a:off x="67202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45"/>
            <p:cNvSpPr/>
            <p:nvPr/>
          </p:nvSpPr>
          <p:spPr>
            <a:xfrm>
              <a:off x="79153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45"/>
            <p:cNvSpPr/>
            <p:nvPr/>
          </p:nvSpPr>
          <p:spPr>
            <a:xfrm>
              <a:off x="91104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45"/>
            <p:cNvSpPr/>
            <p:nvPr/>
          </p:nvSpPr>
          <p:spPr>
            <a:xfrm>
              <a:off x="103055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45"/>
            <p:cNvSpPr/>
            <p:nvPr/>
          </p:nvSpPr>
          <p:spPr>
            <a:xfrm>
              <a:off x="820125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45"/>
            <p:cNvSpPr/>
            <p:nvPr/>
          </p:nvSpPr>
          <p:spPr>
            <a:xfrm>
              <a:off x="832076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45"/>
            <p:cNvSpPr/>
            <p:nvPr/>
          </p:nvSpPr>
          <p:spPr>
            <a:xfrm>
              <a:off x="844028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45"/>
            <p:cNvSpPr/>
            <p:nvPr/>
          </p:nvSpPr>
          <p:spPr>
            <a:xfrm>
              <a:off x="855979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45"/>
            <p:cNvSpPr/>
            <p:nvPr/>
          </p:nvSpPr>
          <p:spPr>
            <a:xfrm>
              <a:off x="867930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45"/>
            <p:cNvSpPr/>
            <p:nvPr/>
          </p:nvSpPr>
          <p:spPr>
            <a:xfrm>
              <a:off x="879882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45"/>
            <p:cNvSpPr/>
            <p:nvPr/>
          </p:nvSpPr>
          <p:spPr>
            <a:xfrm>
              <a:off x="31350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45"/>
            <p:cNvSpPr/>
            <p:nvPr/>
          </p:nvSpPr>
          <p:spPr>
            <a:xfrm>
              <a:off x="43301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45"/>
            <p:cNvSpPr/>
            <p:nvPr/>
          </p:nvSpPr>
          <p:spPr>
            <a:xfrm>
              <a:off x="55251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45"/>
            <p:cNvSpPr/>
            <p:nvPr/>
          </p:nvSpPr>
          <p:spPr>
            <a:xfrm>
              <a:off x="67202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45"/>
            <p:cNvSpPr/>
            <p:nvPr/>
          </p:nvSpPr>
          <p:spPr>
            <a:xfrm>
              <a:off x="79153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45"/>
            <p:cNvSpPr/>
            <p:nvPr/>
          </p:nvSpPr>
          <p:spPr>
            <a:xfrm>
              <a:off x="91104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45"/>
            <p:cNvSpPr/>
            <p:nvPr/>
          </p:nvSpPr>
          <p:spPr>
            <a:xfrm>
              <a:off x="103055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45"/>
            <p:cNvSpPr/>
            <p:nvPr/>
          </p:nvSpPr>
          <p:spPr>
            <a:xfrm>
              <a:off x="820125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45"/>
            <p:cNvSpPr/>
            <p:nvPr/>
          </p:nvSpPr>
          <p:spPr>
            <a:xfrm>
              <a:off x="832076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45"/>
            <p:cNvSpPr/>
            <p:nvPr/>
          </p:nvSpPr>
          <p:spPr>
            <a:xfrm>
              <a:off x="844028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45"/>
            <p:cNvSpPr/>
            <p:nvPr/>
          </p:nvSpPr>
          <p:spPr>
            <a:xfrm>
              <a:off x="855979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45"/>
            <p:cNvSpPr/>
            <p:nvPr/>
          </p:nvSpPr>
          <p:spPr>
            <a:xfrm>
              <a:off x="867930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45"/>
            <p:cNvSpPr/>
            <p:nvPr/>
          </p:nvSpPr>
          <p:spPr>
            <a:xfrm>
              <a:off x="879882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45"/>
            <p:cNvSpPr/>
            <p:nvPr/>
          </p:nvSpPr>
          <p:spPr>
            <a:xfrm>
              <a:off x="31350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45"/>
            <p:cNvSpPr/>
            <p:nvPr/>
          </p:nvSpPr>
          <p:spPr>
            <a:xfrm>
              <a:off x="43301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45"/>
            <p:cNvSpPr/>
            <p:nvPr/>
          </p:nvSpPr>
          <p:spPr>
            <a:xfrm>
              <a:off x="55251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45"/>
            <p:cNvSpPr/>
            <p:nvPr/>
          </p:nvSpPr>
          <p:spPr>
            <a:xfrm>
              <a:off x="67202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45"/>
            <p:cNvSpPr/>
            <p:nvPr/>
          </p:nvSpPr>
          <p:spPr>
            <a:xfrm>
              <a:off x="79153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45"/>
            <p:cNvSpPr/>
            <p:nvPr/>
          </p:nvSpPr>
          <p:spPr>
            <a:xfrm>
              <a:off x="91104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45"/>
            <p:cNvSpPr/>
            <p:nvPr/>
          </p:nvSpPr>
          <p:spPr>
            <a:xfrm>
              <a:off x="103055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45"/>
            <p:cNvSpPr/>
            <p:nvPr/>
          </p:nvSpPr>
          <p:spPr>
            <a:xfrm>
              <a:off x="820125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45"/>
            <p:cNvSpPr/>
            <p:nvPr/>
          </p:nvSpPr>
          <p:spPr>
            <a:xfrm>
              <a:off x="832076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45"/>
            <p:cNvSpPr/>
            <p:nvPr/>
          </p:nvSpPr>
          <p:spPr>
            <a:xfrm>
              <a:off x="844028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45"/>
            <p:cNvSpPr/>
            <p:nvPr/>
          </p:nvSpPr>
          <p:spPr>
            <a:xfrm>
              <a:off x="855979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45"/>
            <p:cNvSpPr/>
            <p:nvPr/>
          </p:nvSpPr>
          <p:spPr>
            <a:xfrm>
              <a:off x="867930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45"/>
            <p:cNvSpPr/>
            <p:nvPr/>
          </p:nvSpPr>
          <p:spPr>
            <a:xfrm>
              <a:off x="879882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45"/>
            <p:cNvSpPr/>
            <p:nvPr/>
          </p:nvSpPr>
          <p:spPr>
            <a:xfrm>
              <a:off x="31350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45"/>
            <p:cNvSpPr/>
            <p:nvPr/>
          </p:nvSpPr>
          <p:spPr>
            <a:xfrm>
              <a:off x="43301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45"/>
            <p:cNvSpPr/>
            <p:nvPr/>
          </p:nvSpPr>
          <p:spPr>
            <a:xfrm>
              <a:off x="55251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45"/>
            <p:cNvSpPr/>
            <p:nvPr/>
          </p:nvSpPr>
          <p:spPr>
            <a:xfrm>
              <a:off x="67202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45"/>
            <p:cNvSpPr/>
            <p:nvPr/>
          </p:nvSpPr>
          <p:spPr>
            <a:xfrm>
              <a:off x="79153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45"/>
            <p:cNvSpPr/>
            <p:nvPr/>
          </p:nvSpPr>
          <p:spPr>
            <a:xfrm>
              <a:off x="91104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45"/>
            <p:cNvSpPr/>
            <p:nvPr/>
          </p:nvSpPr>
          <p:spPr>
            <a:xfrm>
              <a:off x="103055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45"/>
            <p:cNvSpPr/>
            <p:nvPr/>
          </p:nvSpPr>
          <p:spPr>
            <a:xfrm>
              <a:off x="820125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45"/>
            <p:cNvSpPr/>
            <p:nvPr/>
          </p:nvSpPr>
          <p:spPr>
            <a:xfrm>
              <a:off x="832076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45"/>
            <p:cNvSpPr/>
            <p:nvPr/>
          </p:nvSpPr>
          <p:spPr>
            <a:xfrm>
              <a:off x="844028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45"/>
            <p:cNvSpPr/>
            <p:nvPr/>
          </p:nvSpPr>
          <p:spPr>
            <a:xfrm>
              <a:off x="855979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45"/>
            <p:cNvSpPr/>
            <p:nvPr/>
          </p:nvSpPr>
          <p:spPr>
            <a:xfrm>
              <a:off x="867930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45"/>
            <p:cNvSpPr/>
            <p:nvPr/>
          </p:nvSpPr>
          <p:spPr>
            <a:xfrm>
              <a:off x="879882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45"/>
            <p:cNvSpPr/>
            <p:nvPr/>
          </p:nvSpPr>
          <p:spPr>
            <a:xfrm>
              <a:off x="31350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45"/>
            <p:cNvSpPr/>
            <p:nvPr/>
          </p:nvSpPr>
          <p:spPr>
            <a:xfrm>
              <a:off x="43301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45"/>
            <p:cNvSpPr/>
            <p:nvPr/>
          </p:nvSpPr>
          <p:spPr>
            <a:xfrm>
              <a:off x="55251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45"/>
            <p:cNvSpPr/>
            <p:nvPr/>
          </p:nvSpPr>
          <p:spPr>
            <a:xfrm>
              <a:off x="67202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45"/>
            <p:cNvSpPr/>
            <p:nvPr/>
          </p:nvSpPr>
          <p:spPr>
            <a:xfrm>
              <a:off x="79153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45"/>
            <p:cNvSpPr/>
            <p:nvPr/>
          </p:nvSpPr>
          <p:spPr>
            <a:xfrm>
              <a:off x="91104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45"/>
            <p:cNvSpPr/>
            <p:nvPr/>
          </p:nvSpPr>
          <p:spPr>
            <a:xfrm>
              <a:off x="103055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45"/>
            <p:cNvSpPr/>
            <p:nvPr/>
          </p:nvSpPr>
          <p:spPr>
            <a:xfrm>
              <a:off x="820125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45"/>
            <p:cNvSpPr/>
            <p:nvPr/>
          </p:nvSpPr>
          <p:spPr>
            <a:xfrm>
              <a:off x="832076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45"/>
            <p:cNvSpPr/>
            <p:nvPr/>
          </p:nvSpPr>
          <p:spPr>
            <a:xfrm>
              <a:off x="844028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45"/>
            <p:cNvSpPr/>
            <p:nvPr/>
          </p:nvSpPr>
          <p:spPr>
            <a:xfrm>
              <a:off x="855979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45"/>
            <p:cNvSpPr/>
            <p:nvPr/>
          </p:nvSpPr>
          <p:spPr>
            <a:xfrm>
              <a:off x="867930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45"/>
            <p:cNvSpPr/>
            <p:nvPr/>
          </p:nvSpPr>
          <p:spPr>
            <a:xfrm>
              <a:off x="879882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45"/>
            <p:cNvSpPr/>
            <p:nvPr/>
          </p:nvSpPr>
          <p:spPr>
            <a:xfrm>
              <a:off x="31350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45"/>
            <p:cNvSpPr/>
            <p:nvPr/>
          </p:nvSpPr>
          <p:spPr>
            <a:xfrm>
              <a:off x="43301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45"/>
            <p:cNvSpPr/>
            <p:nvPr/>
          </p:nvSpPr>
          <p:spPr>
            <a:xfrm>
              <a:off x="55251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45"/>
            <p:cNvSpPr/>
            <p:nvPr/>
          </p:nvSpPr>
          <p:spPr>
            <a:xfrm>
              <a:off x="67202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45"/>
            <p:cNvSpPr/>
            <p:nvPr/>
          </p:nvSpPr>
          <p:spPr>
            <a:xfrm>
              <a:off x="79153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45"/>
            <p:cNvSpPr/>
            <p:nvPr/>
          </p:nvSpPr>
          <p:spPr>
            <a:xfrm>
              <a:off x="91104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45"/>
            <p:cNvSpPr/>
            <p:nvPr/>
          </p:nvSpPr>
          <p:spPr>
            <a:xfrm>
              <a:off x="103055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45"/>
            <p:cNvSpPr/>
            <p:nvPr/>
          </p:nvSpPr>
          <p:spPr>
            <a:xfrm>
              <a:off x="820125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45"/>
            <p:cNvSpPr/>
            <p:nvPr/>
          </p:nvSpPr>
          <p:spPr>
            <a:xfrm>
              <a:off x="832076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45"/>
            <p:cNvSpPr/>
            <p:nvPr/>
          </p:nvSpPr>
          <p:spPr>
            <a:xfrm>
              <a:off x="844028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45"/>
            <p:cNvSpPr/>
            <p:nvPr/>
          </p:nvSpPr>
          <p:spPr>
            <a:xfrm>
              <a:off x="855979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45"/>
            <p:cNvSpPr/>
            <p:nvPr/>
          </p:nvSpPr>
          <p:spPr>
            <a:xfrm>
              <a:off x="867930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45"/>
            <p:cNvSpPr/>
            <p:nvPr/>
          </p:nvSpPr>
          <p:spPr>
            <a:xfrm>
              <a:off x="879882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45"/>
            <p:cNvSpPr/>
            <p:nvPr/>
          </p:nvSpPr>
          <p:spPr>
            <a:xfrm>
              <a:off x="31350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45"/>
            <p:cNvSpPr/>
            <p:nvPr/>
          </p:nvSpPr>
          <p:spPr>
            <a:xfrm>
              <a:off x="43301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45"/>
            <p:cNvSpPr/>
            <p:nvPr/>
          </p:nvSpPr>
          <p:spPr>
            <a:xfrm>
              <a:off x="55251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45"/>
            <p:cNvSpPr/>
            <p:nvPr/>
          </p:nvSpPr>
          <p:spPr>
            <a:xfrm>
              <a:off x="67202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45"/>
            <p:cNvSpPr/>
            <p:nvPr/>
          </p:nvSpPr>
          <p:spPr>
            <a:xfrm>
              <a:off x="79153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45"/>
            <p:cNvSpPr/>
            <p:nvPr/>
          </p:nvSpPr>
          <p:spPr>
            <a:xfrm>
              <a:off x="91104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45"/>
            <p:cNvSpPr/>
            <p:nvPr/>
          </p:nvSpPr>
          <p:spPr>
            <a:xfrm>
              <a:off x="103055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45"/>
            <p:cNvSpPr/>
            <p:nvPr/>
          </p:nvSpPr>
          <p:spPr>
            <a:xfrm>
              <a:off x="820125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45"/>
            <p:cNvSpPr/>
            <p:nvPr/>
          </p:nvSpPr>
          <p:spPr>
            <a:xfrm>
              <a:off x="832076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45"/>
            <p:cNvSpPr/>
            <p:nvPr/>
          </p:nvSpPr>
          <p:spPr>
            <a:xfrm>
              <a:off x="844028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45"/>
            <p:cNvSpPr/>
            <p:nvPr/>
          </p:nvSpPr>
          <p:spPr>
            <a:xfrm>
              <a:off x="855979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45"/>
            <p:cNvSpPr/>
            <p:nvPr/>
          </p:nvSpPr>
          <p:spPr>
            <a:xfrm>
              <a:off x="867930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45"/>
            <p:cNvSpPr/>
            <p:nvPr/>
          </p:nvSpPr>
          <p:spPr>
            <a:xfrm>
              <a:off x="879882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45"/>
            <p:cNvSpPr/>
            <p:nvPr/>
          </p:nvSpPr>
          <p:spPr>
            <a:xfrm>
              <a:off x="31350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45"/>
            <p:cNvSpPr/>
            <p:nvPr/>
          </p:nvSpPr>
          <p:spPr>
            <a:xfrm>
              <a:off x="43301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45"/>
            <p:cNvSpPr/>
            <p:nvPr/>
          </p:nvSpPr>
          <p:spPr>
            <a:xfrm>
              <a:off x="55251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45"/>
            <p:cNvSpPr/>
            <p:nvPr/>
          </p:nvSpPr>
          <p:spPr>
            <a:xfrm>
              <a:off x="67202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45"/>
            <p:cNvSpPr/>
            <p:nvPr/>
          </p:nvSpPr>
          <p:spPr>
            <a:xfrm>
              <a:off x="79153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45"/>
            <p:cNvSpPr/>
            <p:nvPr/>
          </p:nvSpPr>
          <p:spPr>
            <a:xfrm>
              <a:off x="91104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45"/>
            <p:cNvSpPr/>
            <p:nvPr/>
          </p:nvSpPr>
          <p:spPr>
            <a:xfrm>
              <a:off x="103055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45"/>
            <p:cNvSpPr/>
            <p:nvPr/>
          </p:nvSpPr>
          <p:spPr>
            <a:xfrm>
              <a:off x="820125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45"/>
            <p:cNvSpPr/>
            <p:nvPr/>
          </p:nvSpPr>
          <p:spPr>
            <a:xfrm>
              <a:off x="832076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45"/>
            <p:cNvSpPr/>
            <p:nvPr/>
          </p:nvSpPr>
          <p:spPr>
            <a:xfrm>
              <a:off x="844028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45"/>
            <p:cNvSpPr/>
            <p:nvPr/>
          </p:nvSpPr>
          <p:spPr>
            <a:xfrm>
              <a:off x="855979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45"/>
            <p:cNvSpPr/>
            <p:nvPr/>
          </p:nvSpPr>
          <p:spPr>
            <a:xfrm>
              <a:off x="867930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45"/>
            <p:cNvSpPr/>
            <p:nvPr/>
          </p:nvSpPr>
          <p:spPr>
            <a:xfrm>
              <a:off x="879882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45"/>
            <p:cNvSpPr/>
            <p:nvPr/>
          </p:nvSpPr>
          <p:spPr>
            <a:xfrm>
              <a:off x="31350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45"/>
            <p:cNvSpPr/>
            <p:nvPr/>
          </p:nvSpPr>
          <p:spPr>
            <a:xfrm>
              <a:off x="43301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45"/>
            <p:cNvSpPr/>
            <p:nvPr/>
          </p:nvSpPr>
          <p:spPr>
            <a:xfrm>
              <a:off x="55251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45"/>
            <p:cNvSpPr/>
            <p:nvPr/>
          </p:nvSpPr>
          <p:spPr>
            <a:xfrm>
              <a:off x="67202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45"/>
            <p:cNvSpPr/>
            <p:nvPr/>
          </p:nvSpPr>
          <p:spPr>
            <a:xfrm>
              <a:off x="79153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45"/>
            <p:cNvSpPr/>
            <p:nvPr/>
          </p:nvSpPr>
          <p:spPr>
            <a:xfrm>
              <a:off x="91104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45"/>
            <p:cNvSpPr/>
            <p:nvPr/>
          </p:nvSpPr>
          <p:spPr>
            <a:xfrm>
              <a:off x="103055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45"/>
            <p:cNvSpPr/>
            <p:nvPr/>
          </p:nvSpPr>
          <p:spPr>
            <a:xfrm>
              <a:off x="820125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45"/>
            <p:cNvSpPr/>
            <p:nvPr/>
          </p:nvSpPr>
          <p:spPr>
            <a:xfrm>
              <a:off x="832076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45"/>
            <p:cNvSpPr/>
            <p:nvPr/>
          </p:nvSpPr>
          <p:spPr>
            <a:xfrm>
              <a:off x="844028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45"/>
            <p:cNvSpPr/>
            <p:nvPr/>
          </p:nvSpPr>
          <p:spPr>
            <a:xfrm>
              <a:off x="855979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45"/>
            <p:cNvSpPr/>
            <p:nvPr/>
          </p:nvSpPr>
          <p:spPr>
            <a:xfrm>
              <a:off x="867930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45"/>
            <p:cNvSpPr/>
            <p:nvPr/>
          </p:nvSpPr>
          <p:spPr>
            <a:xfrm>
              <a:off x="879882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45"/>
            <p:cNvSpPr/>
            <p:nvPr/>
          </p:nvSpPr>
          <p:spPr>
            <a:xfrm>
              <a:off x="31350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45"/>
            <p:cNvSpPr/>
            <p:nvPr/>
          </p:nvSpPr>
          <p:spPr>
            <a:xfrm>
              <a:off x="43301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45"/>
            <p:cNvSpPr/>
            <p:nvPr/>
          </p:nvSpPr>
          <p:spPr>
            <a:xfrm>
              <a:off x="55251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45"/>
            <p:cNvSpPr/>
            <p:nvPr/>
          </p:nvSpPr>
          <p:spPr>
            <a:xfrm>
              <a:off x="67202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45"/>
            <p:cNvSpPr/>
            <p:nvPr/>
          </p:nvSpPr>
          <p:spPr>
            <a:xfrm>
              <a:off x="79153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45"/>
            <p:cNvSpPr/>
            <p:nvPr/>
          </p:nvSpPr>
          <p:spPr>
            <a:xfrm>
              <a:off x="91104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45"/>
            <p:cNvSpPr/>
            <p:nvPr/>
          </p:nvSpPr>
          <p:spPr>
            <a:xfrm>
              <a:off x="103055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45"/>
            <p:cNvSpPr/>
            <p:nvPr/>
          </p:nvSpPr>
          <p:spPr>
            <a:xfrm>
              <a:off x="820125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45"/>
            <p:cNvSpPr/>
            <p:nvPr/>
          </p:nvSpPr>
          <p:spPr>
            <a:xfrm>
              <a:off x="832076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45"/>
            <p:cNvSpPr/>
            <p:nvPr/>
          </p:nvSpPr>
          <p:spPr>
            <a:xfrm>
              <a:off x="844028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45"/>
            <p:cNvSpPr/>
            <p:nvPr/>
          </p:nvSpPr>
          <p:spPr>
            <a:xfrm>
              <a:off x="855979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45"/>
            <p:cNvSpPr/>
            <p:nvPr/>
          </p:nvSpPr>
          <p:spPr>
            <a:xfrm>
              <a:off x="867930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45"/>
            <p:cNvSpPr/>
            <p:nvPr/>
          </p:nvSpPr>
          <p:spPr>
            <a:xfrm>
              <a:off x="879882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45"/>
            <p:cNvSpPr/>
            <p:nvPr/>
          </p:nvSpPr>
          <p:spPr>
            <a:xfrm>
              <a:off x="31350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45"/>
            <p:cNvSpPr/>
            <p:nvPr/>
          </p:nvSpPr>
          <p:spPr>
            <a:xfrm>
              <a:off x="43301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45"/>
            <p:cNvSpPr/>
            <p:nvPr/>
          </p:nvSpPr>
          <p:spPr>
            <a:xfrm>
              <a:off x="55251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45"/>
            <p:cNvSpPr/>
            <p:nvPr/>
          </p:nvSpPr>
          <p:spPr>
            <a:xfrm>
              <a:off x="67202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45"/>
            <p:cNvSpPr/>
            <p:nvPr/>
          </p:nvSpPr>
          <p:spPr>
            <a:xfrm>
              <a:off x="79153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45"/>
            <p:cNvSpPr/>
            <p:nvPr/>
          </p:nvSpPr>
          <p:spPr>
            <a:xfrm>
              <a:off x="91104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45"/>
            <p:cNvSpPr/>
            <p:nvPr/>
          </p:nvSpPr>
          <p:spPr>
            <a:xfrm>
              <a:off x="103055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45"/>
            <p:cNvSpPr/>
            <p:nvPr/>
          </p:nvSpPr>
          <p:spPr>
            <a:xfrm>
              <a:off x="820125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45"/>
            <p:cNvSpPr/>
            <p:nvPr/>
          </p:nvSpPr>
          <p:spPr>
            <a:xfrm>
              <a:off x="832076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45"/>
            <p:cNvSpPr/>
            <p:nvPr/>
          </p:nvSpPr>
          <p:spPr>
            <a:xfrm>
              <a:off x="844028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45"/>
            <p:cNvSpPr/>
            <p:nvPr/>
          </p:nvSpPr>
          <p:spPr>
            <a:xfrm>
              <a:off x="855979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45"/>
            <p:cNvSpPr/>
            <p:nvPr/>
          </p:nvSpPr>
          <p:spPr>
            <a:xfrm>
              <a:off x="867930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45"/>
            <p:cNvSpPr/>
            <p:nvPr/>
          </p:nvSpPr>
          <p:spPr>
            <a:xfrm>
              <a:off x="879882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45"/>
            <p:cNvSpPr/>
            <p:nvPr/>
          </p:nvSpPr>
          <p:spPr>
            <a:xfrm>
              <a:off x="31350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45"/>
            <p:cNvSpPr/>
            <p:nvPr/>
          </p:nvSpPr>
          <p:spPr>
            <a:xfrm>
              <a:off x="43301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45"/>
            <p:cNvSpPr/>
            <p:nvPr/>
          </p:nvSpPr>
          <p:spPr>
            <a:xfrm>
              <a:off x="55251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45"/>
            <p:cNvSpPr/>
            <p:nvPr/>
          </p:nvSpPr>
          <p:spPr>
            <a:xfrm>
              <a:off x="67202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45"/>
            <p:cNvSpPr/>
            <p:nvPr/>
          </p:nvSpPr>
          <p:spPr>
            <a:xfrm>
              <a:off x="79153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45"/>
            <p:cNvSpPr/>
            <p:nvPr/>
          </p:nvSpPr>
          <p:spPr>
            <a:xfrm>
              <a:off x="91104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45"/>
            <p:cNvSpPr/>
            <p:nvPr/>
          </p:nvSpPr>
          <p:spPr>
            <a:xfrm>
              <a:off x="103055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45"/>
            <p:cNvSpPr/>
            <p:nvPr/>
          </p:nvSpPr>
          <p:spPr>
            <a:xfrm>
              <a:off x="820125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45"/>
            <p:cNvSpPr/>
            <p:nvPr/>
          </p:nvSpPr>
          <p:spPr>
            <a:xfrm>
              <a:off x="832076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45"/>
            <p:cNvSpPr/>
            <p:nvPr/>
          </p:nvSpPr>
          <p:spPr>
            <a:xfrm>
              <a:off x="844028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45"/>
            <p:cNvSpPr/>
            <p:nvPr/>
          </p:nvSpPr>
          <p:spPr>
            <a:xfrm>
              <a:off x="855979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45"/>
            <p:cNvSpPr/>
            <p:nvPr/>
          </p:nvSpPr>
          <p:spPr>
            <a:xfrm>
              <a:off x="867930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45"/>
            <p:cNvSpPr/>
            <p:nvPr/>
          </p:nvSpPr>
          <p:spPr>
            <a:xfrm>
              <a:off x="879882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45"/>
            <p:cNvSpPr/>
            <p:nvPr/>
          </p:nvSpPr>
          <p:spPr>
            <a:xfrm>
              <a:off x="31350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45"/>
            <p:cNvSpPr/>
            <p:nvPr/>
          </p:nvSpPr>
          <p:spPr>
            <a:xfrm>
              <a:off x="43301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45"/>
            <p:cNvSpPr/>
            <p:nvPr/>
          </p:nvSpPr>
          <p:spPr>
            <a:xfrm>
              <a:off x="55251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45"/>
            <p:cNvSpPr/>
            <p:nvPr/>
          </p:nvSpPr>
          <p:spPr>
            <a:xfrm>
              <a:off x="67202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45"/>
            <p:cNvSpPr/>
            <p:nvPr/>
          </p:nvSpPr>
          <p:spPr>
            <a:xfrm>
              <a:off x="79153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45"/>
            <p:cNvSpPr/>
            <p:nvPr/>
          </p:nvSpPr>
          <p:spPr>
            <a:xfrm>
              <a:off x="91104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45"/>
            <p:cNvSpPr/>
            <p:nvPr/>
          </p:nvSpPr>
          <p:spPr>
            <a:xfrm>
              <a:off x="103055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45"/>
            <p:cNvSpPr/>
            <p:nvPr/>
          </p:nvSpPr>
          <p:spPr>
            <a:xfrm>
              <a:off x="820125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45"/>
            <p:cNvSpPr/>
            <p:nvPr/>
          </p:nvSpPr>
          <p:spPr>
            <a:xfrm>
              <a:off x="832076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45"/>
            <p:cNvSpPr/>
            <p:nvPr/>
          </p:nvSpPr>
          <p:spPr>
            <a:xfrm>
              <a:off x="844028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45"/>
            <p:cNvSpPr/>
            <p:nvPr/>
          </p:nvSpPr>
          <p:spPr>
            <a:xfrm>
              <a:off x="855979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45"/>
            <p:cNvSpPr/>
            <p:nvPr/>
          </p:nvSpPr>
          <p:spPr>
            <a:xfrm>
              <a:off x="867930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45"/>
            <p:cNvSpPr/>
            <p:nvPr/>
          </p:nvSpPr>
          <p:spPr>
            <a:xfrm>
              <a:off x="879882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45"/>
            <p:cNvSpPr/>
            <p:nvPr/>
          </p:nvSpPr>
          <p:spPr>
            <a:xfrm>
              <a:off x="31350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45"/>
            <p:cNvSpPr/>
            <p:nvPr/>
          </p:nvSpPr>
          <p:spPr>
            <a:xfrm>
              <a:off x="43301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45"/>
            <p:cNvSpPr/>
            <p:nvPr/>
          </p:nvSpPr>
          <p:spPr>
            <a:xfrm>
              <a:off x="55251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45"/>
            <p:cNvSpPr/>
            <p:nvPr/>
          </p:nvSpPr>
          <p:spPr>
            <a:xfrm>
              <a:off x="67202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45"/>
            <p:cNvSpPr/>
            <p:nvPr/>
          </p:nvSpPr>
          <p:spPr>
            <a:xfrm>
              <a:off x="79153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45"/>
            <p:cNvSpPr/>
            <p:nvPr/>
          </p:nvSpPr>
          <p:spPr>
            <a:xfrm>
              <a:off x="91104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45"/>
            <p:cNvSpPr/>
            <p:nvPr/>
          </p:nvSpPr>
          <p:spPr>
            <a:xfrm>
              <a:off x="103055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45"/>
            <p:cNvSpPr/>
            <p:nvPr/>
          </p:nvSpPr>
          <p:spPr>
            <a:xfrm>
              <a:off x="820125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45"/>
            <p:cNvSpPr/>
            <p:nvPr/>
          </p:nvSpPr>
          <p:spPr>
            <a:xfrm>
              <a:off x="832076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45"/>
            <p:cNvSpPr/>
            <p:nvPr/>
          </p:nvSpPr>
          <p:spPr>
            <a:xfrm>
              <a:off x="844028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45"/>
            <p:cNvSpPr/>
            <p:nvPr/>
          </p:nvSpPr>
          <p:spPr>
            <a:xfrm>
              <a:off x="855979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45"/>
            <p:cNvSpPr/>
            <p:nvPr/>
          </p:nvSpPr>
          <p:spPr>
            <a:xfrm>
              <a:off x="867930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45"/>
            <p:cNvSpPr/>
            <p:nvPr/>
          </p:nvSpPr>
          <p:spPr>
            <a:xfrm>
              <a:off x="879882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45"/>
            <p:cNvSpPr/>
            <p:nvPr/>
          </p:nvSpPr>
          <p:spPr>
            <a:xfrm>
              <a:off x="31350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45"/>
            <p:cNvSpPr/>
            <p:nvPr/>
          </p:nvSpPr>
          <p:spPr>
            <a:xfrm>
              <a:off x="43301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45"/>
            <p:cNvSpPr/>
            <p:nvPr/>
          </p:nvSpPr>
          <p:spPr>
            <a:xfrm>
              <a:off x="55251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45"/>
            <p:cNvSpPr/>
            <p:nvPr/>
          </p:nvSpPr>
          <p:spPr>
            <a:xfrm>
              <a:off x="67202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45"/>
            <p:cNvSpPr/>
            <p:nvPr/>
          </p:nvSpPr>
          <p:spPr>
            <a:xfrm>
              <a:off x="79153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45"/>
            <p:cNvSpPr/>
            <p:nvPr/>
          </p:nvSpPr>
          <p:spPr>
            <a:xfrm>
              <a:off x="91104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45"/>
            <p:cNvSpPr/>
            <p:nvPr/>
          </p:nvSpPr>
          <p:spPr>
            <a:xfrm>
              <a:off x="103055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45"/>
            <p:cNvSpPr/>
            <p:nvPr/>
          </p:nvSpPr>
          <p:spPr>
            <a:xfrm>
              <a:off x="820125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45"/>
            <p:cNvSpPr/>
            <p:nvPr/>
          </p:nvSpPr>
          <p:spPr>
            <a:xfrm>
              <a:off x="832076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45"/>
            <p:cNvSpPr/>
            <p:nvPr/>
          </p:nvSpPr>
          <p:spPr>
            <a:xfrm>
              <a:off x="844028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45"/>
            <p:cNvSpPr/>
            <p:nvPr/>
          </p:nvSpPr>
          <p:spPr>
            <a:xfrm>
              <a:off x="855979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45"/>
            <p:cNvSpPr/>
            <p:nvPr/>
          </p:nvSpPr>
          <p:spPr>
            <a:xfrm>
              <a:off x="867930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45"/>
            <p:cNvSpPr/>
            <p:nvPr/>
          </p:nvSpPr>
          <p:spPr>
            <a:xfrm>
              <a:off x="879882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45"/>
            <p:cNvSpPr/>
            <p:nvPr/>
          </p:nvSpPr>
          <p:spPr>
            <a:xfrm>
              <a:off x="31350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45"/>
            <p:cNvSpPr/>
            <p:nvPr/>
          </p:nvSpPr>
          <p:spPr>
            <a:xfrm>
              <a:off x="43301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45"/>
            <p:cNvSpPr/>
            <p:nvPr/>
          </p:nvSpPr>
          <p:spPr>
            <a:xfrm>
              <a:off x="55251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45"/>
            <p:cNvSpPr/>
            <p:nvPr/>
          </p:nvSpPr>
          <p:spPr>
            <a:xfrm>
              <a:off x="67202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45"/>
            <p:cNvSpPr/>
            <p:nvPr/>
          </p:nvSpPr>
          <p:spPr>
            <a:xfrm>
              <a:off x="79153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45"/>
            <p:cNvSpPr/>
            <p:nvPr/>
          </p:nvSpPr>
          <p:spPr>
            <a:xfrm>
              <a:off x="91104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45"/>
            <p:cNvSpPr/>
            <p:nvPr/>
          </p:nvSpPr>
          <p:spPr>
            <a:xfrm>
              <a:off x="103055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45"/>
            <p:cNvSpPr/>
            <p:nvPr/>
          </p:nvSpPr>
          <p:spPr>
            <a:xfrm>
              <a:off x="820125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45"/>
            <p:cNvSpPr/>
            <p:nvPr/>
          </p:nvSpPr>
          <p:spPr>
            <a:xfrm>
              <a:off x="832076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45"/>
            <p:cNvSpPr/>
            <p:nvPr/>
          </p:nvSpPr>
          <p:spPr>
            <a:xfrm>
              <a:off x="844028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45"/>
            <p:cNvSpPr/>
            <p:nvPr/>
          </p:nvSpPr>
          <p:spPr>
            <a:xfrm>
              <a:off x="855979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45"/>
            <p:cNvSpPr/>
            <p:nvPr/>
          </p:nvSpPr>
          <p:spPr>
            <a:xfrm>
              <a:off x="867930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45"/>
            <p:cNvSpPr/>
            <p:nvPr/>
          </p:nvSpPr>
          <p:spPr>
            <a:xfrm>
              <a:off x="879882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45"/>
            <p:cNvSpPr/>
            <p:nvPr/>
          </p:nvSpPr>
          <p:spPr>
            <a:xfrm>
              <a:off x="31350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45"/>
            <p:cNvSpPr/>
            <p:nvPr/>
          </p:nvSpPr>
          <p:spPr>
            <a:xfrm>
              <a:off x="43301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45"/>
            <p:cNvSpPr/>
            <p:nvPr/>
          </p:nvSpPr>
          <p:spPr>
            <a:xfrm>
              <a:off x="55251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45"/>
            <p:cNvSpPr/>
            <p:nvPr/>
          </p:nvSpPr>
          <p:spPr>
            <a:xfrm>
              <a:off x="67202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45"/>
            <p:cNvSpPr/>
            <p:nvPr/>
          </p:nvSpPr>
          <p:spPr>
            <a:xfrm>
              <a:off x="79153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45"/>
            <p:cNvSpPr/>
            <p:nvPr/>
          </p:nvSpPr>
          <p:spPr>
            <a:xfrm>
              <a:off x="91104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45"/>
            <p:cNvSpPr/>
            <p:nvPr/>
          </p:nvSpPr>
          <p:spPr>
            <a:xfrm>
              <a:off x="103055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45"/>
            <p:cNvSpPr/>
            <p:nvPr/>
          </p:nvSpPr>
          <p:spPr>
            <a:xfrm>
              <a:off x="820125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45"/>
            <p:cNvSpPr/>
            <p:nvPr/>
          </p:nvSpPr>
          <p:spPr>
            <a:xfrm>
              <a:off x="832076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45"/>
            <p:cNvSpPr/>
            <p:nvPr/>
          </p:nvSpPr>
          <p:spPr>
            <a:xfrm>
              <a:off x="844028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45"/>
            <p:cNvSpPr/>
            <p:nvPr/>
          </p:nvSpPr>
          <p:spPr>
            <a:xfrm>
              <a:off x="855979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45"/>
            <p:cNvSpPr/>
            <p:nvPr/>
          </p:nvSpPr>
          <p:spPr>
            <a:xfrm>
              <a:off x="867930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45"/>
            <p:cNvSpPr/>
            <p:nvPr/>
          </p:nvSpPr>
          <p:spPr>
            <a:xfrm>
              <a:off x="879882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45"/>
            <p:cNvSpPr/>
            <p:nvPr/>
          </p:nvSpPr>
          <p:spPr>
            <a:xfrm>
              <a:off x="31350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45"/>
            <p:cNvSpPr/>
            <p:nvPr/>
          </p:nvSpPr>
          <p:spPr>
            <a:xfrm>
              <a:off x="43301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45"/>
            <p:cNvSpPr/>
            <p:nvPr/>
          </p:nvSpPr>
          <p:spPr>
            <a:xfrm>
              <a:off x="55251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45"/>
            <p:cNvSpPr/>
            <p:nvPr/>
          </p:nvSpPr>
          <p:spPr>
            <a:xfrm>
              <a:off x="67202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45"/>
            <p:cNvSpPr/>
            <p:nvPr/>
          </p:nvSpPr>
          <p:spPr>
            <a:xfrm>
              <a:off x="79153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45"/>
            <p:cNvSpPr/>
            <p:nvPr/>
          </p:nvSpPr>
          <p:spPr>
            <a:xfrm>
              <a:off x="91104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45"/>
            <p:cNvSpPr/>
            <p:nvPr/>
          </p:nvSpPr>
          <p:spPr>
            <a:xfrm>
              <a:off x="103055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45"/>
            <p:cNvSpPr/>
            <p:nvPr/>
          </p:nvSpPr>
          <p:spPr>
            <a:xfrm>
              <a:off x="820125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45"/>
            <p:cNvSpPr/>
            <p:nvPr/>
          </p:nvSpPr>
          <p:spPr>
            <a:xfrm>
              <a:off x="832076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45"/>
            <p:cNvSpPr/>
            <p:nvPr/>
          </p:nvSpPr>
          <p:spPr>
            <a:xfrm>
              <a:off x="844028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45"/>
            <p:cNvSpPr/>
            <p:nvPr/>
          </p:nvSpPr>
          <p:spPr>
            <a:xfrm>
              <a:off x="855979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45"/>
            <p:cNvSpPr/>
            <p:nvPr/>
          </p:nvSpPr>
          <p:spPr>
            <a:xfrm>
              <a:off x="867930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45"/>
            <p:cNvSpPr/>
            <p:nvPr/>
          </p:nvSpPr>
          <p:spPr>
            <a:xfrm>
              <a:off x="879882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Background 3">
  <p:cSld name="BLANK_1_1_1_1_1_1_1_1_1_1_1">
    <p:spTree>
      <p:nvGrpSpPr>
        <p:cNvPr id="1" name="Shape 25384"/>
        <p:cNvGrpSpPr/>
        <p:nvPr/>
      </p:nvGrpSpPr>
      <p:grpSpPr>
        <a:xfrm>
          <a:off x="0" y="0"/>
          <a:ext cx="0" cy="0"/>
          <a:chOff x="0" y="0"/>
          <a:chExt cx="0" cy="0"/>
        </a:xfrm>
      </p:grpSpPr>
      <p:grpSp>
        <p:nvGrpSpPr>
          <p:cNvPr id="25385" name="Google Shape;25385;p46"/>
          <p:cNvGrpSpPr/>
          <p:nvPr/>
        </p:nvGrpSpPr>
        <p:grpSpPr>
          <a:xfrm>
            <a:off x="5640453" y="540001"/>
            <a:ext cx="3138714" cy="4063568"/>
            <a:chOff x="313503" y="540001"/>
            <a:chExt cx="3138714" cy="4063568"/>
          </a:xfrm>
        </p:grpSpPr>
        <p:sp>
          <p:nvSpPr>
            <p:cNvPr id="25386" name="Google Shape;25386;p46"/>
            <p:cNvSpPr/>
            <p:nvPr/>
          </p:nvSpPr>
          <p:spPr>
            <a:xfrm>
              <a:off x="31350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46"/>
            <p:cNvSpPr/>
            <p:nvPr/>
          </p:nvSpPr>
          <p:spPr>
            <a:xfrm>
              <a:off x="43301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46"/>
            <p:cNvSpPr/>
            <p:nvPr/>
          </p:nvSpPr>
          <p:spPr>
            <a:xfrm>
              <a:off x="55251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46"/>
            <p:cNvSpPr/>
            <p:nvPr/>
          </p:nvSpPr>
          <p:spPr>
            <a:xfrm>
              <a:off x="67202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46"/>
            <p:cNvSpPr/>
            <p:nvPr/>
          </p:nvSpPr>
          <p:spPr>
            <a:xfrm>
              <a:off x="79153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46"/>
            <p:cNvSpPr/>
            <p:nvPr/>
          </p:nvSpPr>
          <p:spPr>
            <a:xfrm>
              <a:off x="91104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46"/>
            <p:cNvSpPr/>
            <p:nvPr/>
          </p:nvSpPr>
          <p:spPr>
            <a:xfrm>
              <a:off x="103055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46"/>
            <p:cNvSpPr/>
            <p:nvPr/>
          </p:nvSpPr>
          <p:spPr>
            <a:xfrm>
              <a:off x="1150060"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46"/>
            <p:cNvSpPr/>
            <p:nvPr/>
          </p:nvSpPr>
          <p:spPr>
            <a:xfrm>
              <a:off x="126956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46"/>
            <p:cNvSpPr/>
            <p:nvPr/>
          </p:nvSpPr>
          <p:spPr>
            <a:xfrm>
              <a:off x="138907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46"/>
            <p:cNvSpPr/>
            <p:nvPr/>
          </p:nvSpPr>
          <p:spPr>
            <a:xfrm>
              <a:off x="1508585"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46"/>
            <p:cNvSpPr/>
            <p:nvPr/>
          </p:nvSpPr>
          <p:spPr>
            <a:xfrm>
              <a:off x="162809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46"/>
            <p:cNvSpPr/>
            <p:nvPr/>
          </p:nvSpPr>
          <p:spPr>
            <a:xfrm>
              <a:off x="174760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46"/>
            <p:cNvSpPr/>
            <p:nvPr/>
          </p:nvSpPr>
          <p:spPr>
            <a:xfrm>
              <a:off x="1867110"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46"/>
            <p:cNvSpPr/>
            <p:nvPr/>
          </p:nvSpPr>
          <p:spPr>
            <a:xfrm>
              <a:off x="1986618"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46"/>
            <p:cNvSpPr/>
            <p:nvPr/>
          </p:nvSpPr>
          <p:spPr>
            <a:xfrm>
              <a:off x="210612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46"/>
            <p:cNvSpPr/>
            <p:nvPr/>
          </p:nvSpPr>
          <p:spPr>
            <a:xfrm>
              <a:off x="222563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46"/>
            <p:cNvSpPr/>
            <p:nvPr/>
          </p:nvSpPr>
          <p:spPr>
            <a:xfrm>
              <a:off x="2345143"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46"/>
            <p:cNvSpPr/>
            <p:nvPr/>
          </p:nvSpPr>
          <p:spPr>
            <a:xfrm>
              <a:off x="2464651"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46"/>
            <p:cNvSpPr/>
            <p:nvPr/>
          </p:nvSpPr>
          <p:spPr>
            <a:xfrm>
              <a:off x="258415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46"/>
            <p:cNvSpPr/>
            <p:nvPr/>
          </p:nvSpPr>
          <p:spPr>
            <a:xfrm>
              <a:off x="270366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46"/>
            <p:cNvSpPr/>
            <p:nvPr/>
          </p:nvSpPr>
          <p:spPr>
            <a:xfrm>
              <a:off x="2823176"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46"/>
            <p:cNvSpPr/>
            <p:nvPr/>
          </p:nvSpPr>
          <p:spPr>
            <a:xfrm>
              <a:off x="2942684"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46"/>
            <p:cNvSpPr/>
            <p:nvPr/>
          </p:nvSpPr>
          <p:spPr>
            <a:xfrm>
              <a:off x="3062192"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46"/>
            <p:cNvSpPr/>
            <p:nvPr/>
          </p:nvSpPr>
          <p:spPr>
            <a:xfrm>
              <a:off x="3181700"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46"/>
            <p:cNvSpPr/>
            <p:nvPr/>
          </p:nvSpPr>
          <p:spPr>
            <a:xfrm>
              <a:off x="3301209"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46"/>
            <p:cNvSpPr/>
            <p:nvPr/>
          </p:nvSpPr>
          <p:spPr>
            <a:xfrm>
              <a:off x="3420717" y="54000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46"/>
            <p:cNvSpPr/>
            <p:nvPr/>
          </p:nvSpPr>
          <p:spPr>
            <a:xfrm>
              <a:off x="31350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46"/>
            <p:cNvSpPr/>
            <p:nvPr/>
          </p:nvSpPr>
          <p:spPr>
            <a:xfrm>
              <a:off x="43301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46"/>
            <p:cNvSpPr/>
            <p:nvPr/>
          </p:nvSpPr>
          <p:spPr>
            <a:xfrm>
              <a:off x="55251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46"/>
            <p:cNvSpPr/>
            <p:nvPr/>
          </p:nvSpPr>
          <p:spPr>
            <a:xfrm>
              <a:off x="67202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46"/>
            <p:cNvSpPr/>
            <p:nvPr/>
          </p:nvSpPr>
          <p:spPr>
            <a:xfrm>
              <a:off x="79153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46"/>
            <p:cNvSpPr/>
            <p:nvPr/>
          </p:nvSpPr>
          <p:spPr>
            <a:xfrm>
              <a:off x="91104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46"/>
            <p:cNvSpPr/>
            <p:nvPr/>
          </p:nvSpPr>
          <p:spPr>
            <a:xfrm>
              <a:off x="103055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46"/>
            <p:cNvSpPr/>
            <p:nvPr/>
          </p:nvSpPr>
          <p:spPr>
            <a:xfrm>
              <a:off x="1150060"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46"/>
            <p:cNvSpPr/>
            <p:nvPr/>
          </p:nvSpPr>
          <p:spPr>
            <a:xfrm>
              <a:off x="126956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46"/>
            <p:cNvSpPr/>
            <p:nvPr/>
          </p:nvSpPr>
          <p:spPr>
            <a:xfrm>
              <a:off x="138907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46"/>
            <p:cNvSpPr/>
            <p:nvPr/>
          </p:nvSpPr>
          <p:spPr>
            <a:xfrm>
              <a:off x="1508585"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46"/>
            <p:cNvSpPr/>
            <p:nvPr/>
          </p:nvSpPr>
          <p:spPr>
            <a:xfrm>
              <a:off x="162809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46"/>
            <p:cNvSpPr/>
            <p:nvPr/>
          </p:nvSpPr>
          <p:spPr>
            <a:xfrm>
              <a:off x="174760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46"/>
            <p:cNvSpPr/>
            <p:nvPr/>
          </p:nvSpPr>
          <p:spPr>
            <a:xfrm>
              <a:off x="1867110"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46"/>
            <p:cNvSpPr/>
            <p:nvPr/>
          </p:nvSpPr>
          <p:spPr>
            <a:xfrm>
              <a:off x="1986618"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46"/>
            <p:cNvSpPr/>
            <p:nvPr/>
          </p:nvSpPr>
          <p:spPr>
            <a:xfrm>
              <a:off x="210612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46"/>
            <p:cNvSpPr/>
            <p:nvPr/>
          </p:nvSpPr>
          <p:spPr>
            <a:xfrm>
              <a:off x="222563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46"/>
            <p:cNvSpPr/>
            <p:nvPr/>
          </p:nvSpPr>
          <p:spPr>
            <a:xfrm>
              <a:off x="2345143"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46"/>
            <p:cNvSpPr/>
            <p:nvPr/>
          </p:nvSpPr>
          <p:spPr>
            <a:xfrm>
              <a:off x="2464651"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46"/>
            <p:cNvSpPr/>
            <p:nvPr/>
          </p:nvSpPr>
          <p:spPr>
            <a:xfrm>
              <a:off x="258415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46"/>
            <p:cNvSpPr/>
            <p:nvPr/>
          </p:nvSpPr>
          <p:spPr>
            <a:xfrm>
              <a:off x="270366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46"/>
            <p:cNvSpPr/>
            <p:nvPr/>
          </p:nvSpPr>
          <p:spPr>
            <a:xfrm>
              <a:off x="2823176"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46"/>
            <p:cNvSpPr/>
            <p:nvPr/>
          </p:nvSpPr>
          <p:spPr>
            <a:xfrm>
              <a:off x="2942684"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46"/>
            <p:cNvSpPr/>
            <p:nvPr/>
          </p:nvSpPr>
          <p:spPr>
            <a:xfrm>
              <a:off x="3062192"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46"/>
            <p:cNvSpPr/>
            <p:nvPr/>
          </p:nvSpPr>
          <p:spPr>
            <a:xfrm>
              <a:off x="3181700"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46"/>
            <p:cNvSpPr/>
            <p:nvPr/>
          </p:nvSpPr>
          <p:spPr>
            <a:xfrm>
              <a:off x="3301209"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46"/>
            <p:cNvSpPr/>
            <p:nvPr/>
          </p:nvSpPr>
          <p:spPr>
            <a:xfrm>
              <a:off x="3420717" y="64610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46"/>
            <p:cNvSpPr/>
            <p:nvPr/>
          </p:nvSpPr>
          <p:spPr>
            <a:xfrm>
              <a:off x="31350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46"/>
            <p:cNvSpPr/>
            <p:nvPr/>
          </p:nvSpPr>
          <p:spPr>
            <a:xfrm>
              <a:off x="43301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46"/>
            <p:cNvSpPr/>
            <p:nvPr/>
          </p:nvSpPr>
          <p:spPr>
            <a:xfrm>
              <a:off x="55251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46"/>
            <p:cNvSpPr/>
            <p:nvPr/>
          </p:nvSpPr>
          <p:spPr>
            <a:xfrm>
              <a:off x="67202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46"/>
            <p:cNvSpPr/>
            <p:nvPr/>
          </p:nvSpPr>
          <p:spPr>
            <a:xfrm>
              <a:off x="79153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46"/>
            <p:cNvSpPr/>
            <p:nvPr/>
          </p:nvSpPr>
          <p:spPr>
            <a:xfrm>
              <a:off x="91104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46"/>
            <p:cNvSpPr/>
            <p:nvPr/>
          </p:nvSpPr>
          <p:spPr>
            <a:xfrm>
              <a:off x="103055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46"/>
            <p:cNvSpPr/>
            <p:nvPr/>
          </p:nvSpPr>
          <p:spPr>
            <a:xfrm>
              <a:off x="1150060"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46"/>
            <p:cNvSpPr/>
            <p:nvPr/>
          </p:nvSpPr>
          <p:spPr>
            <a:xfrm>
              <a:off x="126956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46"/>
            <p:cNvSpPr/>
            <p:nvPr/>
          </p:nvSpPr>
          <p:spPr>
            <a:xfrm>
              <a:off x="138907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46"/>
            <p:cNvSpPr/>
            <p:nvPr/>
          </p:nvSpPr>
          <p:spPr>
            <a:xfrm>
              <a:off x="1508585"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46"/>
            <p:cNvSpPr/>
            <p:nvPr/>
          </p:nvSpPr>
          <p:spPr>
            <a:xfrm>
              <a:off x="162809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46"/>
            <p:cNvSpPr/>
            <p:nvPr/>
          </p:nvSpPr>
          <p:spPr>
            <a:xfrm>
              <a:off x="174760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46"/>
            <p:cNvSpPr/>
            <p:nvPr/>
          </p:nvSpPr>
          <p:spPr>
            <a:xfrm>
              <a:off x="1867110"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46"/>
            <p:cNvSpPr/>
            <p:nvPr/>
          </p:nvSpPr>
          <p:spPr>
            <a:xfrm>
              <a:off x="1986618"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46"/>
            <p:cNvSpPr/>
            <p:nvPr/>
          </p:nvSpPr>
          <p:spPr>
            <a:xfrm>
              <a:off x="210612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46"/>
            <p:cNvSpPr/>
            <p:nvPr/>
          </p:nvSpPr>
          <p:spPr>
            <a:xfrm>
              <a:off x="222563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46"/>
            <p:cNvSpPr/>
            <p:nvPr/>
          </p:nvSpPr>
          <p:spPr>
            <a:xfrm>
              <a:off x="2345143"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46"/>
            <p:cNvSpPr/>
            <p:nvPr/>
          </p:nvSpPr>
          <p:spPr>
            <a:xfrm>
              <a:off x="2464651"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46"/>
            <p:cNvSpPr/>
            <p:nvPr/>
          </p:nvSpPr>
          <p:spPr>
            <a:xfrm>
              <a:off x="258415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46"/>
            <p:cNvSpPr/>
            <p:nvPr/>
          </p:nvSpPr>
          <p:spPr>
            <a:xfrm>
              <a:off x="270366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46"/>
            <p:cNvSpPr/>
            <p:nvPr/>
          </p:nvSpPr>
          <p:spPr>
            <a:xfrm>
              <a:off x="2823176"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46"/>
            <p:cNvSpPr/>
            <p:nvPr/>
          </p:nvSpPr>
          <p:spPr>
            <a:xfrm>
              <a:off x="2942684"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46"/>
            <p:cNvSpPr/>
            <p:nvPr/>
          </p:nvSpPr>
          <p:spPr>
            <a:xfrm>
              <a:off x="3062192"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46"/>
            <p:cNvSpPr/>
            <p:nvPr/>
          </p:nvSpPr>
          <p:spPr>
            <a:xfrm>
              <a:off x="3181700"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46"/>
            <p:cNvSpPr/>
            <p:nvPr/>
          </p:nvSpPr>
          <p:spPr>
            <a:xfrm>
              <a:off x="3301209"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46"/>
            <p:cNvSpPr/>
            <p:nvPr/>
          </p:nvSpPr>
          <p:spPr>
            <a:xfrm>
              <a:off x="3420717" y="75221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46"/>
            <p:cNvSpPr/>
            <p:nvPr/>
          </p:nvSpPr>
          <p:spPr>
            <a:xfrm>
              <a:off x="31350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46"/>
            <p:cNvSpPr/>
            <p:nvPr/>
          </p:nvSpPr>
          <p:spPr>
            <a:xfrm>
              <a:off x="43301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46"/>
            <p:cNvSpPr/>
            <p:nvPr/>
          </p:nvSpPr>
          <p:spPr>
            <a:xfrm>
              <a:off x="55251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46"/>
            <p:cNvSpPr/>
            <p:nvPr/>
          </p:nvSpPr>
          <p:spPr>
            <a:xfrm>
              <a:off x="67202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46"/>
            <p:cNvSpPr/>
            <p:nvPr/>
          </p:nvSpPr>
          <p:spPr>
            <a:xfrm>
              <a:off x="79153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46"/>
            <p:cNvSpPr/>
            <p:nvPr/>
          </p:nvSpPr>
          <p:spPr>
            <a:xfrm>
              <a:off x="91104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46"/>
            <p:cNvSpPr/>
            <p:nvPr/>
          </p:nvSpPr>
          <p:spPr>
            <a:xfrm>
              <a:off x="103055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46"/>
            <p:cNvSpPr/>
            <p:nvPr/>
          </p:nvSpPr>
          <p:spPr>
            <a:xfrm>
              <a:off x="1150060"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46"/>
            <p:cNvSpPr/>
            <p:nvPr/>
          </p:nvSpPr>
          <p:spPr>
            <a:xfrm>
              <a:off x="126956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46"/>
            <p:cNvSpPr/>
            <p:nvPr/>
          </p:nvSpPr>
          <p:spPr>
            <a:xfrm>
              <a:off x="138907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46"/>
            <p:cNvSpPr/>
            <p:nvPr/>
          </p:nvSpPr>
          <p:spPr>
            <a:xfrm>
              <a:off x="1508585"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46"/>
            <p:cNvSpPr/>
            <p:nvPr/>
          </p:nvSpPr>
          <p:spPr>
            <a:xfrm>
              <a:off x="162809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46"/>
            <p:cNvSpPr/>
            <p:nvPr/>
          </p:nvSpPr>
          <p:spPr>
            <a:xfrm>
              <a:off x="174760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46"/>
            <p:cNvSpPr/>
            <p:nvPr/>
          </p:nvSpPr>
          <p:spPr>
            <a:xfrm>
              <a:off x="1867110"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46"/>
            <p:cNvSpPr/>
            <p:nvPr/>
          </p:nvSpPr>
          <p:spPr>
            <a:xfrm>
              <a:off x="1986618"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46"/>
            <p:cNvSpPr/>
            <p:nvPr/>
          </p:nvSpPr>
          <p:spPr>
            <a:xfrm>
              <a:off x="210612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46"/>
            <p:cNvSpPr/>
            <p:nvPr/>
          </p:nvSpPr>
          <p:spPr>
            <a:xfrm>
              <a:off x="222563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46"/>
            <p:cNvSpPr/>
            <p:nvPr/>
          </p:nvSpPr>
          <p:spPr>
            <a:xfrm>
              <a:off x="2345143"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46"/>
            <p:cNvSpPr/>
            <p:nvPr/>
          </p:nvSpPr>
          <p:spPr>
            <a:xfrm>
              <a:off x="2464651"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46"/>
            <p:cNvSpPr/>
            <p:nvPr/>
          </p:nvSpPr>
          <p:spPr>
            <a:xfrm>
              <a:off x="258415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46"/>
            <p:cNvSpPr/>
            <p:nvPr/>
          </p:nvSpPr>
          <p:spPr>
            <a:xfrm>
              <a:off x="270366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46"/>
            <p:cNvSpPr/>
            <p:nvPr/>
          </p:nvSpPr>
          <p:spPr>
            <a:xfrm>
              <a:off x="2823176"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46"/>
            <p:cNvSpPr/>
            <p:nvPr/>
          </p:nvSpPr>
          <p:spPr>
            <a:xfrm>
              <a:off x="2942684"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46"/>
            <p:cNvSpPr/>
            <p:nvPr/>
          </p:nvSpPr>
          <p:spPr>
            <a:xfrm>
              <a:off x="3062192"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46"/>
            <p:cNvSpPr/>
            <p:nvPr/>
          </p:nvSpPr>
          <p:spPr>
            <a:xfrm>
              <a:off x="3181700"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46"/>
            <p:cNvSpPr/>
            <p:nvPr/>
          </p:nvSpPr>
          <p:spPr>
            <a:xfrm>
              <a:off x="3301209"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46"/>
            <p:cNvSpPr/>
            <p:nvPr/>
          </p:nvSpPr>
          <p:spPr>
            <a:xfrm>
              <a:off x="3420717" y="85832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46"/>
            <p:cNvSpPr/>
            <p:nvPr/>
          </p:nvSpPr>
          <p:spPr>
            <a:xfrm>
              <a:off x="31350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46"/>
            <p:cNvSpPr/>
            <p:nvPr/>
          </p:nvSpPr>
          <p:spPr>
            <a:xfrm>
              <a:off x="43301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46"/>
            <p:cNvSpPr/>
            <p:nvPr/>
          </p:nvSpPr>
          <p:spPr>
            <a:xfrm>
              <a:off x="55251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46"/>
            <p:cNvSpPr/>
            <p:nvPr/>
          </p:nvSpPr>
          <p:spPr>
            <a:xfrm>
              <a:off x="67202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46"/>
            <p:cNvSpPr/>
            <p:nvPr/>
          </p:nvSpPr>
          <p:spPr>
            <a:xfrm>
              <a:off x="79153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46"/>
            <p:cNvSpPr/>
            <p:nvPr/>
          </p:nvSpPr>
          <p:spPr>
            <a:xfrm>
              <a:off x="91104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46"/>
            <p:cNvSpPr/>
            <p:nvPr/>
          </p:nvSpPr>
          <p:spPr>
            <a:xfrm>
              <a:off x="103055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46"/>
            <p:cNvSpPr/>
            <p:nvPr/>
          </p:nvSpPr>
          <p:spPr>
            <a:xfrm>
              <a:off x="1150060"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46"/>
            <p:cNvSpPr/>
            <p:nvPr/>
          </p:nvSpPr>
          <p:spPr>
            <a:xfrm>
              <a:off x="126956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46"/>
            <p:cNvSpPr/>
            <p:nvPr/>
          </p:nvSpPr>
          <p:spPr>
            <a:xfrm>
              <a:off x="138907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46"/>
            <p:cNvSpPr/>
            <p:nvPr/>
          </p:nvSpPr>
          <p:spPr>
            <a:xfrm>
              <a:off x="1508585"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46"/>
            <p:cNvSpPr/>
            <p:nvPr/>
          </p:nvSpPr>
          <p:spPr>
            <a:xfrm>
              <a:off x="162809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46"/>
            <p:cNvSpPr/>
            <p:nvPr/>
          </p:nvSpPr>
          <p:spPr>
            <a:xfrm>
              <a:off x="174760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46"/>
            <p:cNvSpPr/>
            <p:nvPr/>
          </p:nvSpPr>
          <p:spPr>
            <a:xfrm>
              <a:off x="1867110"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46"/>
            <p:cNvSpPr/>
            <p:nvPr/>
          </p:nvSpPr>
          <p:spPr>
            <a:xfrm>
              <a:off x="1986618"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46"/>
            <p:cNvSpPr/>
            <p:nvPr/>
          </p:nvSpPr>
          <p:spPr>
            <a:xfrm>
              <a:off x="210612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46"/>
            <p:cNvSpPr/>
            <p:nvPr/>
          </p:nvSpPr>
          <p:spPr>
            <a:xfrm>
              <a:off x="222563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46"/>
            <p:cNvSpPr/>
            <p:nvPr/>
          </p:nvSpPr>
          <p:spPr>
            <a:xfrm>
              <a:off x="2345143"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46"/>
            <p:cNvSpPr/>
            <p:nvPr/>
          </p:nvSpPr>
          <p:spPr>
            <a:xfrm>
              <a:off x="2464651"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46"/>
            <p:cNvSpPr/>
            <p:nvPr/>
          </p:nvSpPr>
          <p:spPr>
            <a:xfrm>
              <a:off x="258415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46"/>
            <p:cNvSpPr/>
            <p:nvPr/>
          </p:nvSpPr>
          <p:spPr>
            <a:xfrm>
              <a:off x="270366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46"/>
            <p:cNvSpPr/>
            <p:nvPr/>
          </p:nvSpPr>
          <p:spPr>
            <a:xfrm>
              <a:off x="2823176"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46"/>
            <p:cNvSpPr/>
            <p:nvPr/>
          </p:nvSpPr>
          <p:spPr>
            <a:xfrm>
              <a:off x="2942684"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46"/>
            <p:cNvSpPr/>
            <p:nvPr/>
          </p:nvSpPr>
          <p:spPr>
            <a:xfrm>
              <a:off x="3062192"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46"/>
            <p:cNvSpPr/>
            <p:nvPr/>
          </p:nvSpPr>
          <p:spPr>
            <a:xfrm>
              <a:off x="3181700"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46"/>
            <p:cNvSpPr/>
            <p:nvPr/>
          </p:nvSpPr>
          <p:spPr>
            <a:xfrm>
              <a:off x="3301209"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46"/>
            <p:cNvSpPr/>
            <p:nvPr/>
          </p:nvSpPr>
          <p:spPr>
            <a:xfrm>
              <a:off x="3420717" y="96442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46"/>
            <p:cNvSpPr/>
            <p:nvPr/>
          </p:nvSpPr>
          <p:spPr>
            <a:xfrm>
              <a:off x="31350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46"/>
            <p:cNvSpPr/>
            <p:nvPr/>
          </p:nvSpPr>
          <p:spPr>
            <a:xfrm>
              <a:off x="43301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46"/>
            <p:cNvSpPr/>
            <p:nvPr/>
          </p:nvSpPr>
          <p:spPr>
            <a:xfrm>
              <a:off x="55251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46"/>
            <p:cNvSpPr/>
            <p:nvPr/>
          </p:nvSpPr>
          <p:spPr>
            <a:xfrm>
              <a:off x="67202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46"/>
            <p:cNvSpPr/>
            <p:nvPr/>
          </p:nvSpPr>
          <p:spPr>
            <a:xfrm>
              <a:off x="79153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46"/>
            <p:cNvSpPr/>
            <p:nvPr/>
          </p:nvSpPr>
          <p:spPr>
            <a:xfrm>
              <a:off x="91104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46"/>
            <p:cNvSpPr/>
            <p:nvPr/>
          </p:nvSpPr>
          <p:spPr>
            <a:xfrm>
              <a:off x="103055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46"/>
            <p:cNvSpPr/>
            <p:nvPr/>
          </p:nvSpPr>
          <p:spPr>
            <a:xfrm>
              <a:off x="1150060"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46"/>
            <p:cNvSpPr/>
            <p:nvPr/>
          </p:nvSpPr>
          <p:spPr>
            <a:xfrm>
              <a:off x="126956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46"/>
            <p:cNvSpPr/>
            <p:nvPr/>
          </p:nvSpPr>
          <p:spPr>
            <a:xfrm>
              <a:off x="138907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46"/>
            <p:cNvSpPr/>
            <p:nvPr/>
          </p:nvSpPr>
          <p:spPr>
            <a:xfrm>
              <a:off x="1508585"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46"/>
            <p:cNvSpPr/>
            <p:nvPr/>
          </p:nvSpPr>
          <p:spPr>
            <a:xfrm>
              <a:off x="162809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46"/>
            <p:cNvSpPr/>
            <p:nvPr/>
          </p:nvSpPr>
          <p:spPr>
            <a:xfrm>
              <a:off x="174760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46"/>
            <p:cNvSpPr/>
            <p:nvPr/>
          </p:nvSpPr>
          <p:spPr>
            <a:xfrm>
              <a:off x="1867110"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46"/>
            <p:cNvSpPr/>
            <p:nvPr/>
          </p:nvSpPr>
          <p:spPr>
            <a:xfrm>
              <a:off x="1986618"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46"/>
            <p:cNvSpPr/>
            <p:nvPr/>
          </p:nvSpPr>
          <p:spPr>
            <a:xfrm>
              <a:off x="210612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46"/>
            <p:cNvSpPr/>
            <p:nvPr/>
          </p:nvSpPr>
          <p:spPr>
            <a:xfrm>
              <a:off x="222563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46"/>
            <p:cNvSpPr/>
            <p:nvPr/>
          </p:nvSpPr>
          <p:spPr>
            <a:xfrm>
              <a:off x="2345143"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46"/>
            <p:cNvSpPr/>
            <p:nvPr/>
          </p:nvSpPr>
          <p:spPr>
            <a:xfrm>
              <a:off x="2464651"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46"/>
            <p:cNvSpPr/>
            <p:nvPr/>
          </p:nvSpPr>
          <p:spPr>
            <a:xfrm>
              <a:off x="258415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46"/>
            <p:cNvSpPr/>
            <p:nvPr/>
          </p:nvSpPr>
          <p:spPr>
            <a:xfrm>
              <a:off x="270366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46"/>
            <p:cNvSpPr/>
            <p:nvPr/>
          </p:nvSpPr>
          <p:spPr>
            <a:xfrm>
              <a:off x="2823176"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46"/>
            <p:cNvSpPr/>
            <p:nvPr/>
          </p:nvSpPr>
          <p:spPr>
            <a:xfrm>
              <a:off x="2942684"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46"/>
            <p:cNvSpPr/>
            <p:nvPr/>
          </p:nvSpPr>
          <p:spPr>
            <a:xfrm>
              <a:off x="3062192"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46"/>
            <p:cNvSpPr/>
            <p:nvPr/>
          </p:nvSpPr>
          <p:spPr>
            <a:xfrm>
              <a:off x="3181700"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46"/>
            <p:cNvSpPr/>
            <p:nvPr/>
          </p:nvSpPr>
          <p:spPr>
            <a:xfrm>
              <a:off x="3301209"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46"/>
            <p:cNvSpPr/>
            <p:nvPr/>
          </p:nvSpPr>
          <p:spPr>
            <a:xfrm>
              <a:off x="3420717" y="107053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46"/>
            <p:cNvSpPr/>
            <p:nvPr/>
          </p:nvSpPr>
          <p:spPr>
            <a:xfrm>
              <a:off x="31350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46"/>
            <p:cNvSpPr/>
            <p:nvPr/>
          </p:nvSpPr>
          <p:spPr>
            <a:xfrm>
              <a:off x="43301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46"/>
            <p:cNvSpPr/>
            <p:nvPr/>
          </p:nvSpPr>
          <p:spPr>
            <a:xfrm>
              <a:off x="55251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46"/>
            <p:cNvSpPr/>
            <p:nvPr/>
          </p:nvSpPr>
          <p:spPr>
            <a:xfrm>
              <a:off x="67202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46"/>
            <p:cNvSpPr/>
            <p:nvPr/>
          </p:nvSpPr>
          <p:spPr>
            <a:xfrm>
              <a:off x="79153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46"/>
            <p:cNvSpPr/>
            <p:nvPr/>
          </p:nvSpPr>
          <p:spPr>
            <a:xfrm>
              <a:off x="91104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46"/>
            <p:cNvSpPr/>
            <p:nvPr/>
          </p:nvSpPr>
          <p:spPr>
            <a:xfrm>
              <a:off x="103055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46"/>
            <p:cNvSpPr/>
            <p:nvPr/>
          </p:nvSpPr>
          <p:spPr>
            <a:xfrm>
              <a:off x="1150060"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46"/>
            <p:cNvSpPr/>
            <p:nvPr/>
          </p:nvSpPr>
          <p:spPr>
            <a:xfrm>
              <a:off x="126956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46"/>
            <p:cNvSpPr/>
            <p:nvPr/>
          </p:nvSpPr>
          <p:spPr>
            <a:xfrm>
              <a:off x="138907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46"/>
            <p:cNvSpPr/>
            <p:nvPr/>
          </p:nvSpPr>
          <p:spPr>
            <a:xfrm>
              <a:off x="1508585"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46"/>
            <p:cNvSpPr/>
            <p:nvPr/>
          </p:nvSpPr>
          <p:spPr>
            <a:xfrm>
              <a:off x="162809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46"/>
            <p:cNvSpPr/>
            <p:nvPr/>
          </p:nvSpPr>
          <p:spPr>
            <a:xfrm>
              <a:off x="174760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46"/>
            <p:cNvSpPr/>
            <p:nvPr/>
          </p:nvSpPr>
          <p:spPr>
            <a:xfrm>
              <a:off x="1867110"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46"/>
            <p:cNvSpPr/>
            <p:nvPr/>
          </p:nvSpPr>
          <p:spPr>
            <a:xfrm>
              <a:off x="1986618"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46"/>
            <p:cNvSpPr/>
            <p:nvPr/>
          </p:nvSpPr>
          <p:spPr>
            <a:xfrm>
              <a:off x="210612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46"/>
            <p:cNvSpPr/>
            <p:nvPr/>
          </p:nvSpPr>
          <p:spPr>
            <a:xfrm>
              <a:off x="222563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46"/>
            <p:cNvSpPr/>
            <p:nvPr/>
          </p:nvSpPr>
          <p:spPr>
            <a:xfrm>
              <a:off x="2345143"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46"/>
            <p:cNvSpPr/>
            <p:nvPr/>
          </p:nvSpPr>
          <p:spPr>
            <a:xfrm>
              <a:off x="2464651"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46"/>
            <p:cNvSpPr/>
            <p:nvPr/>
          </p:nvSpPr>
          <p:spPr>
            <a:xfrm>
              <a:off x="258415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46"/>
            <p:cNvSpPr/>
            <p:nvPr/>
          </p:nvSpPr>
          <p:spPr>
            <a:xfrm>
              <a:off x="270366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46"/>
            <p:cNvSpPr/>
            <p:nvPr/>
          </p:nvSpPr>
          <p:spPr>
            <a:xfrm>
              <a:off x="2823176"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46"/>
            <p:cNvSpPr/>
            <p:nvPr/>
          </p:nvSpPr>
          <p:spPr>
            <a:xfrm>
              <a:off x="2942684"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46"/>
            <p:cNvSpPr/>
            <p:nvPr/>
          </p:nvSpPr>
          <p:spPr>
            <a:xfrm>
              <a:off x="3062192"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46"/>
            <p:cNvSpPr/>
            <p:nvPr/>
          </p:nvSpPr>
          <p:spPr>
            <a:xfrm>
              <a:off x="3181700"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46"/>
            <p:cNvSpPr/>
            <p:nvPr/>
          </p:nvSpPr>
          <p:spPr>
            <a:xfrm>
              <a:off x="3301209"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46"/>
            <p:cNvSpPr/>
            <p:nvPr/>
          </p:nvSpPr>
          <p:spPr>
            <a:xfrm>
              <a:off x="3420717" y="117664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46"/>
            <p:cNvSpPr/>
            <p:nvPr/>
          </p:nvSpPr>
          <p:spPr>
            <a:xfrm>
              <a:off x="31350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46"/>
            <p:cNvSpPr/>
            <p:nvPr/>
          </p:nvSpPr>
          <p:spPr>
            <a:xfrm>
              <a:off x="43301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46"/>
            <p:cNvSpPr/>
            <p:nvPr/>
          </p:nvSpPr>
          <p:spPr>
            <a:xfrm>
              <a:off x="55251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46"/>
            <p:cNvSpPr/>
            <p:nvPr/>
          </p:nvSpPr>
          <p:spPr>
            <a:xfrm>
              <a:off x="67202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46"/>
            <p:cNvSpPr/>
            <p:nvPr/>
          </p:nvSpPr>
          <p:spPr>
            <a:xfrm>
              <a:off x="79153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46"/>
            <p:cNvSpPr/>
            <p:nvPr/>
          </p:nvSpPr>
          <p:spPr>
            <a:xfrm>
              <a:off x="91104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46"/>
            <p:cNvSpPr/>
            <p:nvPr/>
          </p:nvSpPr>
          <p:spPr>
            <a:xfrm>
              <a:off x="103055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46"/>
            <p:cNvSpPr/>
            <p:nvPr/>
          </p:nvSpPr>
          <p:spPr>
            <a:xfrm>
              <a:off x="1150060"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46"/>
            <p:cNvSpPr/>
            <p:nvPr/>
          </p:nvSpPr>
          <p:spPr>
            <a:xfrm>
              <a:off x="126956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46"/>
            <p:cNvSpPr/>
            <p:nvPr/>
          </p:nvSpPr>
          <p:spPr>
            <a:xfrm>
              <a:off x="138907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46"/>
            <p:cNvSpPr/>
            <p:nvPr/>
          </p:nvSpPr>
          <p:spPr>
            <a:xfrm>
              <a:off x="1508585"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46"/>
            <p:cNvSpPr/>
            <p:nvPr/>
          </p:nvSpPr>
          <p:spPr>
            <a:xfrm>
              <a:off x="162809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46"/>
            <p:cNvSpPr/>
            <p:nvPr/>
          </p:nvSpPr>
          <p:spPr>
            <a:xfrm>
              <a:off x="174760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46"/>
            <p:cNvSpPr/>
            <p:nvPr/>
          </p:nvSpPr>
          <p:spPr>
            <a:xfrm>
              <a:off x="1867110"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46"/>
            <p:cNvSpPr/>
            <p:nvPr/>
          </p:nvSpPr>
          <p:spPr>
            <a:xfrm>
              <a:off x="1986618"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46"/>
            <p:cNvSpPr/>
            <p:nvPr/>
          </p:nvSpPr>
          <p:spPr>
            <a:xfrm>
              <a:off x="210612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46"/>
            <p:cNvSpPr/>
            <p:nvPr/>
          </p:nvSpPr>
          <p:spPr>
            <a:xfrm>
              <a:off x="222563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46"/>
            <p:cNvSpPr/>
            <p:nvPr/>
          </p:nvSpPr>
          <p:spPr>
            <a:xfrm>
              <a:off x="2345143"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46"/>
            <p:cNvSpPr/>
            <p:nvPr/>
          </p:nvSpPr>
          <p:spPr>
            <a:xfrm>
              <a:off x="2464651"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46"/>
            <p:cNvSpPr/>
            <p:nvPr/>
          </p:nvSpPr>
          <p:spPr>
            <a:xfrm>
              <a:off x="258415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46"/>
            <p:cNvSpPr/>
            <p:nvPr/>
          </p:nvSpPr>
          <p:spPr>
            <a:xfrm>
              <a:off x="270366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46"/>
            <p:cNvSpPr/>
            <p:nvPr/>
          </p:nvSpPr>
          <p:spPr>
            <a:xfrm>
              <a:off x="2823176"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46"/>
            <p:cNvSpPr/>
            <p:nvPr/>
          </p:nvSpPr>
          <p:spPr>
            <a:xfrm>
              <a:off x="2942684"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46"/>
            <p:cNvSpPr/>
            <p:nvPr/>
          </p:nvSpPr>
          <p:spPr>
            <a:xfrm>
              <a:off x="3062192"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46"/>
            <p:cNvSpPr/>
            <p:nvPr/>
          </p:nvSpPr>
          <p:spPr>
            <a:xfrm>
              <a:off x="3181700"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46"/>
            <p:cNvSpPr/>
            <p:nvPr/>
          </p:nvSpPr>
          <p:spPr>
            <a:xfrm>
              <a:off x="3301209"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46"/>
            <p:cNvSpPr/>
            <p:nvPr/>
          </p:nvSpPr>
          <p:spPr>
            <a:xfrm>
              <a:off x="3420717" y="128275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46"/>
            <p:cNvSpPr/>
            <p:nvPr/>
          </p:nvSpPr>
          <p:spPr>
            <a:xfrm>
              <a:off x="31350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46"/>
            <p:cNvSpPr/>
            <p:nvPr/>
          </p:nvSpPr>
          <p:spPr>
            <a:xfrm>
              <a:off x="43301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46"/>
            <p:cNvSpPr/>
            <p:nvPr/>
          </p:nvSpPr>
          <p:spPr>
            <a:xfrm>
              <a:off x="55251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46"/>
            <p:cNvSpPr/>
            <p:nvPr/>
          </p:nvSpPr>
          <p:spPr>
            <a:xfrm>
              <a:off x="67202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46"/>
            <p:cNvSpPr/>
            <p:nvPr/>
          </p:nvSpPr>
          <p:spPr>
            <a:xfrm>
              <a:off x="79153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46"/>
            <p:cNvSpPr/>
            <p:nvPr/>
          </p:nvSpPr>
          <p:spPr>
            <a:xfrm>
              <a:off x="91104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46"/>
            <p:cNvSpPr/>
            <p:nvPr/>
          </p:nvSpPr>
          <p:spPr>
            <a:xfrm>
              <a:off x="103055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46"/>
            <p:cNvSpPr/>
            <p:nvPr/>
          </p:nvSpPr>
          <p:spPr>
            <a:xfrm>
              <a:off x="1150060"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46"/>
            <p:cNvSpPr/>
            <p:nvPr/>
          </p:nvSpPr>
          <p:spPr>
            <a:xfrm>
              <a:off x="126956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46"/>
            <p:cNvSpPr/>
            <p:nvPr/>
          </p:nvSpPr>
          <p:spPr>
            <a:xfrm>
              <a:off x="138907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46"/>
            <p:cNvSpPr/>
            <p:nvPr/>
          </p:nvSpPr>
          <p:spPr>
            <a:xfrm>
              <a:off x="1508585"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46"/>
            <p:cNvSpPr/>
            <p:nvPr/>
          </p:nvSpPr>
          <p:spPr>
            <a:xfrm>
              <a:off x="162809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46"/>
            <p:cNvSpPr/>
            <p:nvPr/>
          </p:nvSpPr>
          <p:spPr>
            <a:xfrm>
              <a:off x="174760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46"/>
            <p:cNvSpPr/>
            <p:nvPr/>
          </p:nvSpPr>
          <p:spPr>
            <a:xfrm>
              <a:off x="1867110"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46"/>
            <p:cNvSpPr/>
            <p:nvPr/>
          </p:nvSpPr>
          <p:spPr>
            <a:xfrm>
              <a:off x="1986618"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46"/>
            <p:cNvSpPr/>
            <p:nvPr/>
          </p:nvSpPr>
          <p:spPr>
            <a:xfrm>
              <a:off x="210612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46"/>
            <p:cNvSpPr/>
            <p:nvPr/>
          </p:nvSpPr>
          <p:spPr>
            <a:xfrm>
              <a:off x="222563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46"/>
            <p:cNvSpPr/>
            <p:nvPr/>
          </p:nvSpPr>
          <p:spPr>
            <a:xfrm>
              <a:off x="2345143"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46"/>
            <p:cNvSpPr/>
            <p:nvPr/>
          </p:nvSpPr>
          <p:spPr>
            <a:xfrm>
              <a:off x="2464651"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46"/>
            <p:cNvSpPr/>
            <p:nvPr/>
          </p:nvSpPr>
          <p:spPr>
            <a:xfrm>
              <a:off x="258415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46"/>
            <p:cNvSpPr/>
            <p:nvPr/>
          </p:nvSpPr>
          <p:spPr>
            <a:xfrm>
              <a:off x="270366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46"/>
            <p:cNvSpPr/>
            <p:nvPr/>
          </p:nvSpPr>
          <p:spPr>
            <a:xfrm>
              <a:off x="2823176"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46"/>
            <p:cNvSpPr/>
            <p:nvPr/>
          </p:nvSpPr>
          <p:spPr>
            <a:xfrm>
              <a:off x="2942684"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46"/>
            <p:cNvSpPr/>
            <p:nvPr/>
          </p:nvSpPr>
          <p:spPr>
            <a:xfrm>
              <a:off x="3062192"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46"/>
            <p:cNvSpPr/>
            <p:nvPr/>
          </p:nvSpPr>
          <p:spPr>
            <a:xfrm>
              <a:off x="3181700"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46"/>
            <p:cNvSpPr/>
            <p:nvPr/>
          </p:nvSpPr>
          <p:spPr>
            <a:xfrm>
              <a:off x="3301209"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46"/>
            <p:cNvSpPr/>
            <p:nvPr/>
          </p:nvSpPr>
          <p:spPr>
            <a:xfrm>
              <a:off x="3420717" y="138885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46"/>
            <p:cNvSpPr/>
            <p:nvPr/>
          </p:nvSpPr>
          <p:spPr>
            <a:xfrm>
              <a:off x="31350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46"/>
            <p:cNvSpPr/>
            <p:nvPr/>
          </p:nvSpPr>
          <p:spPr>
            <a:xfrm>
              <a:off x="43301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46"/>
            <p:cNvSpPr/>
            <p:nvPr/>
          </p:nvSpPr>
          <p:spPr>
            <a:xfrm>
              <a:off x="55251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46"/>
            <p:cNvSpPr/>
            <p:nvPr/>
          </p:nvSpPr>
          <p:spPr>
            <a:xfrm>
              <a:off x="67202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46"/>
            <p:cNvSpPr/>
            <p:nvPr/>
          </p:nvSpPr>
          <p:spPr>
            <a:xfrm>
              <a:off x="79153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46"/>
            <p:cNvSpPr/>
            <p:nvPr/>
          </p:nvSpPr>
          <p:spPr>
            <a:xfrm>
              <a:off x="91104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46"/>
            <p:cNvSpPr/>
            <p:nvPr/>
          </p:nvSpPr>
          <p:spPr>
            <a:xfrm>
              <a:off x="103055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46"/>
            <p:cNvSpPr/>
            <p:nvPr/>
          </p:nvSpPr>
          <p:spPr>
            <a:xfrm>
              <a:off x="1150060"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46"/>
            <p:cNvSpPr/>
            <p:nvPr/>
          </p:nvSpPr>
          <p:spPr>
            <a:xfrm>
              <a:off x="126956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46"/>
            <p:cNvSpPr/>
            <p:nvPr/>
          </p:nvSpPr>
          <p:spPr>
            <a:xfrm>
              <a:off x="138907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46"/>
            <p:cNvSpPr/>
            <p:nvPr/>
          </p:nvSpPr>
          <p:spPr>
            <a:xfrm>
              <a:off x="1508585"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46"/>
            <p:cNvSpPr/>
            <p:nvPr/>
          </p:nvSpPr>
          <p:spPr>
            <a:xfrm>
              <a:off x="162809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46"/>
            <p:cNvSpPr/>
            <p:nvPr/>
          </p:nvSpPr>
          <p:spPr>
            <a:xfrm>
              <a:off x="174760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46"/>
            <p:cNvSpPr/>
            <p:nvPr/>
          </p:nvSpPr>
          <p:spPr>
            <a:xfrm>
              <a:off x="1867110"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46"/>
            <p:cNvSpPr/>
            <p:nvPr/>
          </p:nvSpPr>
          <p:spPr>
            <a:xfrm>
              <a:off x="1986618"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46"/>
            <p:cNvSpPr/>
            <p:nvPr/>
          </p:nvSpPr>
          <p:spPr>
            <a:xfrm>
              <a:off x="210612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46"/>
            <p:cNvSpPr/>
            <p:nvPr/>
          </p:nvSpPr>
          <p:spPr>
            <a:xfrm>
              <a:off x="222563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46"/>
            <p:cNvSpPr/>
            <p:nvPr/>
          </p:nvSpPr>
          <p:spPr>
            <a:xfrm>
              <a:off x="2345143"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46"/>
            <p:cNvSpPr/>
            <p:nvPr/>
          </p:nvSpPr>
          <p:spPr>
            <a:xfrm>
              <a:off x="2464651"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46"/>
            <p:cNvSpPr/>
            <p:nvPr/>
          </p:nvSpPr>
          <p:spPr>
            <a:xfrm>
              <a:off x="258415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46"/>
            <p:cNvSpPr/>
            <p:nvPr/>
          </p:nvSpPr>
          <p:spPr>
            <a:xfrm>
              <a:off x="270366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46"/>
            <p:cNvSpPr/>
            <p:nvPr/>
          </p:nvSpPr>
          <p:spPr>
            <a:xfrm>
              <a:off x="2823176"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46"/>
            <p:cNvSpPr/>
            <p:nvPr/>
          </p:nvSpPr>
          <p:spPr>
            <a:xfrm>
              <a:off x="2942684"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46"/>
            <p:cNvSpPr/>
            <p:nvPr/>
          </p:nvSpPr>
          <p:spPr>
            <a:xfrm>
              <a:off x="3062192"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46"/>
            <p:cNvSpPr/>
            <p:nvPr/>
          </p:nvSpPr>
          <p:spPr>
            <a:xfrm>
              <a:off x="3181700"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46"/>
            <p:cNvSpPr/>
            <p:nvPr/>
          </p:nvSpPr>
          <p:spPr>
            <a:xfrm>
              <a:off x="3301209"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46"/>
            <p:cNvSpPr/>
            <p:nvPr/>
          </p:nvSpPr>
          <p:spPr>
            <a:xfrm>
              <a:off x="3420717" y="149496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46"/>
            <p:cNvSpPr/>
            <p:nvPr/>
          </p:nvSpPr>
          <p:spPr>
            <a:xfrm>
              <a:off x="31350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46"/>
            <p:cNvSpPr/>
            <p:nvPr/>
          </p:nvSpPr>
          <p:spPr>
            <a:xfrm>
              <a:off x="43301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46"/>
            <p:cNvSpPr/>
            <p:nvPr/>
          </p:nvSpPr>
          <p:spPr>
            <a:xfrm>
              <a:off x="55251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46"/>
            <p:cNvSpPr/>
            <p:nvPr/>
          </p:nvSpPr>
          <p:spPr>
            <a:xfrm>
              <a:off x="67202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46"/>
            <p:cNvSpPr/>
            <p:nvPr/>
          </p:nvSpPr>
          <p:spPr>
            <a:xfrm>
              <a:off x="79153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46"/>
            <p:cNvSpPr/>
            <p:nvPr/>
          </p:nvSpPr>
          <p:spPr>
            <a:xfrm>
              <a:off x="91104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46"/>
            <p:cNvSpPr/>
            <p:nvPr/>
          </p:nvSpPr>
          <p:spPr>
            <a:xfrm>
              <a:off x="103055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46"/>
            <p:cNvSpPr/>
            <p:nvPr/>
          </p:nvSpPr>
          <p:spPr>
            <a:xfrm>
              <a:off x="1150060"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46"/>
            <p:cNvSpPr/>
            <p:nvPr/>
          </p:nvSpPr>
          <p:spPr>
            <a:xfrm>
              <a:off x="126956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46"/>
            <p:cNvSpPr/>
            <p:nvPr/>
          </p:nvSpPr>
          <p:spPr>
            <a:xfrm>
              <a:off x="138907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46"/>
            <p:cNvSpPr/>
            <p:nvPr/>
          </p:nvSpPr>
          <p:spPr>
            <a:xfrm>
              <a:off x="1508585"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46"/>
            <p:cNvSpPr/>
            <p:nvPr/>
          </p:nvSpPr>
          <p:spPr>
            <a:xfrm>
              <a:off x="162809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46"/>
            <p:cNvSpPr/>
            <p:nvPr/>
          </p:nvSpPr>
          <p:spPr>
            <a:xfrm>
              <a:off x="174760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46"/>
            <p:cNvSpPr/>
            <p:nvPr/>
          </p:nvSpPr>
          <p:spPr>
            <a:xfrm>
              <a:off x="1867110"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46"/>
            <p:cNvSpPr/>
            <p:nvPr/>
          </p:nvSpPr>
          <p:spPr>
            <a:xfrm>
              <a:off x="1986618"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46"/>
            <p:cNvSpPr/>
            <p:nvPr/>
          </p:nvSpPr>
          <p:spPr>
            <a:xfrm>
              <a:off x="210612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46"/>
            <p:cNvSpPr/>
            <p:nvPr/>
          </p:nvSpPr>
          <p:spPr>
            <a:xfrm>
              <a:off x="222563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46"/>
            <p:cNvSpPr/>
            <p:nvPr/>
          </p:nvSpPr>
          <p:spPr>
            <a:xfrm>
              <a:off x="2345143"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46"/>
            <p:cNvSpPr/>
            <p:nvPr/>
          </p:nvSpPr>
          <p:spPr>
            <a:xfrm>
              <a:off x="2464651"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46"/>
            <p:cNvSpPr/>
            <p:nvPr/>
          </p:nvSpPr>
          <p:spPr>
            <a:xfrm>
              <a:off x="258415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46"/>
            <p:cNvSpPr/>
            <p:nvPr/>
          </p:nvSpPr>
          <p:spPr>
            <a:xfrm>
              <a:off x="270366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46"/>
            <p:cNvSpPr/>
            <p:nvPr/>
          </p:nvSpPr>
          <p:spPr>
            <a:xfrm>
              <a:off x="2823176"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46"/>
            <p:cNvSpPr/>
            <p:nvPr/>
          </p:nvSpPr>
          <p:spPr>
            <a:xfrm>
              <a:off x="2942684"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46"/>
            <p:cNvSpPr/>
            <p:nvPr/>
          </p:nvSpPr>
          <p:spPr>
            <a:xfrm>
              <a:off x="3062192"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46"/>
            <p:cNvSpPr/>
            <p:nvPr/>
          </p:nvSpPr>
          <p:spPr>
            <a:xfrm>
              <a:off x="3181700"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46"/>
            <p:cNvSpPr/>
            <p:nvPr/>
          </p:nvSpPr>
          <p:spPr>
            <a:xfrm>
              <a:off x="3301209"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46"/>
            <p:cNvSpPr/>
            <p:nvPr/>
          </p:nvSpPr>
          <p:spPr>
            <a:xfrm>
              <a:off x="3420717" y="160107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46"/>
            <p:cNvSpPr/>
            <p:nvPr/>
          </p:nvSpPr>
          <p:spPr>
            <a:xfrm>
              <a:off x="31350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46"/>
            <p:cNvSpPr/>
            <p:nvPr/>
          </p:nvSpPr>
          <p:spPr>
            <a:xfrm>
              <a:off x="43301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46"/>
            <p:cNvSpPr/>
            <p:nvPr/>
          </p:nvSpPr>
          <p:spPr>
            <a:xfrm>
              <a:off x="55251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46"/>
            <p:cNvSpPr/>
            <p:nvPr/>
          </p:nvSpPr>
          <p:spPr>
            <a:xfrm>
              <a:off x="67202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46"/>
            <p:cNvSpPr/>
            <p:nvPr/>
          </p:nvSpPr>
          <p:spPr>
            <a:xfrm>
              <a:off x="79153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46"/>
            <p:cNvSpPr/>
            <p:nvPr/>
          </p:nvSpPr>
          <p:spPr>
            <a:xfrm>
              <a:off x="91104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46"/>
            <p:cNvSpPr/>
            <p:nvPr/>
          </p:nvSpPr>
          <p:spPr>
            <a:xfrm>
              <a:off x="103055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46"/>
            <p:cNvSpPr/>
            <p:nvPr/>
          </p:nvSpPr>
          <p:spPr>
            <a:xfrm>
              <a:off x="1150060"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46"/>
            <p:cNvSpPr/>
            <p:nvPr/>
          </p:nvSpPr>
          <p:spPr>
            <a:xfrm>
              <a:off x="126956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46"/>
            <p:cNvSpPr/>
            <p:nvPr/>
          </p:nvSpPr>
          <p:spPr>
            <a:xfrm>
              <a:off x="138907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46"/>
            <p:cNvSpPr/>
            <p:nvPr/>
          </p:nvSpPr>
          <p:spPr>
            <a:xfrm>
              <a:off x="1508585"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46"/>
            <p:cNvSpPr/>
            <p:nvPr/>
          </p:nvSpPr>
          <p:spPr>
            <a:xfrm>
              <a:off x="162809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46"/>
            <p:cNvSpPr/>
            <p:nvPr/>
          </p:nvSpPr>
          <p:spPr>
            <a:xfrm>
              <a:off x="174760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46"/>
            <p:cNvSpPr/>
            <p:nvPr/>
          </p:nvSpPr>
          <p:spPr>
            <a:xfrm>
              <a:off x="1867110"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46"/>
            <p:cNvSpPr/>
            <p:nvPr/>
          </p:nvSpPr>
          <p:spPr>
            <a:xfrm>
              <a:off x="1986618"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46"/>
            <p:cNvSpPr/>
            <p:nvPr/>
          </p:nvSpPr>
          <p:spPr>
            <a:xfrm>
              <a:off x="210612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46"/>
            <p:cNvSpPr/>
            <p:nvPr/>
          </p:nvSpPr>
          <p:spPr>
            <a:xfrm>
              <a:off x="222563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46"/>
            <p:cNvSpPr/>
            <p:nvPr/>
          </p:nvSpPr>
          <p:spPr>
            <a:xfrm>
              <a:off x="2345143"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46"/>
            <p:cNvSpPr/>
            <p:nvPr/>
          </p:nvSpPr>
          <p:spPr>
            <a:xfrm>
              <a:off x="2464651"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46"/>
            <p:cNvSpPr/>
            <p:nvPr/>
          </p:nvSpPr>
          <p:spPr>
            <a:xfrm>
              <a:off x="258415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46"/>
            <p:cNvSpPr/>
            <p:nvPr/>
          </p:nvSpPr>
          <p:spPr>
            <a:xfrm>
              <a:off x="270366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46"/>
            <p:cNvSpPr/>
            <p:nvPr/>
          </p:nvSpPr>
          <p:spPr>
            <a:xfrm>
              <a:off x="2823176"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46"/>
            <p:cNvSpPr/>
            <p:nvPr/>
          </p:nvSpPr>
          <p:spPr>
            <a:xfrm>
              <a:off x="2942684"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46"/>
            <p:cNvSpPr/>
            <p:nvPr/>
          </p:nvSpPr>
          <p:spPr>
            <a:xfrm>
              <a:off x="3062192"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46"/>
            <p:cNvSpPr/>
            <p:nvPr/>
          </p:nvSpPr>
          <p:spPr>
            <a:xfrm>
              <a:off x="3181700"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46"/>
            <p:cNvSpPr/>
            <p:nvPr/>
          </p:nvSpPr>
          <p:spPr>
            <a:xfrm>
              <a:off x="3301209"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46"/>
            <p:cNvSpPr/>
            <p:nvPr/>
          </p:nvSpPr>
          <p:spPr>
            <a:xfrm>
              <a:off x="3420717" y="170717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46"/>
            <p:cNvSpPr/>
            <p:nvPr/>
          </p:nvSpPr>
          <p:spPr>
            <a:xfrm>
              <a:off x="31350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46"/>
            <p:cNvSpPr/>
            <p:nvPr/>
          </p:nvSpPr>
          <p:spPr>
            <a:xfrm>
              <a:off x="43301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46"/>
            <p:cNvSpPr/>
            <p:nvPr/>
          </p:nvSpPr>
          <p:spPr>
            <a:xfrm>
              <a:off x="55251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46"/>
            <p:cNvSpPr/>
            <p:nvPr/>
          </p:nvSpPr>
          <p:spPr>
            <a:xfrm>
              <a:off x="67202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46"/>
            <p:cNvSpPr/>
            <p:nvPr/>
          </p:nvSpPr>
          <p:spPr>
            <a:xfrm>
              <a:off x="79153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46"/>
            <p:cNvSpPr/>
            <p:nvPr/>
          </p:nvSpPr>
          <p:spPr>
            <a:xfrm>
              <a:off x="91104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46"/>
            <p:cNvSpPr/>
            <p:nvPr/>
          </p:nvSpPr>
          <p:spPr>
            <a:xfrm>
              <a:off x="103055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46"/>
            <p:cNvSpPr/>
            <p:nvPr/>
          </p:nvSpPr>
          <p:spPr>
            <a:xfrm>
              <a:off x="1150060"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46"/>
            <p:cNvSpPr/>
            <p:nvPr/>
          </p:nvSpPr>
          <p:spPr>
            <a:xfrm>
              <a:off x="126956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46"/>
            <p:cNvSpPr/>
            <p:nvPr/>
          </p:nvSpPr>
          <p:spPr>
            <a:xfrm>
              <a:off x="138907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46"/>
            <p:cNvSpPr/>
            <p:nvPr/>
          </p:nvSpPr>
          <p:spPr>
            <a:xfrm>
              <a:off x="1508585"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46"/>
            <p:cNvSpPr/>
            <p:nvPr/>
          </p:nvSpPr>
          <p:spPr>
            <a:xfrm>
              <a:off x="162809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46"/>
            <p:cNvSpPr/>
            <p:nvPr/>
          </p:nvSpPr>
          <p:spPr>
            <a:xfrm>
              <a:off x="174760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46"/>
            <p:cNvSpPr/>
            <p:nvPr/>
          </p:nvSpPr>
          <p:spPr>
            <a:xfrm>
              <a:off x="1867110"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46"/>
            <p:cNvSpPr/>
            <p:nvPr/>
          </p:nvSpPr>
          <p:spPr>
            <a:xfrm>
              <a:off x="1986618"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46"/>
            <p:cNvSpPr/>
            <p:nvPr/>
          </p:nvSpPr>
          <p:spPr>
            <a:xfrm>
              <a:off x="210612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46"/>
            <p:cNvSpPr/>
            <p:nvPr/>
          </p:nvSpPr>
          <p:spPr>
            <a:xfrm>
              <a:off x="222563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46"/>
            <p:cNvSpPr/>
            <p:nvPr/>
          </p:nvSpPr>
          <p:spPr>
            <a:xfrm>
              <a:off x="2345143"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46"/>
            <p:cNvSpPr/>
            <p:nvPr/>
          </p:nvSpPr>
          <p:spPr>
            <a:xfrm>
              <a:off x="2464651"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46"/>
            <p:cNvSpPr/>
            <p:nvPr/>
          </p:nvSpPr>
          <p:spPr>
            <a:xfrm>
              <a:off x="258415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46"/>
            <p:cNvSpPr/>
            <p:nvPr/>
          </p:nvSpPr>
          <p:spPr>
            <a:xfrm>
              <a:off x="270366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46"/>
            <p:cNvSpPr/>
            <p:nvPr/>
          </p:nvSpPr>
          <p:spPr>
            <a:xfrm>
              <a:off x="2823176"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46"/>
            <p:cNvSpPr/>
            <p:nvPr/>
          </p:nvSpPr>
          <p:spPr>
            <a:xfrm>
              <a:off x="2942684"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46"/>
            <p:cNvSpPr/>
            <p:nvPr/>
          </p:nvSpPr>
          <p:spPr>
            <a:xfrm>
              <a:off x="3062192"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46"/>
            <p:cNvSpPr/>
            <p:nvPr/>
          </p:nvSpPr>
          <p:spPr>
            <a:xfrm>
              <a:off x="3181700"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46"/>
            <p:cNvSpPr/>
            <p:nvPr/>
          </p:nvSpPr>
          <p:spPr>
            <a:xfrm>
              <a:off x="3301209"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46"/>
            <p:cNvSpPr/>
            <p:nvPr/>
          </p:nvSpPr>
          <p:spPr>
            <a:xfrm>
              <a:off x="3420717" y="181328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46"/>
            <p:cNvSpPr/>
            <p:nvPr/>
          </p:nvSpPr>
          <p:spPr>
            <a:xfrm>
              <a:off x="31350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46"/>
            <p:cNvSpPr/>
            <p:nvPr/>
          </p:nvSpPr>
          <p:spPr>
            <a:xfrm>
              <a:off x="43301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46"/>
            <p:cNvSpPr/>
            <p:nvPr/>
          </p:nvSpPr>
          <p:spPr>
            <a:xfrm>
              <a:off x="55251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46"/>
            <p:cNvSpPr/>
            <p:nvPr/>
          </p:nvSpPr>
          <p:spPr>
            <a:xfrm>
              <a:off x="67202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46"/>
            <p:cNvSpPr/>
            <p:nvPr/>
          </p:nvSpPr>
          <p:spPr>
            <a:xfrm>
              <a:off x="79153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46"/>
            <p:cNvSpPr/>
            <p:nvPr/>
          </p:nvSpPr>
          <p:spPr>
            <a:xfrm>
              <a:off x="91104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46"/>
            <p:cNvSpPr/>
            <p:nvPr/>
          </p:nvSpPr>
          <p:spPr>
            <a:xfrm>
              <a:off x="103055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46"/>
            <p:cNvSpPr/>
            <p:nvPr/>
          </p:nvSpPr>
          <p:spPr>
            <a:xfrm>
              <a:off x="1150060"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46"/>
            <p:cNvSpPr/>
            <p:nvPr/>
          </p:nvSpPr>
          <p:spPr>
            <a:xfrm>
              <a:off x="126956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46"/>
            <p:cNvSpPr/>
            <p:nvPr/>
          </p:nvSpPr>
          <p:spPr>
            <a:xfrm>
              <a:off x="138907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46"/>
            <p:cNvSpPr/>
            <p:nvPr/>
          </p:nvSpPr>
          <p:spPr>
            <a:xfrm>
              <a:off x="1508585"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46"/>
            <p:cNvSpPr/>
            <p:nvPr/>
          </p:nvSpPr>
          <p:spPr>
            <a:xfrm>
              <a:off x="162809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46"/>
            <p:cNvSpPr/>
            <p:nvPr/>
          </p:nvSpPr>
          <p:spPr>
            <a:xfrm>
              <a:off x="174760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46"/>
            <p:cNvSpPr/>
            <p:nvPr/>
          </p:nvSpPr>
          <p:spPr>
            <a:xfrm>
              <a:off x="1867110"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46"/>
            <p:cNvSpPr/>
            <p:nvPr/>
          </p:nvSpPr>
          <p:spPr>
            <a:xfrm>
              <a:off x="1986618"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46"/>
            <p:cNvSpPr/>
            <p:nvPr/>
          </p:nvSpPr>
          <p:spPr>
            <a:xfrm>
              <a:off x="210612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46"/>
            <p:cNvSpPr/>
            <p:nvPr/>
          </p:nvSpPr>
          <p:spPr>
            <a:xfrm>
              <a:off x="222563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46"/>
            <p:cNvSpPr/>
            <p:nvPr/>
          </p:nvSpPr>
          <p:spPr>
            <a:xfrm>
              <a:off x="2345143"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46"/>
            <p:cNvSpPr/>
            <p:nvPr/>
          </p:nvSpPr>
          <p:spPr>
            <a:xfrm>
              <a:off x="2464651"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46"/>
            <p:cNvSpPr/>
            <p:nvPr/>
          </p:nvSpPr>
          <p:spPr>
            <a:xfrm>
              <a:off x="258415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46"/>
            <p:cNvSpPr/>
            <p:nvPr/>
          </p:nvSpPr>
          <p:spPr>
            <a:xfrm>
              <a:off x="270366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46"/>
            <p:cNvSpPr/>
            <p:nvPr/>
          </p:nvSpPr>
          <p:spPr>
            <a:xfrm>
              <a:off x="2823176"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46"/>
            <p:cNvSpPr/>
            <p:nvPr/>
          </p:nvSpPr>
          <p:spPr>
            <a:xfrm>
              <a:off x="2942684"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46"/>
            <p:cNvSpPr/>
            <p:nvPr/>
          </p:nvSpPr>
          <p:spPr>
            <a:xfrm>
              <a:off x="3062192"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46"/>
            <p:cNvSpPr/>
            <p:nvPr/>
          </p:nvSpPr>
          <p:spPr>
            <a:xfrm>
              <a:off x="3181700"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46"/>
            <p:cNvSpPr/>
            <p:nvPr/>
          </p:nvSpPr>
          <p:spPr>
            <a:xfrm>
              <a:off x="3301209"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46"/>
            <p:cNvSpPr/>
            <p:nvPr/>
          </p:nvSpPr>
          <p:spPr>
            <a:xfrm>
              <a:off x="3420717" y="191939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46"/>
            <p:cNvSpPr/>
            <p:nvPr/>
          </p:nvSpPr>
          <p:spPr>
            <a:xfrm>
              <a:off x="31350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46"/>
            <p:cNvSpPr/>
            <p:nvPr/>
          </p:nvSpPr>
          <p:spPr>
            <a:xfrm>
              <a:off x="43301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46"/>
            <p:cNvSpPr/>
            <p:nvPr/>
          </p:nvSpPr>
          <p:spPr>
            <a:xfrm>
              <a:off x="55251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46"/>
            <p:cNvSpPr/>
            <p:nvPr/>
          </p:nvSpPr>
          <p:spPr>
            <a:xfrm>
              <a:off x="67202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46"/>
            <p:cNvSpPr/>
            <p:nvPr/>
          </p:nvSpPr>
          <p:spPr>
            <a:xfrm>
              <a:off x="79153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46"/>
            <p:cNvSpPr/>
            <p:nvPr/>
          </p:nvSpPr>
          <p:spPr>
            <a:xfrm>
              <a:off x="91104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46"/>
            <p:cNvSpPr/>
            <p:nvPr/>
          </p:nvSpPr>
          <p:spPr>
            <a:xfrm>
              <a:off x="103055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46"/>
            <p:cNvSpPr/>
            <p:nvPr/>
          </p:nvSpPr>
          <p:spPr>
            <a:xfrm>
              <a:off x="1150060"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46"/>
            <p:cNvSpPr/>
            <p:nvPr/>
          </p:nvSpPr>
          <p:spPr>
            <a:xfrm>
              <a:off x="126956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46"/>
            <p:cNvSpPr/>
            <p:nvPr/>
          </p:nvSpPr>
          <p:spPr>
            <a:xfrm>
              <a:off x="138907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46"/>
            <p:cNvSpPr/>
            <p:nvPr/>
          </p:nvSpPr>
          <p:spPr>
            <a:xfrm>
              <a:off x="1508585"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46"/>
            <p:cNvSpPr/>
            <p:nvPr/>
          </p:nvSpPr>
          <p:spPr>
            <a:xfrm>
              <a:off x="162809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46"/>
            <p:cNvSpPr/>
            <p:nvPr/>
          </p:nvSpPr>
          <p:spPr>
            <a:xfrm>
              <a:off x="174760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46"/>
            <p:cNvSpPr/>
            <p:nvPr/>
          </p:nvSpPr>
          <p:spPr>
            <a:xfrm>
              <a:off x="1867110"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46"/>
            <p:cNvSpPr/>
            <p:nvPr/>
          </p:nvSpPr>
          <p:spPr>
            <a:xfrm>
              <a:off x="1986618"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46"/>
            <p:cNvSpPr/>
            <p:nvPr/>
          </p:nvSpPr>
          <p:spPr>
            <a:xfrm>
              <a:off x="210612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46"/>
            <p:cNvSpPr/>
            <p:nvPr/>
          </p:nvSpPr>
          <p:spPr>
            <a:xfrm>
              <a:off x="222563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46"/>
            <p:cNvSpPr/>
            <p:nvPr/>
          </p:nvSpPr>
          <p:spPr>
            <a:xfrm>
              <a:off x="2345143"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46"/>
            <p:cNvSpPr/>
            <p:nvPr/>
          </p:nvSpPr>
          <p:spPr>
            <a:xfrm>
              <a:off x="2464651"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46"/>
            <p:cNvSpPr/>
            <p:nvPr/>
          </p:nvSpPr>
          <p:spPr>
            <a:xfrm>
              <a:off x="258415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46"/>
            <p:cNvSpPr/>
            <p:nvPr/>
          </p:nvSpPr>
          <p:spPr>
            <a:xfrm>
              <a:off x="270366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46"/>
            <p:cNvSpPr/>
            <p:nvPr/>
          </p:nvSpPr>
          <p:spPr>
            <a:xfrm>
              <a:off x="2823176"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46"/>
            <p:cNvSpPr/>
            <p:nvPr/>
          </p:nvSpPr>
          <p:spPr>
            <a:xfrm>
              <a:off x="2942684"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46"/>
            <p:cNvSpPr/>
            <p:nvPr/>
          </p:nvSpPr>
          <p:spPr>
            <a:xfrm>
              <a:off x="3062192"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46"/>
            <p:cNvSpPr/>
            <p:nvPr/>
          </p:nvSpPr>
          <p:spPr>
            <a:xfrm>
              <a:off x="3181700"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46"/>
            <p:cNvSpPr/>
            <p:nvPr/>
          </p:nvSpPr>
          <p:spPr>
            <a:xfrm>
              <a:off x="3301209"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46"/>
            <p:cNvSpPr/>
            <p:nvPr/>
          </p:nvSpPr>
          <p:spPr>
            <a:xfrm>
              <a:off x="3420717" y="202550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46"/>
            <p:cNvSpPr/>
            <p:nvPr/>
          </p:nvSpPr>
          <p:spPr>
            <a:xfrm>
              <a:off x="31350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46"/>
            <p:cNvSpPr/>
            <p:nvPr/>
          </p:nvSpPr>
          <p:spPr>
            <a:xfrm>
              <a:off x="43301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46"/>
            <p:cNvSpPr/>
            <p:nvPr/>
          </p:nvSpPr>
          <p:spPr>
            <a:xfrm>
              <a:off x="55251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46"/>
            <p:cNvSpPr/>
            <p:nvPr/>
          </p:nvSpPr>
          <p:spPr>
            <a:xfrm>
              <a:off x="67202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46"/>
            <p:cNvSpPr/>
            <p:nvPr/>
          </p:nvSpPr>
          <p:spPr>
            <a:xfrm>
              <a:off x="79153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46"/>
            <p:cNvSpPr/>
            <p:nvPr/>
          </p:nvSpPr>
          <p:spPr>
            <a:xfrm>
              <a:off x="91104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46"/>
            <p:cNvSpPr/>
            <p:nvPr/>
          </p:nvSpPr>
          <p:spPr>
            <a:xfrm>
              <a:off x="103055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46"/>
            <p:cNvSpPr/>
            <p:nvPr/>
          </p:nvSpPr>
          <p:spPr>
            <a:xfrm>
              <a:off x="1150060"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46"/>
            <p:cNvSpPr/>
            <p:nvPr/>
          </p:nvSpPr>
          <p:spPr>
            <a:xfrm>
              <a:off x="126956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46"/>
            <p:cNvSpPr/>
            <p:nvPr/>
          </p:nvSpPr>
          <p:spPr>
            <a:xfrm>
              <a:off x="138907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46"/>
            <p:cNvSpPr/>
            <p:nvPr/>
          </p:nvSpPr>
          <p:spPr>
            <a:xfrm>
              <a:off x="1508585"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46"/>
            <p:cNvSpPr/>
            <p:nvPr/>
          </p:nvSpPr>
          <p:spPr>
            <a:xfrm>
              <a:off x="162809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46"/>
            <p:cNvSpPr/>
            <p:nvPr/>
          </p:nvSpPr>
          <p:spPr>
            <a:xfrm>
              <a:off x="174760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46"/>
            <p:cNvSpPr/>
            <p:nvPr/>
          </p:nvSpPr>
          <p:spPr>
            <a:xfrm>
              <a:off x="1867110"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46"/>
            <p:cNvSpPr/>
            <p:nvPr/>
          </p:nvSpPr>
          <p:spPr>
            <a:xfrm>
              <a:off x="1986618"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46"/>
            <p:cNvSpPr/>
            <p:nvPr/>
          </p:nvSpPr>
          <p:spPr>
            <a:xfrm>
              <a:off x="210612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46"/>
            <p:cNvSpPr/>
            <p:nvPr/>
          </p:nvSpPr>
          <p:spPr>
            <a:xfrm>
              <a:off x="222563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46"/>
            <p:cNvSpPr/>
            <p:nvPr/>
          </p:nvSpPr>
          <p:spPr>
            <a:xfrm>
              <a:off x="2345143"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46"/>
            <p:cNvSpPr/>
            <p:nvPr/>
          </p:nvSpPr>
          <p:spPr>
            <a:xfrm>
              <a:off x="2464651"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46"/>
            <p:cNvSpPr/>
            <p:nvPr/>
          </p:nvSpPr>
          <p:spPr>
            <a:xfrm>
              <a:off x="258415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46"/>
            <p:cNvSpPr/>
            <p:nvPr/>
          </p:nvSpPr>
          <p:spPr>
            <a:xfrm>
              <a:off x="270366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46"/>
            <p:cNvSpPr/>
            <p:nvPr/>
          </p:nvSpPr>
          <p:spPr>
            <a:xfrm>
              <a:off x="2823176"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46"/>
            <p:cNvSpPr/>
            <p:nvPr/>
          </p:nvSpPr>
          <p:spPr>
            <a:xfrm>
              <a:off x="2942684"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46"/>
            <p:cNvSpPr/>
            <p:nvPr/>
          </p:nvSpPr>
          <p:spPr>
            <a:xfrm>
              <a:off x="3062192"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46"/>
            <p:cNvSpPr/>
            <p:nvPr/>
          </p:nvSpPr>
          <p:spPr>
            <a:xfrm>
              <a:off x="3181700"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46"/>
            <p:cNvSpPr/>
            <p:nvPr/>
          </p:nvSpPr>
          <p:spPr>
            <a:xfrm>
              <a:off x="3301209"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46"/>
            <p:cNvSpPr/>
            <p:nvPr/>
          </p:nvSpPr>
          <p:spPr>
            <a:xfrm>
              <a:off x="3420717" y="213160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46"/>
            <p:cNvSpPr/>
            <p:nvPr/>
          </p:nvSpPr>
          <p:spPr>
            <a:xfrm>
              <a:off x="31350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46"/>
            <p:cNvSpPr/>
            <p:nvPr/>
          </p:nvSpPr>
          <p:spPr>
            <a:xfrm>
              <a:off x="43301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46"/>
            <p:cNvSpPr/>
            <p:nvPr/>
          </p:nvSpPr>
          <p:spPr>
            <a:xfrm>
              <a:off x="55251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46"/>
            <p:cNvSpPr/>
            <p:nvPr/>
          </p:nvSpPr>
          <p:spPr>
            <a:xfrm>
              <a:off x="67202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46"/>
            <p:cNvSpPr/>
            <p:nvPr/>
          </p:nvSpPr>
          <p:spPr>
            <a:xfrm>
              <a:off x="79153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46"/>
            <p:cNvSpPr/>
            <p:nvPr/>
          </p:nvSpPr>
          <p:spPr>
            <a:xfrm>
              <a:off x="91104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46"/>
            <p:cNvSpPr/>
            <p:nvPr/>
          </p:nvSpPr>
          <p:spPr>
            <a:xfrm>
              <a:off x="103055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46"/>
            <p:cNvSpPr/>
            <p:nvPr/>
          </p:nvSpPr>
          <p:spPr>
            <a:xfrm>
              <a:off x="1150060"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46"/>
            <p:cNvSpPr/>
            <p:nvPr/>
          </p:nvSpPr>
          <p:spPr>
            <a:xfrm>
              <a:off x="126956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46"/>
            <p:cNvSpPr/>
            <p:nvPr/>
          </p:nvSpPr>
          <p:spPr>
            <a:xfrm>
              <a:off x="138907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46"/>
            <p:cNvSpPr/>
            <p:nvPr/>
          </p:nvSpPr>
          <p:spPr>
            <a:xfrm>
              <a:off x="1508585"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46"/>
            <p:cNvSpPr/>
            <p:nvPr/>
          </p:nvSpPr>
          <p:spPr>
            <a:xfrm>
              <a:off x="162809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46"/>
            <p:cNvSpPr/>
            <p:nvPr/>
          </p:nvSpPr>
          <p:spPr>
            <a:xfrm>
              <a:off x="174760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46"/>
            <p:cNvSpPr/>
            <p:nvPr/>
          </p:nvSpPr>
          <p:spPr>
            <a:xfrm>
              <a:off x="1867110"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46"/>
            <p:cNvSpPr/>
            <p:nvPr/>
          </p:nvSpPr>
          <p:spPr>
            <a:xfrm>
              <a:off x="1986618"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46"/>
            <p:cNvSpPr/>
            <p:nvPr/>
          </p:nvSpPr>
          <p:spPr>
            <a:xfrm>
              <a:off x="210612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46"/>
            <p:cNvSpPr/>
            <p:nvPr/>
          </p:nvSpPr>
          <p:spPr>
            <a:xfrm>
              <a:off x="222563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46"/>
            <p:cNvSpPr/>
            <p:nvPr/>
          </p:nvSpPr>
          <p:spPr>
            <a:xfrm>
              <a:off x="2345143"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46"/>
            <p:cNvSpPr/>
            <p:nvPr/>
          </p:nvSpPr>
          <p:spPr>
            <a:xfrm>
              <a:off x="2464651"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46"/>
            <p:cNvSpPr/>
            <p:nvPr/>
          </p:nvSpPr>
          <p:spPr>
            <a:xfrm>
              <a:off x="258415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46"/>
            <p:cNvSpPr/>
            <p:nvPr/>
          </p:nvSpPr>
          <p:spPr>
            <a:xfrm>
              <a:off x="270366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46"/>
            <p:cNvSpPr/>
            <p:nvPr/>
          </p:nvSpPr>
          <p:spPr>
            <a:xfrm>
              <a:off x="2823176"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46"/>
            <p:cNvSpPr/>
            <p:nvPr/>
          </p:nvSpPr>
          <p:spPr>
            <a:xfrm>
              <a:off x="2942684"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46"/>
            <p:cNvSpPr/>
            <p:nvPr/>
          </p:nvSpPr>
          <p:spPr>
            <a:xfrm>
              <a:off x="3062192"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46"/>
            <p:cNvSpPr/>
            <p:nvPr/>
          </p:nvSpPr>
          <p:spPr>
            <a:xfrm>
              <a:off x="3181700"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46"/>
            <p:cNvSpPr/>
            <p:nvPr/>
          </p:nvSpPr>
          <p:spPr>
            <a:xfrm>
              <a:off x="3301209"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46"/>
            <p:cNvSpPr/>
            <p:nvPr/>
          </p:nvSpPr>
          <p:spPr>
            <a:xfrm>
              <a:off x="3420717" y="223771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46"/>
            <p:cNvSpPr/>
            <p:nvPr/>
          </p:nvSpPr>
          <p:spPr>
            <a:xfrm>
              <a:off x="31350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46"/>
            <p:cNvSpPr/>
            <p:nvPr/>
          </p:nvSpPr>
          <p:spPr>
            <a:xfrm>
              <a:off x="43301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46"/>
            <p:cNvSpPr/>
            <p:nvPr/>
          </p:nvSpPr>
          <p:spPr>
            <a:xfrm>
              <a:off x="55251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46"/>
            <p:cNvSpPr/>
            <p:nvPr/>
          </p:nvSpPr>
          <p:spPr>
            <a:xfrm>
              <a:off x="67202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46"/>
            <p:cNvSpPr/>
            <p:nvPr/>
          </p:nvSpPr>
          <p:spPr>
            <a:xfrm>
              <a:off x="79153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46"/>
            <p:cNvSpPr/>
            <p:nvPr/>
          </p:nvSpPr>
          <p:spPr>
            <a:xfrm>
              <a:off x="91104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46"/>
            <p:cNvSpPr/>
            <p:nvPr/>
          </p:nvSpPr>
          <p:spPr>
            <a:xfrm>
              <a:off x="103055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46"/>
            <p:cNvSpPr/>
            <p:nvPr/>
          </p:nvSpPr>
          <p:spPr>
            <a:xfrm>
              <a:off x="1150060"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46"/>
            <p:cNvSpPr/>
            <p:nvPr/>
          </p:nvSpPr>
          <p:spPr>
            <a:xfrm>
              <a:off x="126956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46"/>
            <p:cNvSpPr/>
            <p:nvPr/>
          </p:nvSpPr>
          <p:spPr>
            <a:xfrm>
              <a:off x="138907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46"/>
            <p:cNvSpPr/>
            <p:nvPr/>
          </p:nvSpPr>
          <p:spPr>
            <a:xfrm>
              <a:off x="1508585"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46"/>
            <p:cNvSpPr/>
            <p:nvPr/>
          </p:nvSpPr>
          <p:spPr>
            <a:xfrm>
              <a:off x="162809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46"/>
            <p:cNvSpPr/>
            <p:nvPr/>
          </p:nvSpPr>
          <p:spPr>
            <a:xfrm>
              <a:off x="174760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46"/>
            <p:cNvSpPr/>
            <p:nvPr/>
          </p:nvSpPr>
          <p:spPr>
            <a:xfrm>
              <a:off x="1867110"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46"/>
            <p:cNvSpPr/>
            <p:nvPr/>
          </p:nvSpPr>
          <p:spPr>
            <a:xfrm>
              <a:off x="1986618"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46"/>
            <p:cNvSpPr/>
            <p:nvPr/>
          </p:nvSpPr>
          <p:spPr>
            <a:xfrm>
              <a:off x="210612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46"/>
            <p:cNvSpPr/>
            <p:nvPr/>
          </p:nvSpPr>
          <p:spPr>
            <a:xfrm>
              <a:off x="222563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46"/>
            <p:cNvSpPr/>
            <p:nvPr/>
          </p:nvSpPr>
          <p:spPr>
            <a:xfrm>
              <a:off x="2345143"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46"/>
            <p:cNvSpPr/>
            <p:nvPr/>
          </p:nvSpPr>
          <p:spPr>
            <a:xfrm>
              <a:off x="2464651"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46"/>
            <p:cNvSpPr/>
            <p:nvPr/>
          </p:nvSpPr>
          <p:spPr>
            <a:xfrm>
              <a:off x="258415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46"/>
            <p:cNvSpPr/>
            <p:nvPr/>
          </p:nvSpPr>
          <p:spPr>
            <a:xfrm>
              <a:off x="270366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46"/>
            <p:cNvSpPr/>
            <p:nvPr/>
          </p:nvSpPr>
          <p:spPr>
            <a:xfrm>
              <a:off x="2823176"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46"/>
            <p:cNvSpPr/>
            <p:nvPr/>
          </p:nvSpPr>
          <p:spPr>
            <a:xfrm>
              <a:off x="2942684"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46"/>
            <p:cNvSpPr/>
            <p:nvPr/>
          </p:nvSpPr>
          <p:spPr>
            <a:xfrm>
              <a:off x="3062192"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46"/>
            <p:cNvSpPr/>
            <p:nvPr/>
          </p:nvSpPr>
          <p:spPr>
            <a:xfrm>
              <a:off x="3181700"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46"/>
            <p:cNvSpPr/>
            <p:nvPr/>
          </p:nvSpPr>
          <p:spPr>
            <a:xfrm>
              <a:off x="3301209"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46"/>
            <p:cNvSpPr/>
            <p:nvPr/>
          </p:nvSpPr>
          <p:spPr>
            <a:xfrm>
              <a:off x="3420717" y="234382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46"/>
            <p:cNvSpPr/>
            <p:nvPr/>
          </p:nvSpPr>
          <p:spPr>
            <a:xfrm>
              <a:off x="31350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46"/>
            <p:cNvSpPr/>
            <p:nvPr/>
          </p:nvSpPr>
          <p:spPr>
            <a:xfrm>
              <a:off x="43301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46"/>
            <p:cNvSpPr/>
            <p:nvPr/>
          </p:nvSpPr>
          <p:spPr>
            <a:xfrm>
              <a:off x="55251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46"/>
            <p:cNvSpPr/>
            <p:nvPr/>
          </p:nvSpPr>
          <p:spPr>
            <a:xfrm>
              <a:off x="67202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46"/>
            <p:cNvSpPr/>
            <p:nvPr/>
          </p:nvSpPr>
          <p:spPr>
            <a:xfrm>
              <a:off x="79153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46"/>
            <p:cNvSpPr/>
            <p:nvPr/>
          </p:nvSpPr>
          <p:spPr>
            <a:xfrm>
              <a:off x="91104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46"/>
            <p:cNvSpPr/>
            <p:nvPr/>
          </p:nvSpPr>
          <p:spPr>
            <a:xfrm>
              <a:off x="103055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46"/>
            <p:cNvSpPr/>
            <p:nvPr/>
          </p:nvSpPr>
          <p:spPr>
            <a:xfrm>
              <a:off x="1150060"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46"/>
            <p:cNvSpPr/>
            <p:nvPr/>
          </p:nvSpPr>
          <p:spPr>
            <a:xfrm>
              <a:off x="126956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46"/>
            <p:cNvSpPr/>
            <p:nvPr/>
          </p:nvSpPr>
          <p:spPr>
            <a:xfrm>
              <a:off x="138907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46"/>
            <p:cNvSpPr/>
            <p:nvPr/>
          </p:nvSpPr>
          <p:spPr>
            <a:xfrm>
              <a:off x="1508585"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46"/>
            <p:cNvSpPr/>
            <p:nvPr/>
          </p:nvSpPr>
          <p:spPr>
            <a:xfrm>
              <a:off x="162809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46"/>
            <p:cNvSpPr/>
            <p:nvPr/>
          </p:nvSpPr>
          <p:spPr>
            <a:xfrm>
              <a:off x="174760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46"/>
            <p:cNvSpPr/>
            <p:nvPr/>
          </p:nvSpPr>
          <p:spPr>
            <a:xfrm>
              <a:off x="1867110"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46"/>
            <p:cNvSpPr/>
            <p:nvPr/>
          </p:nvSpPr>
          <p:spPr>
            <a:xfrm>
              <a:off x="1986618"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46"/>
            <p:cNvSpPr/>
            <p:nvPr/>
          </p:nvSpPr>
          <p:spPr>
            <a:xfrm>
              <a:off x="210612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46"/>
            <p:cNvSpPr/>
            <p:nvPr/>
          </p:nvSpPr>
          <p:spPr>
            <a:xfrm>
              <a:off x="222563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46"/>
            <p:cNvSpPr/>
            <p:nvPr/>
          </p:nvSpPr>
          <p:spPr>
            <a:xfrm>
              <a:off x="2345143"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46"/>
            <p:cNvSpPr/>
            <p:nvPr/>
          </p:nvSpPr>
          <p:spPr>
            <a:xfrm>
              <a:off x="2464651"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46"/>
            <p:cNvSpPr/>
            <p:nvPr/>
          </p:nvSpPr>
          <p:spPr>
            <a:xfrm>
              <a:off x="258415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46"/>
            <p:cNvSpPr/>
            <p:nvPr/>
          </p:nvSpPr>
          <p:spPr>
            <a:xfrm>
              <a:off x="270366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46"/>
            <p:cNvSpPr/>
            <p:nvPr/>
          </p:nvSpPr>
          <p:spPr>
            <a:xfrm>
              <a:off x="2823176"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46"/>
            <p:cNvSpPr/>
            <p:nvPr/>
          </p:nvSpPr>
          <p:spPr>
            <a:xfrm>
              <a:off x="2942684"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46"/>
            <p:cNvSpPr/>
            <p:nvPr/>
          </p:nvSpPr>
          <p:spPr>
            <a:xfrm>
              <a:off x="3062192"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46"/>
            <p:cNvSpPr/>
            <p:nvPr/>
          </p:nvSpPr>
          <p:spPr>
            <a:xfrm>
              <a:off x="3181700"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46"/>
            <p:cNvSpPr/>
            <p:nvPr/>
          </p:nvSpPr>
          <p:spPr>
            <a:xfrm>
              <a:off x="3301209"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46"/>
            <p:cNvSpPr/>
            <p:nvPr/>
          </p:nvSpPr>
          <p:spPr>
            <a:xfrm>
              <a:off x="3420717" y="244992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46"/>
            <p:cNvSpPr/>
            <p:nvPr/>
          </p:nvSpPr>
          <p:spPr>
            <a:xfrm>
              <a:off x="31350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46"/>
            <p:cNvSpPr/>
            <p:nvPr/>
          </p:nvSpPr>
          <p:spPr>
            <a:xfrm>
              <a:off x="43301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46"/>
            <p:cNvSpPr/>
            <p:nvPr/>
          </p:nvSpPr>
          <p:spPr>
            <a:xfrm>
              <a:off x="55251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46"/>
            <p:cNvSpPr/>
            <p:nvPr/>
          </p:nvSpPr>
          <p:spPr>
            <a:xfrm>
              <a:off x="67202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46"/>
            <p:cNvSpPr/>
            <p:nvPr/>
          </p:nvSpPr>
          <p:spPr>
            <a:xfrm>
              <a:off x="79153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46"/>
            <p:cNvSpPr/>
            <p:nvPr/>
          </p:nvSpPr>
          <p:spPr>
            <a:xfrm>
              <a:off x="91104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46"/>
            <p:cNvSpPr/>
            <p:nvPr/>
          </p:nvSpPr>
          <p:spPr>
            <a:xfrm>
              <a:off x="103055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46"/>
            <p:cNvSpPr/>
            <p:nvPr/>
          </p:nvSpPr>
          <p:spPr>
            <a:xfrm>
              <a:off x="1150060"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46"/>
            <p:cNvSpPr/>
            <p:nvPr/>
          </p:nvSpPr>
          <p:spPr>
            <a:xfrm>
              <a:off x="126956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46"/>
            <p:cNvSpPr/>
            <p:nvPr/>
          </p:nvSpPr>
          <p:spPr>
            <a:xfrm>
              <a:off x="138907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46"/>
            <p:cNvSpPr/>
            <p:nvPr/>
          </p:nvSpPr>
          <p:spPr>
            <a:xfrm>
              <a:off x="1508585"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46"/>
            <p:cNvSpPr/>
            <p:nvPr/>
          </p:nvSpPr>
          <p:spPr>
            <a:xfrm>
              <a:off x="162809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46"/>
            <p:cNvSpPr/>
            <p:nvPr/>
          </p:nvSpPr>
          <p:spPr>
            <a:xfrm>
              <a:off x="174760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46"/>
            <p:cNvSpPr/>
            <p:nvPr/>
          </p:nvSpPr>
          <p:spPr>
            <a:xfrm>
              <a:off x="1867110"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46"/>
            <p:cNvSpPr/>
            <p:nvPr/>
          </p:nvSpPr>
          <p:spPr>
            <a:xfrm>
              <a:off x="1986618"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46"/>
            <p:cNvSpPr/>
            <p:nvPr/>
          </p:nvSpPr>
          <p:spPr>
            <a:xfrm>
              <a:off x="210612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46"/>
            <p:cNvSpPr/>
            <p:nvPr/>
          </p:nvSpPr>
          <p:spPr>
            <a:xfrm>
              <a:off x="222563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46"/>
            <p:cNvSpPr/>
            <p:nvPr/>
          </p:nvSpPr>
          <p:spPr>
            <a:xfrm>
              <a:off x="2345143"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46"/>
            <p:cNvSpPr/>
            <p:nvPr/>
          </p:nvSpPr>
          <p:spPr>
            <a:xfrm>
              <a:off x="2464651"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46"/>
            <p:cNvSpPr/>
            <p:nvPr/>
          </p:nvSpPr>
          <p:spPr>
            <a:xfrm>
              <a:off x="258415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46"/>
            <p:cNvSpPr/>
            <p:nvPr/>
          </p:nvSpPr>
          <p:spPr>
            <a:xfrm>
              <a:off x="270366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46"/>
            <p:cNvSpPr/>
            <p:nvPr/>
          </p:nvSpPr>
          <p:spPr>
            <a:xfrm>
              <a:off x="2823176"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46"/>
            <p:cNvSpPr/>
            <p:nvPr/>
          </p:nvSpPr>
          <p:spPr>
            <a:xfrm>
              <a:off x="2942684"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46"/>
            <p:cNvSpPr/>
            <p:nvPr/>
          </p:nvSpPr>
          <p:spPr>
            <a:xfrm>
              <a:off x="3062192"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46"/>
            <p:cNvSpPr/>
            <p:nvPr/>
          </p:nvSpPr>
          <p:spPr>
            <a:xfrm>
              <a:off x="3181700"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46"/>
            <p:cNvSpPr/>
            <p:nvPr/>
          </p:nvSpPr>
          <p:spPr>
            <a:xfrm>
              <a:off x="3301209"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46"/>
            <p:cNvSpPr/>
            <p:nvPr/>
          </p:nvSpPr>
          <p:spPr>
            <a:xfrm>
              <a:off x="3420717" y="255603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46"/>
            <p:cNvSpPr/>
            <p:nvPr/>
          </p:nvSpPr>
          <p:spPr>
            <a:xfrm>
              <a:off x="31350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46"/>
            <p:cNvSpPr/>
            <p:nvPr/>
          </p:nvSpPr>
          <p:spPr>
            <a:xfrm>
              <a:off x="43301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46"/>
            <p:cNvSpPr/>
            <p:nvPr/>
          </p:nvSpPr>
          <p:spPr>
            <a:xfrm>
              <a:off x="55251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46"/>
            <p:cNvSpPr/>
            <p:nvPr/>
          </p:nvSpPr>
          <p:spPr>
            <a:xfrm>
              <a:off x="67202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46"/>
            <p:cNvSpPr/>
            <p:nvPr/>
          </p:nvSpPr>
          <p:spPr>
            <a:xfrm>
              <a:off x="79153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46"/>
            <p:cNvSpPr/>
            <p:nvPr/>
          </p:nvSpPr>
          <p:spPr>
            <a:xfrm>
              <a:off x="91104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46"/>
            <p:cNvSpPr/>
            <p:nvPr/>
          </p:nvSpPr>
          <p:spPr>
            <a:xfrm>
              <a:off x="103055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46"/>
            <p:cNvSpPr/>
            <p:nvPr/>
          </p:nvSpPr>
          <p:spPr>
            <a:xfrm>
              <a:off x="1150060"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46"/>
            <p:cNvSpPr/>
            <p:nvPr/>
          </p:nvSpPr>
          <p:spPr>
            <a:xfrm>
              <a:off x="126956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46"/>
            <p:cNvSpPr/>
            <p:nvPr/>
          </p:nvSpPr>
          <p:spPr>
            <a:xfrm>
              <a:off x="138907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46"/>
            <p:cNvSpPr/>
            <p:nvPr/>
          </p:nvSpPr>
          <p:spPr>
            <a:xfrm>
              <a:off x="1508585"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46"/>
            <p:cNvSpPr/>
            <p:nvPr/>
          </p:nvSpPr>
          <p:spPr>
            <a:xfrm>
              <a:off x="162809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46"/>
            <p:cNvSpPr/>
            <p:nvPr/>
          </p:nvSpPr>
          <p:spPr>
            <a:xfrm>
              <a:off x="174760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46"/>
            <p:cNvSpPr/>
            <p:nvPr/>
          </p:nvSpPr>
          <p:spPr>
            <a:xfrm>
              <a:off x="1867110"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46"/>
            <p:cNvSpPr/>
            <p:nvPr/>
          </p:nvSpPr>
          <p:spPr>
            <a:xfrm>
              <a:off x="1986618"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46"/>
            <p:cNvSpPr/>
            <p:nvPr/>
          </p:nvSpPr>
          <p:spPr>
            <a:xfrm>
              <a:off x="210612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46"/>
            <p:cNvSpPr/>
            <p:nvPr/>
          </p:nvSpPr>
          <p:spPr>
            <a:xfrm>
              <a:off x="222563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46"/>
            <p:cNvSpPr/>
            <p:nvPr/>
          </p:nvSpPr>
          <p:spPr>
            <a:xfrm>
              <a:off x="2345143"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46"/>
            <p:cNvSpPr/>
            <p:nvPr/>
          </p:nvSpPr>
          <p:spPr>
            <a:xfrm>
              <a:off x="2464651"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46"/>
            <p:cNvSpPr/>
            <p:nvPr/>
          </p:nvSpPr>
          <p:spPr>
            <a:xfrm>
              <a:off x="258415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46"/>
            <p:cNvSpPr/>
            <p:nvPr/>
          </p:nvSpPr>
          <p:spPr>
            <a:xfrm>
              <a:off x="270366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46"/>
            <p:cNvSpPr/>
            <p:nvPr/>
          </p:nvSpPr>
          <p:spPr>
            <a:xfrm>
              <a:off x="2823176"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46"/>
            <p:cNvSpPr/>
            <p:nvPr/>
          </p:nvSpPr>
          <p:spPr>
            <a:xfrm>
              <a:off x="2942684"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46"/>
            <p:cNvSpPr/>
            <p:nvPr/>
          </p:nvSpPr>
          <p:spPr>
            <a:xfrm>
              <a:off x="3062192"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46"/>
            <p:cNvSpPr/>
            <p:nvPr/>
          </p:nvSpPr>
          <p:spPr>
            <a:xfrm>
              <a:off x="3181700"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46"/>
            <p:cNvSpPr/>
            <p:nvPr/>
          </p:nvSpPr>
          <p:spPr>
            <a:xfrm>
              <a:off x="3301209"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46"/>
            <p:cNvSpPr/>
            <p:nvPr/>
          </p:nvSpPr>
          <p:spPr>
            <a:xfrm>
              <a:off x="3420717" y="266214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46"/>
            <p:cNvSpPr/>
            <p:nvPr/>
          </p:nvSpPr>
          <p:spPr>
            <a:xfrm>
              <a:off x="31350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46"/>
            <p:cNvSpPr/>
            <p:nvPr/>
          </p:nvSpPr>
          <p:spPr>
            <a:xfrm>
              <a:off x="43301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46"/>
            <p:cNvSpPr/>
            <p:nvPr/>
          </p:nvSpPr>
          <p:spPr>
            <a:xfrm>
              <a:off x="55251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46"/>
            <p:cNvSpPr/>
            <p:nvPr/>
          </p:nvSpPr>
          <p:spPr>
            <a:xfrm>
              <a:off x="67202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46"/>
            <p:cNvSpPr/>
            <p:nvPr/>
          </p:nvSpPr>
          <p:spPr>
            <a:xfrm>
              <a:off x="79153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46"/>
            <p:cNvSpPr/>
            <p:nvPr/>
          </p:nvSpPr>
          <p:spPr>
            <a:xfrm>
              <a:off x="91104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46"/>
            <p:cNvSpPr/>
            <p:nvPr/>
          </p:nvSpPr>
          <p:spPr>
            <a:xfrm>
              <a:off x="103055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46"/>
            <p:cNvSpPr/>
            <p:nvPr/>
          </p:nvSpPr>
          <p:spPr>
            <a:xfrm>
              <a:off x="1150060"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46"/>
            <p:cNvSpPr/>
            <p:nvPr/>
          </p:nvSpPr>
          <p:spPr>
            <a:xfrm>
              <a:off x="126956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46"/>
            <p:cNvSpPr/>
            <p:nvPr/>
          </p:nvSpPr>
          <p:spPr>
            <a:xfrm>
              <a:off x="138907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46"/>
            <p:cNvSpPr/>
            <p:nvPr/>
          </p:nvSpPr>
          <p:spPr>
            <a:xfrm>
              <a:off x="1508585"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46"/>
            <p:cNvSpPr/>
            <p:nvPr/>
          </p:nvSpPr>
          <p:spPr>
            <a:xfrm>
              <a:off x="162809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46"/>
            <p:cNvSpPr/>
            <p:nvPr/>
          </p:nvSpPr>
          <p:spPr>
            <a:xfrm>
              <a:off x="174760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46"/>
            <p:cNvSpPr/>
            <p:nvPr/>
          </p:nvSpPr>
          <p:spPr>
            <a:xfrm>
              <a:off x="1867110"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46"/>
            <p:cNvSpPr/>
            <p:nvPr/>
          </p:nvSpPr>
          <p:spPr>
            <a:xfrm>
              <a:off x="1986618"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46"/>
            <p:cNvSpPr/>
            <p:nvPr/>
          </p:nvSpPr>
          <p:spPr>
            <a:xfrm>
              <a:off x="210612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46"/>
            <p:cNvSpPr/>
            <p:nvPr/>
          </p:nvSpPr>
          <p:spPr>
            <a:xfrm>
              <a:off x="222563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46"/>
            <p:cNvSpPr/>
            <p:nvPr/>
          </p:nvSpPr>
          <p:spPr>
            <a:xfrm>
              <a:off x="2345143"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46"/>
            <p:cNvSpPr/>
            <p:nvPr/>
          </p:nvSpPr>
          <p:spPr>
            <a:xfrm>
              <a:off x="2464651"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46"/>
            <p:cNvSpPr/>
            <p:nvPr/>
          </p:nvSpPr>
          <p:spPr>
            <a:xfrm>
              <a:off x="258415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46"/>
            <p:cNvSpPr/>
            <p:nvPr/>
          </p:nvSpPr>
          <p:spPr>
            <a:xfrm>
              <a:off x="270366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46"/>
            <p:cNvSpPr/>
            <p:nvPr/>
          </p:nvSpPr>
          <p:spPr>
            <a:xfrm>
              <a:off x="2823176"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46"/>
            <p:cNvSpPr/>
            <p:nvPr/>
          </p:nvSpPr>
          <p:spPr>
            <a:xfrm>
              <a:off x="2942684"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46"/>
            <p:cNvSpPr/>
            <p:nvPr/>
          </p:nvSpPr>
          <p:spPr>
            <a:xfrm>
              <a:off x="3062192"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46"/>
            <p:cNvSpPr/>
            <p:nvPr/>
          </p:nvSpPr>
          <p:spPr>
            <a:xfrm>
              <a:off x="3181700"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46"/>
            <p:cNvSpPr/>
            <p:nvPr/>
          </p:nvSpPr>
          <p:spPr>
            <a:xfrm>
              <a:off x="3301209"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46"/>
            <p:cNvSpPr/>
            <p:nvPr/>
          </p:nvSpPr>
          <p:spPr>
            <a:xfrm>
              <a:off x="3420717" y="276824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46"/>
            <p:cNvSpPr/>
            <p:nvPr/>
          </p:nvSpPr>
          <p:spPr>
            <a:xfrm>
              <a:off x="31350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46"/>
            <p:cNvSpPr/>
            <p:nvPr/>
          </p:nvSpPr>
          <p:spPr>
            <a:xfrm>
              <a:off x="43301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46"/>
            <p:cNvSpPr/>
            <p:nvPr/>
          </p:nvSpPr>
          <p:spPr>
            <a:xfrm>
              <a:off x="55251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46"/>
            <p:cNvSpPr/>
            <p:nvPr/>
          </p:nvSpPr>
          <p:spPr>
            <a:xfrm>
              <a:off x="67202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46"/>
            <p:cNvSpPr/>
            <p:nvPr/>
          </p:nvSpPr>
          <p:spPr>
            <a:xfrm>
              <a:off x="79153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46"/>
            <p:cNvSpPr/>
            <p:nvPr/>
          </p:nvSpPr>
          <p:spPr>
            <a:xfrm>
              <a:off x="91104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46"/>
            <p:cNvSpPr/>
            <p:nvPr/>
          </p:nvSpPr>
          <p:spPr>
            <a:xfrm>
              <a:off x="103055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46"/>
            <p:cNvSpPr/>
            <p:nvPr/>
          </p:nvSpPr>
          <p:spPr>
            <a:xfrm>
              <a:off x="1150060"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46"/>
            <p:cNvSpPr/>
            <p:nvPr/>
          </p:nvSpPr>
          <p:spPr>
            <a:xfrm>
              <a:off x="126956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46"/>
            <p:cNvSpPr/>
            <p:nvPr/>
          </p:nvSpPr>
          <p:spPr>
            <a:xfrm>
              <a:off x="138907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46"/>
            <p:cNvSpPr/>
            <p:nvPr/>
          </p:nvSpPr>
          <p:spPr>
            <a:xfrm>
              <a:off x="1508585"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46"/>
            <p:cNvSpPr/>
            <p:nvPr/>
          </p:nvSpPr>
          <p:spPr>
            <a:xfrm>
              <a:off x="162809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46"/>
            <p:cNvSpPr/>
            <p:nvPr/>
          </p:nvSpPr>
          <p:spPr>
            <a:xfrm>
              <a:off x="174760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46"/>
            <p:cNvSpPr/>
            <p:nvPr/>
          </p:nvSpPr>
          <p:spPr>
            <a:xfrm>
              <a:off x="1867110"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46"/>
            <p:cNvSpPr/>
            <p:nvPr/>
          </p:nvSpPr>
          <p:spPr>
            <a:xfrm>
              <a:off x="1986618"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46"/>
            <p:cNvSpPr/>
            <p:nvPr/>
          </p:nvSpPr>
          <p:spPr>
            <a:xfrm>
              <a:off x="210612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46"/>
            <p:cNvSpPr/>
            <p:nvPr/>
          </p:nvSpPr>
          <p:spPr>
            <a:xfrm>
              <a:off x="222563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46"/>
            <p:cNvSpPr/>
            <p:nvPr/>
          </p:nvSpPr>
          <p:spPr>
            <a:xfrm>
              <a:off x="2345143"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46"/>
            <p:cNvSpPr/>
            <p:nvPr/>
          </p:nvSpPr>
          <p:spPr>
            <a:xfrm>
              <a:off x="2464651"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46"/>
            <p:cNvSpPr/>
            <p:nvPr/>
          </p:nvSpPr>
          <p:spPr>
            <a:xfrm>
              <a:off x="258415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46"/>
            <p:cNvSpPr/>
            <p:nvPr/>
          </p:nvSpPr>
          <p:spPr>
            <a:xfrm>
              <a:off x="270366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46"/>
            <p:cNvSpPr/>
            <p:nvPr/>
          </p:nvSpPr>
          <p:spPr>
            <a:xfrm>
              <a:off x="2823176"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46"/>
            <p:cNvSpPr/>
            <p:nvPr/>
          </p:nvSpPr>
          <p:spPr>
            <a:xfrm>
              <a:off x="2942684"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3" name="Google Shape;26003;p46"/>
            <p:cNvSpPr/>
            <p:nvPr/>
          </p:nvSpPr>
          <p:spPr>
            <a:xfrm>
              <a:off x="3062192"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4" name="Google Shape;26004;p46"/>
            <p:cNvSpPr/>
            <p:nvPr/>
          </p:nvSpPr>
          <p:spPr>
            <a:xfrm>
              <a:off x="3181700"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46"/>
            <p:cNvSpPr/>
            <p:nvPr/>
          </p:nvSpPr>
          <p:spPr>
            <a:xfrm>
              <a:off x="3301209"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46"/>
            <p:cNvSpPr/>
            <p:nvPr/>
          </p:nvSpPr>
          <p:spPr>
            <a:xfrm>
              <a:off x="3420717" y="287435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46"/>
            <p:cNvSpPr/>
            <p:nvPr/>
          </p:nvSpPr>
          <p:spPr>
            <a:xfrm>
              <a:off x="31350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46"/>
            <p:cNvSpPr/>
            <p:nvPr/>
          </p:nvSpPr>
          <p:spPr>
            <a:xfrm>
              <a:off x="43301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46"/>
            <p:cNvSpPr/>
            <p:nvPr/>
          </p:nvSpPr>
          <p:spPr>
            <a:xfrm>
              <a:off x="55251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46"/>
            <p:cNvSpPr/>
            <p:nvPr/>
          </p:nvSpPr>
          <p:spPr>
            <a:xfrm>
              <a:off x="67202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46"/>
            <p:cNvSpPr/>
            <p:nvPr/>
          </p:nvSpPr>
          <p:spPr>
            <a:xfrm>
              <a:off x="79153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46"/>
            <p:cNvSpPr/>
            <p:nvPr/>
          </p:nvSpPr>
          <p:spPr>
            <a:xfrm>
              <a:off x="91104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46"/>
            <p:cNvSpPr/>
            <p:nvPr/>
          </p:nvSpPr>
          <p:spPr>
            <a:xfrm>
              <a:off x="103055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46"/>
            <p:cNvSpPr/>
            <p:nvPr/>
          </p:nvSpPr>
          <p:spPr>
            <a:xfrm>
              <a:off x="1150060"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46"/>
            <p:cNvSpPr/>
            <p:nvPr/>
          </p:nvSpPr>
          <p:spPr>
            <a:xfrm>
              <a:off x="126956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46"/>
            <p:cNvSpPr/>
            <p:nvPr/>
          </p:nvSpPr>
          <p:spPr>
            <a:xfrm>
              <a:off x="138907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46"/>
            <p:cNvSpPr/>
            <p:nvPr/>
          </p:nvSpPr>
          <p:spPr>
            <a:xfrm>
              <a:off x="1508585"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46"/>
            <p:cNvSpPr/>
            <p:nvPr/>
          </p:nvSpPr>
          <p:spPr>
            <a:xfrm>
              <a:off x="162809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46"/>
            <p:cNvSpPr/>
            <p:nvPr/>
          </p:nvSpPr>
          <p:spPr>
            <a:xfrm>
              <a:off x="174760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46"/>
            <p:cNvSpPr/>
            <p:nvPr/>
          </p:nvSpPr>
          <p:spPr>
            <a:xfrm>
              <a:off x="1867110"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46"/>
            <p:cNvSpPr/>
            <p:nvPr/>
          </p:nvSpPr>
          <p:spPr>
            <a:xfrm>
              <a:off x="1986618"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46"/>
            <p:cNvSpPr/>
            <p:nvPr/>
          </p:nvSpPr>
          <p:spPr>
            <a:xfrm>
              <a:off x="210612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46"/>
            <p:cNvSpPr/>
            <p:nvPr/>
          </p:nvSpPr>
          <p:spPr>
            <a:xfrm>
              <a:off x="222563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46"/>
            <p:cNvSpPr/>
            <p:nvPr/>
          </p:nvSpPr>
          <p:spPr>
            <a:xfrm>
              <a:off x="2345143"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46"/>
            <p:cNvSpPr/>
            <p:nvPr/>
          </p:nvSpPr>
          <p:spPr>
            <a:xfrm>
              <a:off x="2464651"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46"/>
            <p:cNvSpPr/>
            <p:nvPr/>
          </p:nvSpPr>
          <p:spPr>
            <a:xfrm>
              <a:off x="258415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46"/>
            <p:cNvSpPr/>
            <p:nvPr/>
          </p:nvSpPr>
          <p:spPr>
            <a:xfrm>
              <a:off x="270366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46"/>
            <p:cNvSpPr/>
            <p:nvPr/>
          </p:nvSpPr>
          <p:spPr>
            <a:xfrm>
              <a:off x="2823176"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46"/>
            <p:cNvSpPr/>
            <p:nvPr/>
          </p:nvSpPr>
          <p:spPr>
            <a:xfrm>
              <a:off x="2942684"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46"/>
            <p:cNvSpPr/>
            <p:nvPr/>
          </p:nvSpPr>
          <p:spPr>
            <a:xfrm>
              <a:off x="3062192"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46"/>
            <p:cNvSpPr/>
            <p:nvPr/>
          </p:nvSpPr>
          <p:spPr>
            <a:xfrm>
              <a:off x="3181700"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46"/>
            <p:cNvSpPr/>
            <p:nvPr/>
          </p:nvSpPr>
          <p:spPr>
            <a:xfrm>
              <a:off x="3301209"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46"/>
            <p:cNvSpPr/>
            <p:nvPr/>
          </p:nvSpPr>
          <p:spPr>
            <a:xfrm>
              <a:off x="3420717" y="298046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46"/>
            <p:cNvSpPr/>
            <p:nvPr/>
          </p:nvSpPr>
          <p:spPr>
            <a:xfrm>
              <a:off x="31350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46"/>
            <p:cNvSpPr/>
            <p:nvPr/>
          </p:nvSpPr>
          <p:spPr>
            <a:xfrm>
              <a:off x="43301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46"/>
            <p:cNvSpPr/>
            <p:nvPr/>
          </p:nvSpPr>
          <p:spPr>
            <a:xfrm>
              <a:off x="55251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46"/>
            <p:cNvSpPr/>
            <p:nvPr/>
          </p:nvSpPr>
          <p:spPr>
            <a:xfrm>
              <a:off x="67202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46"/>
            <p:cNvSpPr/>
            <p:nvPr/>
          </p:nvSpPr>
          <p:spPr>
            <a:xfrm>
              <a:off x="79153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46"/>
            <p:cNvSpPr/>
            <p:nvPr/>
          </p:nvSpPr>
          <p:spPr>
            <a:xfrm>
              <a:off x="91104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46"/>
            <p:cNvSpPr/>
            <p:nvPr/>
          </p:nvSpPr>
          <p:spPr>
            <a:xfrm>
              <a:off x="103055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46"/>
            <p:cNvSpPr/>
            <p:nvPr/>
          </p:nvSpPr>
          <p:spPr>
            <a:xfrm>
              <a:off x="1150060"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46"/>
            <p:cNvSpPr/>
            <p:nvPr/>
          </p:nvSpPr>
          <p:spPr>
            <a:xfrm>
              <a:off x="126956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46"/>
            <p:cNvSpPr/>
            <p:nvPr/>
          </p:nvSpPr>
          <p:spPr>
            <a:xfrm>
              <a:off x="138907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46"/>
            <p:cNvSpPr/>
            <p:nvPr/>
          </p:nvSpPr>
          <p:spPr>
            <a:xfrm>
              <a:off x="1508585"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46"/>
            <p:cNvSpPr/>
            <p:nvPr/>
          </p:nvSpPr>
          <p:spPr>
            <a:xfrm>
              <a:off x="162809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46"/>
            <p:cNvSpPr/>
            <p:nvPr/>
          </p:nvSpPr>
          <p:spPr>
            <a:xfrm>
              <a:off x="174760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46"/>
            <p:cNvSpPr/>
            <p:nvPr/>
          </p:nvSpPr>
          <p:spPr>
            <a:xfrm>
              <a:off x="1867110"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46"/>
            <p:cNvSpPr/>
            <p:nvPr/>
          </p:nvSpPr>
          <p:spPr>
            <a:xfrm>
              <a:off x="1986618"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46"/>
            <p:cNvSpPr/>
            <p:nvPr/>
          </p:nvSpPr>
          <p:spPr>
            <a:xfrm>
              <a:off x="210612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46"/>
            <p:cNvSpPr/>
            <p:nvPr/>
          </p:nvSpPr>
          <p:spPr>
            <a:xfrm>
              <a:off x="222563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46"/>
            <p:cNvSpPr/>
            <p:nvPr/>
          </p:nvSpPr>
          <p:spPr>
            <a:xfrm>
              <a:off x="2345143"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46"/>
            <p:cNvSpPr/>
            <p:nvPr/>
          </p:nvSpPr>
          <p:spPr>
            <a:xfrm>
              <a:off x="2464651"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46"/>
            <p:cNvSpPr/>
            <p:nvPr/>
          </p:nvSpPr>
          <p:spPr>
            <a:xfrm>
              <a:off x="258415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46"/>
            <p:cNvSpPr/>
            <p:nvPr/>
          </p:nvSpPr>
          <p:spPr>
            <a:xfrm>
              <a:off x="270366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46"/>
            <p:cNvSpPr/>
            <p:nvPr/>
          </p:nvSpPr>
          <p:spPr>
            <a:xfrm>
              <a:off x="2823176"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46"/>
            <p:cNvSpPr/>
            <p:nvPr/>
          </p:nvSpPr>
          <p:spPr>
            <a:xfrm>
              <a:off x="2942684"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46"/>
            <p:cNvSpPr/>
            <p:nvPr/>
          </p:nvSpPr>
          <p:spPr>
            <a:xfrm>
              <a:off x="3062192"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46"/>
            <p:cNvSpPr/>
            <p:nvPr/>
          </p:nvSpPr>
          <p:spPr>
            <a:xfrm>
              <a:off x="3181700"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46"/>
            <p:cNvSpPr/>
            <p:nvPr/>
          </p:nvSpPr>
          <p:spPr>
            <a:xfrm>
              <a:off x="3301209"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46"/>
            <p:cNvSpPr/>
            <p:nvPr/>
          </p:nvSpPr>
          <p:spPr>
            <a:xfrm>
              <a:off x="3420717" y="308657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46"/>
            <p:cNvSpPr/>
            <p:nvPr/>
          </p:nvSpPr>
          <p:spPr>
            <a:xfrm>
              <a:off x="31350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46"/>
            <p:cNvSpPr/>
            <p:nvPr/>
          </p:nvSpPr>
          <p:spPr>
            <a:xfrm>
              <a:off x="43301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46"/>
            <p:cNvSpPr/>
            <p:nvPr/>
          </p:nvSpPr>
          <p:spPr>
            <a:xfrm>
              <a:off x="55251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46"/>
            <p:cNvSpPr/>
            <p:nvPr/>
          </p:nvSpPr>
          <p:spPr>
            <a:xfrm>
              <a:off x="67202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46"/>
            <p:cNvSpPr/>
            <p:nvPr/>
          </p:nvSpPr>
          <p:spPr>
            <a:xfrm>
              <a:off x="79153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46"/>
            <p:cNvSpPr/>
            <p:nvPr/>
          </p:nvSpPr>
          <p:spPr>
            <a:xfrm>
              <a:off x="91104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46"/>
            <p:cNvSpPr/>
            <p:nvPr/>
          </p:nvSpPr>
          <p:spPr>
            <a:xfrm>
              <a:off x="103055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46"/>
            <p:cNvSpPr/>
            <p:nvPr/>
          </p:nvSpPr>
          <p:spPr>
            <a:xfrm>
              <a:off x="1150060"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46"/>
            <p:cNvSpPr/>
            <p:nvPr/>
          </p:nvSpPr>
          <p:spPr>
            <a:xfrm>
              <a:off x="126956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46"/>
            <p:cNvSpPr/>
            <p:nvPr/>
          </p:nvSpPr>
          <p:spPr>
            <a:xfrm>
              <a:off x="138907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46"/>
            <p:cNvSpPr/>
            <p:nvPr/>
          </p:nvSpPr>
          <p:spPr>
            <a:xfrm>
              <a:off x="1508585"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46"/>
            <p:cNvSpPr/>
            <p:nvPr/>
          </p:nvSpPr>
          <p:spPr>
            <a:xfrm>
              <a:off x="162809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46"/>
            <p:cNvSpPr/>
            <p:nvPr/>
          </p:nvSpPr>
          <p:spPr>
            <a:xfrm>
              <a:off x="174760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46"/>
            <p:cNvSpPr/>
            <p:nvPr/>
          </p:nvSpPr>
          <p:spPr>
            <a:xfrm>
              <a:off x="1867110"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46"/>
            <p:cNvSpPr/>
            <p:nvPr/>
          </p:nvSpPr>
          <p:spPr>
            <a:xfrm>
              <a:off x="1986618"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46"/>
            <p:cNvSpPr/>
            <p:nvPr/>
          </p:nvSpPr>
          <p:spPr>
            <a:xfrm>
              <a:off x="210612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46"/>
            <p:cNvSpPr/>
            <p:nvPr/>
          </p:nvSpPr>
          <p:spPr>
            <a:xfrm>
              <a:off x="222563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46"/>
            <p:cNvSpPr/>
            <p:nvPr/>
          </p:nvSpPr>
          <p:spPr>
            <a:xfrm>
              <a:off x="2345143"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46"/>
            <p:cNvSpPr/>
            <p:nvPr/>
          </p:nvSpPr>
          <p:spPr>
            <a:xfrm>
              <a:off x="2464651"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46"/>
            <p:cNvSpPr/>
            <p:nvPr/>
          </p:nvSpPr>
          <p:spPr>
            <a:xfrm>
              <a:off x="258415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46"/>
            <p:cNvSpPr/>
            <p:nvPr/>
          </p:nvSpPr>
          <p:spPr>
            <a:xfrm>
              <a:off x="270366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46"/>
            <p:cNvSpPr/>
            <p:nvPr/>
          </p:nvSpPr>
          <p:spPr>
            <a:xfrm>
              <a:off x="2823176"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46"/>
            <p:cNvSpPr/>
            <p:nvPr/>
          </p:nvSpPr>
          <p:spPr>
            <a:xfrm>
              <a:off x="2942684"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46"/>
            <p:cNvSpPr/>
            <p:nvPr/>
          </p:nvSpPr>
          <p:spPr>
            <a:xfrm>
              <a:off x="3062192"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46"/>
            <p:cNvSpPr/>
            <p:nvPr/>
          </p:nvSpPr>
          <p:spPr>
            <a:xfrm>
              <a:off x="3181700"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46"/>
            <p:cNvSpPr/>
            <p:nvPr/>
          </p:nvSpPr>
          <p:spPr>
            <a:xfrm>
              <a:off x="3301209"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46"/>
            <p:cNvSpPr/>
            <p:nvPr/>
          </p:nvSpPr>
          <p:spPr>
            <a:xfrm>
              <a:off x="3420717" y="319267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46"/>
            <p:cNvSpPr/>
            <p:nvPr/>
          </p:nvSpPr>
          <p:spPr>
            <a:xfrm>
              <a:off x="31350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46"/>
            <p:cNvSpPr/>
            <p:nvPr/>
          </p:nvSpPr>
          <p:spPr>
            <a:xfrm>
              <a:off x="43301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46"/>
            <p:cNvSpPr/>
            <p:nvPr/>
          </p:nvSpPr>
          <p:spPr>
            <a:xfrm>
              <a:off x="55251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46"/>
            <p:cNvSpPr/>
            <p:nvPr/>
          </p:nvSpPr>
          <p:spPr>
            <a:xfrm>
              <a:off x="67202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46"/>
            <p:cNvSpPr/>
            <p:nvPr/>
          </p:nvSpPr>
          <p:spPr>
            <a:xfrm>
              <a:off x="79153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46"/>
            <p:cNvSpPr/>
            <p:nvPr/>
          </p:nvSpPr>
          <p:spPr>
            <a:xfrm>
              <a:off x="91104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46"/>
            <p:cNvSpPr/>
            <p:nvPr/>
          </p:nvSpPr>
          <p:spPr>
            <a:xfrm>
              <a:off x="103055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46"/>
            <p:cNvSpPr/>
            <p:nvPr/>
          </p:nvSpPr>
          <p:spPr>
            <a:xfrm>
              <a:off x="1150060"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46"/>
            <p:cNvSpPr/>
            <p:nvPr/>
          </p:nvSpPr>
          <p:spPr>
            <a:xfrm>
              <a:off x="126956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7" name="Google Shape;26097;p46"/>
            <p:cNvSpPr/>
            <p:nvPr/>
          </p:nvSpPr>
          <p:spPr>
            <a:xfrm>
              <a:off x="138907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8" name="Google Shape;26098;p46"/>
            <p:cNvSpPr/>
            <p:nvPr/>
          </p:nvSpPr>
          <p:spPr>
            <a:xfrm>
              <a:off x="1508585"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9" name="Google Shape;26099;p46"/>
            <p:cNvSpPr/>
            <p:nvPr/>
          </p:nvSpPr>
          <p:spPr>
            <a:xfrm>
              <a:off x="162809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0" name="Google Shape;26100;p46"/>
            <p:cNvSpPr/>
            <p:nvPr/>
          </p:nvSpPr>
          <p:spPr>
            <a:xfrm>
              <a:off x="174760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1" name="Google Shape;26101;p46"/>
            <p:cNvSpPr/>
            <p:nvPr/>
          </p:nvSpPr>
          <p:spPr>
            <a:xfrm>
              <a:off x="1867110"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2" name="Google Shape;26102;p46"/>
            <p:cNvSpPr/>
            <p:nvPr/>
          </p:nvSpPr>
          <p:spPr>
            <a:xfrm>
              <a:off x="1986618"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3" name="Google Shape;26103;p46"/>
            <p:cNvSpPr/>
            <p:nvPr/>
          </p:nvSpPr>
          <p:spPr>
            <a:xfrm>
              <a:off x="210612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4" name="Google Shape;26104;p46"/>
            <p:cNvSpPr/>
            <p:nvPr/>
          </p:nvSpPr>
          <p:spPr>
            <a:xfrm>
              <a:off x="222563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5" name="Google Shape;26105;p46"/>
            <p:cNvSpPr/>
            <p:nvPr/>
          </p:nvSpPr>
          <p:spPr>
            <a:xfrm>
              <a:off x="2345143"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6" name="Google Shape;26106;p46"/>
            <p:cNvSpPr/>
            <p:nvPr/>
          </p:nvSpPr>
          <p:spPr>
            <a:xfrm>
              <a:off x="2464651"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7" name="Google Shape;26107;p46"/>
            <p:cNvSpPr/>
            <p:nvPr/>
          </p:nvSpPr>
          <p:spPr>
            <a:xfrm>
              <a:off x="258415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8" name="Google Shape;26108;p46"/>
            <p:cNvSpPr/>
            <p:nvPr/>
          </p:nvSpPr>
          <p:spPr>
            <a:xfrm>
              <a:off x="270366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46"/>
            <p:cNvSpPr/>
            <p:nvPr/>
          </p:nvSpPr>
          <p:spPr>
            <a:xfrm>
              <a:off x="2823176"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46"/>
            <p:cNvSpPr/>
            <p:nvPr/>
          </p:nvSpPr>
          <p:spPr>
            <a:xfrm>
              <a:off x="2942684"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46"/>
            <p:cNvSpPr/>
            <p:nvPr/>
          </p:nvSpPr>
          <p:spPr>
            <a:xfrm>
              <a:off x="3062192"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46"/>
            <p:cNvSpPr/>
            <p:nvPr/>
          </p:nvSpPr>
          <p:spPr>
            <a:xfrm>
              <a:off x="3181700"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46"/>
            <p:cNvSpPr/>
            <p:nvPr/>
          </p:nvSpPr>
          <p:spPr>
            <a:xfrm>
              <a:off x="3301209"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46"/>
            <p:cNvSpPr/>
            <p:nvPr/>
          </p:nvSpPr>
          <p:spPr>
            <a:xfrm>
              <a:off x="3420717" y="329878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46"/>
            <p:cNvSpPr/>
            <p:nvPr/>
          </p:nvSpPr>
          <p:spPr>
            <a:xfrm>
              <a:off x="31350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46"/>
            <p:cNvSpPr/>
            <p:nvPr/>
          </p:nvSpPr>
          <p:spPr>
            <a:xfrm>
              <a:off x="43301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46"/>
            <p:cNvSpPr/>
            <p:nvPr/>
          </p:nvSpPr>
          <p:spPr>
            <a:xfrm>
              <a:off x="55251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46"/>
            <p:cNvSpPr/>
            <p:nvPr/>
          </p:nvSpPr>
          <p:spPr>
            <a:xfrm>
              <a:off x="67202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46"/>
            <p:cNvSpPr/>
            <p:nvPr/>
          </p:nvSpPr>
          <p:spPr>
            <a:xfrm>
              <a:off x="79153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46"/>
            <p:cNvSpPr/>
            <p:nvPr/>
          </p:nvSpPr>
          <p:spPr>
            <a:xfrm>
              <a:off x="91104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46"/>
            <p:cNvSpPr/>
            <p:nvPr/>
          </p:nvSpPr>
          <p:spPr>
            <a:xfrm>
              <a:off x="103055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46"/>
            <p:cNvSpPr/>
            <p:nvPr/>
          </p:nvSpPr>
          <p:spPr>
            <a:xfrm>
              <a:off x="1150060"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46"/>
            <p:cNvSpPr/>
            <p:nvPr/>
          </p:nvSpPr>
          <p:spPr>
            <a:xfrm>
              <a:off x="126956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46"/>
            <p:cNvSpPr/>
            <p:nvPr/>
          </p:nvSpPr>
          <p:spPr>
            <a:xfrm>
              <a:off x="138907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46"/>
            <p:cNvSpPr/>
            <p:nvPr/>
          </p:nvSpPr>
          <p:spPr>
            <a:xfrm>
              <a:off x="1508585"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46"/>
            <p:cNvSpPr/>
            <p:nvPr/>
          </p:nvSpPr>
          <p:spPr>
            <a:xfrm>
              <a:off x="162809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46"/>
            <p:cNvSpPr/>
            <p:nvPr/>
          </p:nvSpPr>
          <p:spPr>
            <a:xfrm>
              <a:off x="174760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46"/>
            <p:cNvSpPr/>
            <p:nvPr/>
          </p:nvSpPr>
          <p:spPr>
            <a:xfrm>
              <a:off x="1867110"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46"/>
            <p:cNvSpPr/>
            <p:nvPr/>
          </p:nvSpPr>
          <p:spPr>
            <a:xfrm>
              <a:off x="1986618"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46"/>
            <p:cNvSpPr/>
            <p:nvPr/>
          </p:nvSpPr>
          <p:spPr>
            <a:xfrm>
              <a:off x="210612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46"/>
            <p:cNvSpPr/>
            <p:nvPr/>
          </p:nvSpPr>
          <p:spPr>
            <a:xfrm>
              <a:off x="222563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46"/>
            <p:cNvSpPr/>
            <p:nvPr/>
          </p:nvSpPr>
          <p:spPr>
            <a:xfrm>
              <a:off x="2345143"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46"/>
            <p:cNvSpPr/>
            <p:nvPr/>
          </p:nvSpPr>
          <p:spPr>
            <a:xfrm>
              <a:off x="2464651"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46"/>
            <p:cNvSpPr/>
            <p:nvPr/>
          </p:nvSpPr>
          <p:spPr>
            <a:xfrm>
              <a:off x="258415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46"/>
            <p:cNvSpPr/>
            <p:nvPr/>
          </p:nvSpPr>
          <p:spPr>
            <a:xfrm>
              <a:off x="270366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46"/>
            <p:cNvSpPr/>
            <p:nvPr/>
          </p:nvSpPr>
          <p:spPr>
            <a:xfrm>
              <a:off x="2823176"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46"/>
            <p:cNvSpPr/>
            <p:nvPr/>
          </p:nvSpPr>
          <p:spPr>
            <a:xfrm>
              <a:off x="2942684"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46"/>
            <p:cNvSpPr/>
            <p:nvPr/>
          </p:nvSpPr>
          <p:spPr>
            <a:xfrm>
              <a:off x="3062192"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46"/>
            <p:cNvSpPr/>
            <p:nvPr/>
          </p:nvSpPr>
          <p:spPr>
            <a:xfrm>
              <a:off x="3181700"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46"/>
            <p:cNvSpPr/>
            <p:nvPr/>
          </p:nvSpPr>
          <p:spPr>
            <a:xfrm>
              <a:off x="3301209"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46"/>
            <p:cNvSpPr/>
            <p:nvPr/>
          </p:nvSpPr>
          <p:spPr>
            <a:xfrm>
              <a:off x="3420717" y="340489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46"/>
            <p:cNvSpPr/>
            <p:nvPr/>
          </p:nvSpPr>
          <p:spPr>
            <a:xfrm>
              <a:off x="31350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46"/>
            <p:cNvSpPr/>
            <p:nvPr/>
          </p:nvSpPr>
          <p:spPr>
            <a:xfrm>
              <a:off x="43301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46"/>
            <p:cNvSpPr/>
            <p:nvPr/>
          </p:nvSpPr>
          <p:spPr>
            <a:xfrm>
              <a:off x="55251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46"/>
            <p:cNvSpPr/>
            <p:nvPr/>
          </p:nvSpPr>
          <p:spPr>
            <a:xfrm>
              <a:off x="67202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46"/>
            <p:cNvSpPr/>
            <p:nvPr/>
          </p:nvSpPr>
          <p:spPr>
            <a:xfrm>
              <a:off x="79153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46"/>
            <p:cNvSpPr/>
            <p:nvPr/>
          </p:nvSpPr>
          <p:spPr>
            <a:xfrm>
              <a:off x="91104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46"/>
            <p:cNvSpPr/>
            <p:nvPr/>
          </p:nvSpPr>
          <p:spPr>
            <a:xfrm>
              <a:off x="103055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46"/>
            <p:cNvSpPr/>
            <p:nvPr/>
          </p:nvSpPr>
          <p:spPr>
            <a:xfrm>
              <a:off x="1150060"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46"/>
            <p:cNvSpPr/>
            <p:nvPr/>
          </p:nvSpPr>
          <p:spPr>
            <a:xfrm>
              <a:off x="126956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46"/>
            <p:cNvSpPr/>
            <p:nvPr/>
          </p:nvSpPr>
          <p:spPr>
            <a:xfrm>
              <a:off x="138907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46"/>
            <p:cNvSpPr/>
            <p:nvPr/>
          </p:nvSpPr>
          <p:spPr>
            <a:xfrm>
              <a:off x="1508585"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46"/>
            <p:cNvSpPr/>
            <p:nvPr/>
          </p:nvSpPr>
          <p:spPr>
            <a:xfrm>
              <a:off x="162809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46"/>
            <p:cNvSpPr/>
            <p:nvPr/>
          </p:nvSpPr>
          <p:spPr>
            <a:xfrm>
              <a:off x="174760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46"/>
            <p:cNvSpPr/>
            <p:nvPr/>
          </p:nvSpPr>
          <p:spPr>
            <a:xfrm>
              <a:off x="1867110"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46"/>
            <p:cNvSpPr/>
            <p:nvPr/>
          </p:nvSpPr>
          <p:spPr>
            <a:xfrm>
              <a:off x="1986618"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46"/>
            <p:cNvSpPr/>
            <p:nvPr/>
          </p:nvSpPr>
          <p:spPr>
            <a:xfrm>
              <a:off x="210612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46"/>
            <p:cNvSpPr/>
            <p:nvPr/>
          </p:nvSpPr>
          <p:spPr>
            <a:xfrm>
              <a:off x="222563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46"/>
            <p:cNvSpPr/>
            <p:nvPr/>
          </p:nvSpPr>
          <p:spPr>
            <a:xfrm>
              <a:off x="2345143"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46"/>
            <p:cNvSpPr/>
            <p:nvPr/>
          </p:nvSpPr>
          <p:spPr>
            <a:xfrm>
              <a:off x="2464651"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46"/>
            <p:cNvSpPr/>
            <p:nvPr/>
          </p:nvSpPr>
          <p:spPr>
            <a:xfrm>
              <a:off x="258415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46"/>
            <p:cNvSpPr/>
            <p:nvPr/>
          </p:nvSpPr>
          <p:spPr>
            <a:xfrm>
              <a:off x="270366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46"/>
            <p:cNvSpPr/>
            <p:nvPr/>
          </p:nvSpPr>
          <p:spPr>
            <a:xfrm>
              <a:off x="2823176"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46"/>
            <p:cNvSpPr/>
            <p:nvPr/>
          </p:nvSpPr>
          <p:spPr>
            <a:xfrm>
              <a:off x="2942684"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46"/>
            <p:cNvSpPr/>
            <p:nvPr/>
          </p:nvSpPr>
          <p:spPr>
            <a:xfrm>
              <a:off x="3062192"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46"/>
            <p:cNvSpPr/>
            <p:nvPr/>
          </p:nvSpPr>
          <p:spPr>
            <a:xfrm>
              <a:off x="3181700"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46"/>
            <p:cNvSpPr/>
            <p:nvPr/>
          </p:nvSpPr>
          <p:spPr>
            <a:xfrm>
              <a:off x="3301209"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46"/>
            <p:cNvSpPr/>
            <p:nvPr/>
          </p:nvSpPr>
          <p:spPr>
            <a:xfrm>
              <a:off x="3420717" y="3510998"/>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46"/>
            <p:cNvSpPr/>
            <p:nvPr/>
          </p:nvSpPr>
          <p:spPr>
            <a:xfrm>
              <a:off x="31350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46"/>
            <p:cNvSpPr/>
            <p:nvPr/>
          </p:nvSpPr>
          <p:spPr>
            <a:xfrm>
              <a:off x="43301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46"/>
            <p:cNvSpPr/>
            <p:nvPr/>
          </p:nvSpPr>
          <p:spPr>
            <a:xfrm>
              <a:off x="55251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46"/>
            <p:cNvSpPr/>
            <p:nvPr/>
          </p:nvSpPr>
          <p:spPr>
            <a:xfrm>
              <a:off x="67202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46"/>
            <p:cNvSpPr/>
            <p:nvPr/>
          </p:nvSpPr>
          <p:spPr>
            <a:xfrm>
              <a:off x="79153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46"/>
            <p:cNvSpPr/>
            <p:nvPr/>
          </p:nvSpPr>
          <p:spPr>
            <a:xfrm>
              <a:off x="91104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46"/>
            <p:cNvSpPr/>
            <p:nvPr/>
          </p:nvSpPr>
          <p:spPr>
            <a:xfrm>
              <a:off x="103055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46"/>
            <p:cNvSpPr/>
            <p:nvPr/>
          </p:nvSpPr>
          <p:spPr>
            <a:xfrm>
              <a:off x="1150060"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46"/>
            <p:cNvSpPr/>
            <p:nvPr/>
          </p:nvSpPr>
          <p:spPr>
            <a:xfrm>
              <a:off x="126956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46"/>
            <p:cNvSpPr/>
            <p:nvPr/>
          </p:nvSpPr>
          <p:spPr>
            <a:xfrm>
              <a:off x="138907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46"/>
            <p:cNvSpPr/>
            <p:nvPr/>
          </p:nvSpPr>
          <p:spPr>
            <a:xfrm>
              <a:off x="1508585"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46"/>
            <p:cNvSpPr/>
            <p:nvPr/>
          </p:nvSpPr>
          <p:spPr>
            <a:xfrm>
              <a:off x="162809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46"/>
            <p:cNvSpPr/>
            <p:nvPr/>
          </p:nvSpPr>
          <p:spPr>
            <a:xfrm>
              <a:off x="174760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46"/>
            <p:cNvSpPr/>
            <p:nvPr/>
          </p:nvSpPr>
          <p:spPr>
            <a:xfrm>
              <a:off x="1867110"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46"/>
            <p:cNvSpPr/>
            <p:nvPr/>
          </p:nvSpPr>
          <p:spPr>
            <a:xfrm>
              <a:off x="1986618"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46"/>
            <p:cNvSpPr/>
            <p:nvPr/>
          </p:nvSpPr>
          <p:spPr>
            <a:xfrm>
              <a:off x="210612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46"/>
            <p:cNvSpPr/>
            <p:nvPr/>
          </p:nvSpPr>
          <p:spPr>
            <a:xfrm>
              <a:off x="222563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46"/>
            <p:cNvSpPr/>
            <p:nvPr/>
          </p:nvSpPr>
          <p:spPr>
            <a:xfrm>
              <a:off x="2345143"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46"/>
            <p:cNvSpPr/>
            <p:nvPr/>
          </p:nvSpPr>
          <p:spPr>
            <a:xfrm>
              <a:off x="2464651"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46"/>
            <p:cNvSpPr/>
            <p:nvPr/>
          </p:nvSpPr>
          <p:spPr>
            <a:xfrm>
              <a:off x="258415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46"/>
            <p:cNvSpPr/>
            <p:nvPr/>
          </p:nvSpPr>
          <p:spPr>
            <a:xfrm>
              <a:off x="270366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46"/>
            <p:cNvSpPr/>
            <p:nvPr/>
          </p:nvSpPr>
          <p:spPr>
            <a:xfrm>
              <a:off x="2823176"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46"/>
            <p:cNvSpPr/>
            <p:nvPr/>
          </p:nvSpPr>
          <p:spPr>
            <a:xfrm>
              <a:off x="2942684"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46"/>
            <p:cNvSpPr/>
            <p:nvPr/>
          </p:nvSpPr>
          <p:spPr>
            <a:xfrm>
              <a:off x="3062192"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46"/>
            <p:cNvSpPr/>
            <p:nvPr/>
          </p:nvSpPr>
          <p:spPr>
            <a:xfrm>
              <a:off x="3181700"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46"/>
            <p:cNvSpPr/>
            <p:nvPr/>
          </p:nvSpPr>
          <p:spPr>
            <a:xfrm>
              <a:off x="3301209"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46"/>
            <p:cNvSpPr/>
            <p:nvPr/>
          </p:nvSpPr>
          <p:spPr>
            <a:xfrm>
              <a:off x="3420717" y="3617105"/>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46"/>
            <p:cNvSpPr/>
            <p:nvPr/>
          </p:nvSpPr>
          <p:spPr>
            <a:xfrm>
              <a:off x="31350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46"/>
            <p:cNvSpPr/>
            <p:nvPr/>
          </p:nvSpPr>
          <p:spPr>
            <a:xfrm>
              <a:off x="43301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46"/>
            <p:cNvSpPr/>
            <p:nvPr/>
          </p:nvSpPr>
          <p:spPr>
            <a:xfrm>
              <a:off x="55251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46"/>
            <p:cNvSpPr/>
            <p:nvPr/>
          </p:nvSpPr>
          <p:spPr>
            <a:xfrm>
              <a:off x="67202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46"/>
            <p:cNvSpPr/>
            <p:nvPr/>
          </p:nvSpPr>
          <p:spPr>
            <a:xfrm>
              <a:off x="79153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46"/>
            <p:cNvSpPr/>
            <p:nvPr/>
          </p:nvSpPr>
          <p:spPr>
            <a:xfrm>
              <a:off x="91104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46"/>
            <p:cNvSpPr/>
            <p:nvPr/>
          </p:nvSpPr>
          <p:spPr>
            <a:xfrm>
              <a:off x="103055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46"/>
            <p:cNvSpPr/>
            <p:nvPr/>
          </p:nvSpPr>
          <p:spPr>
            <a:xfrm>
              <a:off x="1150060"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46"/>
            <p:cNvSpPr/>
            <p:nvPr/>
          </p:nvSpPr>
          <p:spPr>
            <a:xfrm>
              <a:off x="126956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46"/>
            <p:cNvSpPr/>
            <p:nvPr/>
          </p:nvSpPr>
          <p:spPr>
            <a:xfrm>
              <a:off x="138907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46"/>
            <p:cNvSpPr/>
            <p:nvPr/>
          </p:nvSpPr>
          <p:spPr>
            <a:xfrm>
              <a:off x="1508585"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46"/>
            <p:cNvSpPr/>
            <p:nvPr/>
          </p:nvSpPr>
          <p:spPr>
            <a:xfrm>
              <a:off x="162809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46"/>
            <p:cNvSpPr/>
            <p:nvPr/>
          </p:nvSpPr>
          <p:spPr>
            <a:xfrm>
              <a:off x="174760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46"/>
            <p:cNvSpPr/>
            <p:nvPr/>
          </p:nvSpPr>
          <p:spPr>
            <a:xfrm>
              <a:off x="1867110"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46"/>
            <p:cNvSpPr/>
            <p:nvPr/>
          </p:nvSpPr>
          <p:spPr>
            <a:xfrm>
              <a:off x="1986618"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46"/>
            <p:cNvSpPr/>
            <p:nvPr/>
          </p:nvSpPr>
          <p:spPr>
            <a:xfrm>
              <a:off x="210612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46"/>
            <p:cNvSpPr/>
            <p:nvPr/>
          </p:nvSpPr>
          <p:spPr>
            <a:xfrm>
              <a:off x="222563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46"/>
            <p:cNvSpPr/>
            <p:nvPr/>
          </p:nvSpPr>
          <p:spPr>
            <a:xfrm>
              <a:off x="2345143"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46"/>
            <p:cNvSpPr/>
            <p:nvPr/>
          </p:nvSpPr>
          <p:spPr>
            <a:xfrm>
              <a:off x="2464651"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46"/>
            <p:cNvSpPr/>
            <p:nvPr/>
          </p:nvSpPr>
          <p:spPr>
            <a:xfrm>
              <a:off x="258415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46"/>
            <p:cNvSpPr/>
            <p:nvPr/>
          </p:nvSpPr>
          <p:spPr>
            <a:xfrm>
              <a:off x="270366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46"/>
            <p:cNvSpPr/>
            <p:nvPr/>
          </p:nvSpPr>
          <p:spPr>
            <a:xfrm>
              <a:off x="2823176"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46"/>
            <p:cNvSpPr/>
            <p:nvPr/>
          </p:nvSpPr>
          <p:spPr>
            <a:xfrm>
              <a:off x="2942684"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46"/>
            <p:cNvSpPr/>
            <p:nvPr/>
          </p:nvSpPr>
          <p:spPr>
            <a:xfrm>
              <a:off x="3062192"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46"/>
            <p:cNvSpPr/>
            <p:nvPr/>
          </p:nvSpPr>
          <p:spPr>
            <a:xfrm>
              <a:off x="3181700"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46"/>
            <p:cNvSpPr/>
            <p:nvPr/>
          </p:nvSpPr>
          <p:spPr>
            <a:xfrm>
              <a:off x="3301209"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46"/>
            <p:cNvSpPr/>
            <p:nvPr/>
          </p:nvSpPr>
          <p:spPr>
            <a:xfrm>
              <a:off x="3420717" y="3723212"/>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46"/>
            <p:cNvSpPr/>
            <p:nvPr/>
          </p:nvSpPr>
          <p:spPr>
            <a:xfrm>
              <a:off x="31350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46"/>
            <p:cNvSpPr/>
            <p:nvPr/>
          </p:nvSpPr>
          <p:spPr>
            <a:xfrm>
              <a:off x="43301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46"/>
            <p:cNvSpPr/>
            <p:nvPr/>
          </p:nvSpPr>
          <p:spPr>
            <a:xfrm>
              <a:off x="55251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46"/>
            <p:cNvSpPr/>
            <p:nvPr/>
          </p:nvSpPr>
          <p:spPr>
            <a:xfrm>
              <a:off x="67202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46"/>
            <p:cNvSpPr/>
            <p:nvPr/>
          </p:nvSpPr>
          <p:spPr>
            <a:xfrm>
              <a:off x="79153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46"/>
            <p:cNvSpPr/>
            <p:nvPr/>
          </p:nvSpPr>
          <p:spPr>
            <a:xfrm>
              <a:off x="91104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46"/>
            <p:cNvSpPr/>
            <p:nvPr/>
          </p:nvSpPr>
          <p:spPr>
            <a:xfrm>
              <a:off x="103055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46"/>
            <p:cNvSpPr/>
            <p:nvPr/>
          </p:nvSpPr>
          <p:spPr>
            <a:xfrm>
              <a:off x="1150060"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46"/>
            <p:cNvSpPr/>
            <p:nvPr/>
          </p:nvSpPr>
          <p:spPr>
            <a:xfrm>
              <a:off x="126956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46"/>
            <p:cNvSpPr/>
            <p:nvPr/>
          </p:nvSpPr>
          <p:spPr>
            <a:xfrm>
              <a:off x="138907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46"/>
            <p:cNvSpPr/>
            <p:nvPr/>
          </p:nvSpPr>
          <p:spPr>
            <a:xfrm>
              <a:off x="1508585"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46"/>
            <p:cNvSpPr/>
            <p:nvPr/>
          </p:nvSpPr>
          <p:spPr>
            <a:xfrm>
              <a:off x="162809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46"/>
            <p:cNvSpPr/>
            <p:nvPr/>
          </p:nvSpPr>
          <p:spPr>
            <a:xfrm>
              <a:off x="174760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46"/>
            <p:cNvSpPr/>
            <p:nvPr/>
          </p:nvSpPr>
          <p:spPr>
            <a:xfrm>
              <a:off x="1867110"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46"/>
            <p:cNvSpPr/>
            <p:nvPr/>
          </p:nvSpPr>
          <p:spPr>
            <a:xfrm>
              <a:off x="1986618"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46"/>
            <p:cNvSpPr/>
            <p:nvPr/>
          </p:nvSpPr>
          <p:spPr>
            <a:xfrm>
              <a:off x="210612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46"/>
            <p:cNvSpPr/>
            <p:nvPr/>
          </p:nvSpPr>
          <p:spPr>
            <a:xfrm>
              <a:off x="222563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46"/>
            <p:cNvSpPr/>
            <p:nvPr/>
          </p:nvSpPr>
          <p:spPr>
            <a:xfrm>
              <a:off x="2345143"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46"/>
            <p:cNvSpPr/>
            <p:nvPr/>
          </p:nvSpPr>
          <p:spPr>
            <a:xfrm>
              <a:off x="2464651"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46"/>
            <p:cNvSpPr/>
            <p:nvPr/>
          </p:nvSpPr>
          <p:spPr>
            <a:xfrm>
              <a:off x="258415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46"/>
            <p:cNvSpPr/>
            <p:nvPr/>
          </p:nvSpPr>
          <p:spPr>
            <a:xfrm>
              <a:off x="270366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46"/>
            <p:cNvSpPr/>
            <p:nvPr/>
          </p:nvSpPr>
          <p:spPr>
            <a:xfrm>
              <a:off x="2823176"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46"/>
            <p:cNvSpPr/>
            <p:nvPr/>
          </p:nvSpPr>
          <p:spPr>
            <a:xfrm>
              <a:off x="2942684"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46"/>
            <p:cNvSpPr/>
            <p:nvPr/>
          </p:nvSpPr>
          <p:spPr>
            <a:xfrm>
              <a:off x="3062192"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46"/>
            <p:cNvSpPr/>
            <p:nvPr/>
          </p:nvSpPr>
          <p:spPr>
            <a:xfrm>
              <a:off x="3181700"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46"/>
            <p:cNvSpPr/>
            <p:nvPr/>
          </p:nvSpPr>
          <p:spPr>
            <a:xfrm>
              <a:off x="3301209"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46"/>
            <p:cNvSpPr/>
            <p:nvPr/>
          </p:nvSpPr>
          <p:spPr>
            <a:xfrm>
              <a:off x="3420717" y="382931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46"/>
            <p:cNvSpPr/>
            <p:nvPr/>
          </p:nvSpPr>
          <p:spPr>
            <a:xfrm>
              <a:off x="31350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46"/>
            <p:cNvSpPr/>
            <p:nvPr/>
          </p:nvSpPr>
          <p:spPr>
            <a:xfrm>
              <a:off x="43301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46"/>
            <p:cNvSpPr/>
            <p:nvPr/>
          </p:nvSpPr>
          <p:spPr>
            <a:xfrm>
              <a:off x="55251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46"/>
            <p:cNvSpPr/>
            <p:nvPr/>
          </p:nvSpPr>
          <p:spPr>
            <a:xfrm>
              <a:off x="67202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46"/>
            <p:cNvSpPr/>
            <p:nvPr/>
          </p:nvSpPr>
          <p:spPr>
            <a:xfrm>
              <a:off x="79153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46"/>
            <p:cNvSpPr/>
            <p:nvPr/>
          </p:nvSpPr>
          <p:spPr>
            <a:xfrm>
              <a:off x="91104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46"/>
            <p:cNvSpPr/>
            <p:nvPr/>
          </p:nvSpPr>
          <p:spPr>
            <a:xfrm>
              <a:off x="103055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46"/>
            <p:cNvSpPr/>
            <p:nvPr/>
          </p:nvSpPr>
          <p:spPr>
            <a:xfrm>
              <a:off x="1150060"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46"/>
            <p:cNvSpPr/>
            <p:nvPr/>
          </p:nvSpPr>
          <p:spPr>
            <a:xfrm>
              <a:off x="126956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46"/>
            <p:cNvSpPr/>
            <p:nvPr/>
          </p:nvSpPr>
          <p:spPr>
            <a:xfrm>
              <a:off x="138907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46"/>
            <p:cNvSpPr/>
            <p:nvPr/>
          </p:nvSpPr>
          <p:spPr>
            <a:xfrm>
              <a:off x="1508585"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46"/>
            <p:cNvSpPr/>
            <p:nvPr/>
          </p:nvSpPr>
          <p:spPr>
            <a:xfrm>
              <a:off x="162809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46"/>
            <p:cNvSpPr/>
            <p:nvPr/>
          </p:nvSpPr>
          <p:spPr>
            <a:xfrm>
              <a:off x="174760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46"/>
            <p:cNvSpPr/>
            <p:nvPr/>
          </p:nvSpPr>
          <p:spPr>
            <a:xfrm>
              <a:off x="1867110"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46"/>
            <p:cNvSpPr/>
            <p:nvPr/>
          </p:nvSpPr>
          <p:spPr>
            <a:xfrm>
              <a:off x="1986618"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46"/>
            <p:cNvSpPr/>
            <p:nvPr/>
          </p:nvSpPr>
          <p:spPr>
            <a:xfrm>
              <a:off x="210612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46"/>
            <p:cNvSpPr/>
            <p:nvPr/>
          </p:nvSpPr>
          <p:spPr>
            <a:xfrm>
              <a:off x="222563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46"/>
            <p:cNvSpPr/>
            <p:nvPr/>
          </p:nvSpPr>
          <p:spPr>
            <a:xfrm>
              <a:off x="2345143"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46"/>
            <p:cNvSpPr/>
            <p:nvPr/>
          </p:nvSpPr>
          <p:spPr>
            <a:xfrm>
              <a:off x="2464651"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46"/>
            <p:cNvSpPr/>
            <p:nvPr/>
          </p:nvSpPr>
          <p:spPr>
            <a:xfrm>
              <a:off x="258415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46"/>
            <p:cNvSpPr/>
            <p:nvPr/>
          </p:nvSpPr>
          <p:spPr>
            <a:xfrm>
              <a:off x="270366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46"/>
            <p:cNvSpPr/>
            <p:nvPr/>
          </p:nvSpPr>
          <p:spPr>
            <a:xfrm>
              <a:off x="2823176"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46"/>
            <p:cNvSpPr/>
            <p:nvPr/>
          </p:nvSpPr>
          <p:spPr>
            <a:xfrm>
              <a:off x="2942684"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46"/>
            <p:cNvSpPr/>
            <p:nvPr/>
          </p:nvSpPr>
          <p:spPr>
            <a:xfrm>
              <a:off x="3062192"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46"/>
            <p:cNvSpPr/>
            <p:nvPr/>
          </p:nvSpPr>
          <p:spPr>
            <a:xfrm>
              <a:off x="3181700"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46"/>
            <p:cNvSpPr/>
            <p:nvPr/>
          </p:nvSpPr>
          <p:spPr>
            <a:xfrm>
              <a:off x="3301209"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46"/>
            <p:cNvSpPr/>
            <p:nvPr/>
          </p:nvSpPr>
          <p:spPr>
            <a:xfrm>
              <a:off x="3420717" y="3935426"/>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46"/>
            <p:cNvSpPr/>
            <p:nvPr/>
          </p:nvSpPr>
          <p:spPr>
            <a:xfrm>
              <a:off x="31350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46"/>
            <p:cNvSpPr/>
            <p:nvPr/>
          </p:nvSpPr>
          <p:spPr>
            <a:xfrm>
              <a:off x="43301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46"/>
            <p:cNvSpPr/>
            <p:nvPr/>
          </p:nvSpPr>
          <p:spPr>
            <a:xfrm>
              <a:off x="55251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46"/>
            <p:cNvSpPr/>
            <p:nvPr/>
          </p:nvSpPr>
          <p:spPr>
            <a:xfrm>
              <a:off x="67202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46"/>
            <p:cNvSpPr/>
            <p:nvPr/>
          </p:nvSpPr>
          <p:spPr>
            <a:xfrm>
              <a:off x="79153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46"/>
            <p:cNvSpPr/>
            <p:nvPr/>
          </p:nvSpPr>
          <p:spPr>
            <a:xfrm>
              <a:off x="91104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46"/>
            <p:cNvSpPr/>
            <p:nvPr/>
          </p:nvSpPr>
          <p:spPr>
            <a:xfrm>
              <a:off x="103055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46"/>
            <p:cNvSpPr/>
            <p:nvPr/>
          </p:nvSpPr>
          <p:spPr>
            <a:xfrm>
              <a:off x="1150060"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46"/>
            <p:cNvSpPr/>
            <p:nvPr/>
          </p:nvSpPr>
          <p:spPr>
            <a:xfrm>
              <a:off x="126956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46"/>
            <p:cNvSpPr/>
            <p:nvPr/>
          </p:nvSpPr>
          <p:spPr>
            <a:xfrm>
              <a:off x="138907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46"/>
            <p:cNvSpPr/>
            <p:nvPr/>
          </p:nvSpPr>
          <p:spPr>
            <a:xfrm>
              <a:off x="1508585"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46"/>
            <p:cNvSpPr/>
            <p:nvPr/>
          </p:nvSpPr>
          <p:spPr>
            <a:xfrm>
              <a:off x="162809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46"/>
            <p:cNvSpPr/>
            <p:nvPr/>
          </p:nvSpPr>
          <p:spPr>
            <a:xfrm>
              <a:off x="174760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46"/>
            <p:cNvSpPr/>
            <p:nvPr/>
          </p:nvSpPr>
          <p:spPr>
            <a:xfrm>
              <a:off x="1867110"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46"/>
            <p:cNvSpPr/>
            <p:nvPr/>
          </p:nvSpPr>
          <p:spPr>
            <a:xfrm>
              <a:off x="1986618"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46"/>
            <p:cNvSpPr/>
            <p:nvPr/>
          </p:nvSpPr>
          <p:spPr>
            <a:xfrm>
              <a:off x="210612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46"/>
            <p:cNvSpPr/>
            <p:nvPr/>
          </p:nvSpPr>
          <p:spPr>
            <a:xfrm>
              <a:off x="222563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46"/>
            <p:cNvSpPr/>
            <p:nvPr/>
          </p:nvSpPr>
          <p:spPr>
            <a:xfrm>
              <a:off x="2345143"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46"/>
            <p:cNvSpPr/>
            <p:nvPr/>
          </p:nvSpPr>
          <p:spPr>
            <a:xfrm>
              <a:off x="2464651"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46"/>
            <p:cNvSpPr/>
            <p:nvPr/>
          </p:nvSpPr>
          <p:spPr>
            <a:xfrm>
              <a:off x="258415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46"/>
            <p:cNvSpPr/>
            <p:nvPr/>
          </p:nvSpPr>
          <p:spPr>
            <a:xfrm>
              <a:off x="270366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46"/>
            <p:cNvSpPr/>
            <p:nvPr/>
          </p:nvSpPr>
          <p:spPr>
            <a:xfrm>
              <a:off x="2823176"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46"/>
            <p:cNvSpPr/>
            <p:nvPr/>
          </p:nvSpPr>
          <p:spPr>
            <a:xfrm>
              <a:off x="2942684"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46"/>
            <p:cNvSpPr/>
            <p:nvPr/>
          </p:nvSpPr>
          <p:spPr>
            <a:xfrm>
              <a:off x="3062192"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46"/>
            <p:cNvSpPr/>
            <p:nvPr/>
          </p:nvSpPr>
          <p:spPr>
            <a:xfrm>
              <a:off x="3181700"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46"/>
            <p:cNvSpPr/>
            <p:nvPr/>
          </p:nvSpPr>
          <p:spPr>
            <a:xfrm>
              <a:off x="3301209"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46"/>
            <p:cNvSpPr/>
            <p:nvPr/>
          </p:nvSpPr>
          <p:spPr>
            <a:xfrm>
              <a:off x="3420717" y="4041533"/>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46"/>
            <p:cNvSpPr/>
            <p:nvPr/>
          </p:nvSpPr>
          <p:spPr>
            <a:xfrm>
              <a:off x="31350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46"/>
            <p:cNvSpPr/>
            <p:nvPr/>
          </p:nvSpPr>
          <p:spPr>
            <a:xfrm>
              <a:off x="43301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46"/>
            <p:cNvSpPr/>
            <p:nvPr/>
          </p:nvSpPr>
          <p:spPr>
            <a:xfrm>
              <a:off x="55251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46"/>
            <p:cNvSpPr/>
            <p:nvPr/>
          </p:nvSpPr>
          <p:spPr>
            <a:xfrm>
              <a:off x="67202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46"/>
            <p:cNvSpPr/>
            <p:nvPr/>
          </p:nvSpPr>
          <p:spPr>
            <a:xfrm>
              <a:off x="79153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46"/>
            <p:cNvSpPr/>
            <p:nvPr/>
          </p:nvSpPr>
          <p:spPr>
            <a:xfrm>
              <a:off x="91104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46"/>
            <p:cNvSpPr/>
            <p:nvPr/>
          </p:nvSpPr>
          <p:spPr>
            <a:xfrm>
              <a:off x="103055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46"/>
            <p:cNvSpPr/>
            <p:nvPr/>
          </p:nvSpPr>
          <p:spPr>
            <a:xfrm>
              <a:off x="1150060"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46"/>
            <p:cNvSpPr/>
            <p:nvPr/>
          </p:nvSpPr>
          <p:spPr>
            <a:xfrm>
              <a:off x="126956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46"/>
            <p:cNvSpPr/>
            <p:nvPr/>
          </p:nvSpPr>
          <p:spPr>
            <a:xfrm>
              <a:off x="138907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46"/>
            <p:cNvSpPr/>
            <p:nvPr/>
          </p:nvSpPr>
          <p:spPr>
            <a:xfrm>
              <a:off x="1508585"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46"/>
            <p:cNvSpPr/>
            <p:nvPr/>
          </p:nvSpPr>
          <p:spPr>
            <a:xfrm>
              <a:off x="162809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46"/>
            <p:cNvSpPr/>
            <p:nvPr/>
          </p:nvSpPr>
          <p:spPr>
            <a:xfrm>
              <a:off x="174760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46"/>
            <p:cNvSpPr/>
            <p:nvPr/>
          </p:nvSpPr>
          <p:spPr>
            <a:xfrm>
              <a:off x="1867110"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46"/>
            <p:cNvSpPr/>
            <p:nvPr/>
          </p:nvSpPr>
          <p:spPr>
            <a:xfrm>
              <a:off x="1986618"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46"/>
            <p:cNvSpPr/>
            <p:nvPr/>
          </p:nvSpPr>
          <p:spPr>
            <a:xfrm>
              <a:off x="210612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46"/>
            <p:cNvSpPr/>
            <p:nvPr/>
          </p:nvSpPr>
          <p:spPr>
            <a:xfrm>
              <a:off x="222563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46"/>
            <p:cNvSpPr/>
            <p:nvPr/>
          </p:nvSpPr>
          <p:spPr>
            <a:xfrm>
              <a:off x="2345143"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46"/>
            <p:cNvSpPr/>
            <p:nvPr/>
          </p:nvSpPr>
          <p:spPr>
            <a:xfrm>
              <a:off x="2464651"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46"/>
            <p:cNvSpPr/>
            <p:nvPr/>
          </p:nvSpPr>
          <p:spPr>
            <a:xfrm>
              <a:off x="258415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46"/>
            <p:cNvSpPr/>
            <p:nvPr/>
          </p:nvSpPr>
          <p:spPr>
            <a:xfrm>
              <a:off x="270366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46"/>
            <p:cNvSpPr/>
            <p:nvPr/>
          </p:nvSpPr>
          <p:spPr>
            <a:xfrm>
              <a:off x="2823176"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46"/>
            <p:cNvSpPr/>
            <p:nvPr/>
          </p:nvSpPr>
          <p:spPr>
            <a:xfrm>
              <a:off x="2942684"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46"/>
            <p:cNvSpPr/>
            <p:nvPr/>
          </p:nvSpPr>
          <p:spPr>
            <a:xfrm>
              <a:off x="3062192"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46"/>
            <p:cNvSpPr/>
            <p:nvPr/>
          </p:nvSpPr>
          <p:spPr>
            <a:xfrm>
              <a:off x="3181700"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46"/>
            <p:cNvSpPr/>
            <p:nvPr/>
          </p:nvSpPr>
          <p:spPr>
            <a:xfrm>
              <a:off x="3301209"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46"/>
            <p:cNvSpPr/>
            <p:nvPr/>
          </p:nvSpPr>
          <p:spPr>
            <a:xfrm>
              <a:off x="3420717" y="4147640"/>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46"/>
            <p:cNvSpPr/>
            <p:nvPr/>
          </p:nvSpPr>
          <p:spPr>
            <a:xfrm>
              <a:off x="31350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46"/>
            <p:cNvSpPr/>
            <p:nvPr/>
          </p:nvSpPr>
          <p:spPr>
            <a:xfrm>
              <a:off x="43301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46"/>
            <p:cNvSpPr/>
            <p:nvPr/>
          </p:nvSpPr>
          <p:spPr>
            <a:xfrm>
              <a:off x="55251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46"/>
            <p:cNvSpPr/>
            <p:nvPr/>
          </p:nvSpPr>
          <p:spPr>
            <a:xfrm>
              <a:off x="67202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46"/>
            <p:cNvSpPr/>
            <p:nvPr/>
          </p:nvSpPr>
          <p:spPr>
            <a:xfrm>
              <a:off x="79153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46"/>
            <p:cNvSpPr/>
            <p:nvPr/>
          </p:nvSpPr>
          <p:spPr>
            <a:xfrm>
              <a:off x="91104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46"/>
            <p:cNvSpPr/>
            <p:nvPr/>
          </p:nvSpPr>
          <p:spPr>
            <a:xfrm>
              <a:off x="103055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46"/>
            <p:cNvSpPr/>
            <p:nvPr/>
          </p:nvSpPr>
          <p:spPr>
            <a:xfrm>
              <a:off x="1150060"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46"/>
            <p:cNvSpPr/>
            <p:nvPr/>
          </p:nvSpPr>
          <p:spPr>
            <a:xfrm>
              <a:off x="126956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0" name="Google Shape;26340;p46"/>
            <p:cNvSpPr/>
            <p:nvPr/>
          </p:nvSpPr>
          <p:spPr>
            <a:xfrm>
              <a:off x="138907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1" name="Google Shape;26341;p46"/>
            <p:cNvSpPr/>
            <p:nvPr/>
          </p:nvSpPr>
          <p:spPr>
            <a:xfrm>
              <a:off x="1508585"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2" name="Google Shape;26342;p46"/>
            <p:cNvSpPr/>
            <p:nvPr/>
          </p:nvSpPr>
          <p:spPr>
            <a:xfrm>
              <a:off x="162809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3" name="Google Shape;26343;p46"/>
            <p:cNvSpPr/>
            <p:nvPr/>
          </p:nvSpPr>
          <p:spPr>
            <a:xfrm>
              <a:off x="174760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4" name="Google Shape;26344;p46"/>
            <p:cNvSpPr/>
            <p:nvPr/>
          </p:nvSpPr>
          <p:spPr>
            <a:xfrm>
              <a:off x="1867110"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5" name="Google Shape;26345;p46"/>
            <p:cNvSpPr/>
            <p:nvPr/>
          </p:nvSpPr>
          <p:spPr>
            <a:xfrm>
              <a:off x="1986618"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6" name="Google Shape;26346;p46"/>
            <p:cNvSpPr/>
            <p:nvPr/>
          </p:nvSpPr>
          <p:spPr>
            <a:xfrm>
              <a:off x="210612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7" name="Google Shape;26347;p46"/>
            <p:cNvSpPr/>
            <p:nvPr/>
          </p:nvSpPr>
          <p:spPr>
            <a:xfrm>
              <a:off x="222563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8" name="Google Shape;26348;p46"/>
            <p:cNvSpPr/>
            <p:nvPr/>
          </p:nvSpPr>
          <p:spPr>
            <a:xfrm>
              <a:off x="2345143"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9" name="Google Shape;26349;p46"/>
            <p:cNvSpPr/>
            <p:nvPr/>
          </p:nvSpPr>
          <p:spPr>
            <a:xfrm>
              <a:off x="2464651"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0" name="Google Shape;26350;p46"/>
            <p:cNvSpPr/>
            <p:nvPr/>
          </p:nvSpPr>
          <p:spPr>
            <a:xfrm>
              <a:off x="258415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1" name="Google Shape;26351;p46"/>
            <p:cNvSpPr/>
            <p:nvPr/>
          </p:nvSpPr>
          <p:spPr>
            <a:xfrm>
              <a:off x="270366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2" name="Google Shape;26352;p46"/>
            <p:cNvSpPr/>
            <p:nvPr/>
          </p:nvSpPr>
          <p:spPr>
            <a:xfrm>
              <a:off x="2823176"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3" name="Google Shape;26353;p46"/>
            <p:cNvSpPr/>
            <p:nvPr/>
          </p:nvSpPr>
          <p:spPr>
            <a:xfrm>
              <a:off x="2942684"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4" name="Google Shape;26354;p46"/>
            <p:cNvSpPr/>
            <p:nvPr/>
          </p:nvSpPr>
          <p:spPr>
            <a:xfrm>
              <a:off x="3062192"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5" name="Google Shape;26355;p46"/>
            <p:cNvSpPr/>
            <p:nvPr/>
          </p:nvSpPr>
          <p:spPr>
            <a:xfrm>
              <a:off x="3181700"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6" name="Google Shape;26356;p46"/>
            <p:cNvSpPr/>
            <p:nvPr/>
          </p:nvSpPr>
          <p:spPr>
            <a:xfrm>
              <a:off x="3301209"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7" name="Google Shape;26357;p46"/>
            <p:cNvSpPr/>
            <p:nvPr/>
          </p:nvSpPr>
          <p:spPr>
            <a:xfrm>
              <a:off x="3420717" y="4253747"/>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8" name="Google Shape;26358;p46"/>
            <p:cNvSpPr/>
            <p:nvPr/>
          </p:nvSpPr>
          <p:spPr>
            <a:xfrm>
              <a:off x="31350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9" name="Google Shape;26359;p46"/>
            <p:cNvSpPr/>
            <p:nvPr/>
          </p:nvSpPr>
          <p:spPr>
            <a:xfrm>
              <a:off x="43301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0" name="Google Shape;26360;p46"/>
            <p:cNvSpPr/>
            <p:nvPr/>
          </p:nvSpPr>
          <p:spPr>
            <a:xfrm>
              <a:off x="55251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1" name="Google Shape;26361;p46"/>
            <p:cNvSpPr/>
            <p:nvPr/>
          </p:nvSpPr>
          <p:spPr>
            <a:xfrm>
              <a:off x="67202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2" name="Google Shape;26362;p46"/>
            <p:cNvSpPr/>
            <p:nvPr/>
          </p:nvSpPr>
          <p:spPr>
            <a:xfrm>
              <a:off x="79153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3" name="Google Shape;26363;p46"/>
            <p:cNvSpPr/>
            <p:nvPr/>
          </p:nvSpPr>
          <p:spPr>
            <a:xfrm>
              <a:off x="91104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4" name="Google Shape;26364;p46"/>
            <p:cNvSpPr/>
            <p:nvPr/>
          </p:nvSpPr>
          <p:spPr>
            <a:xfrm>
              <a:off x="103055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5" name="Google Shape;26365;p46"/>
            <p:cNvSpPr/>
            <p:nvPr/>
          </p:nvSpPr>
          <p:spPr>
            <a:xfrm>
              <a:off x="1150060"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6" name="Google Shape;26366;p46"/>
            <p:cNvSpPr/>
            <p:nvPr/>
          </p:nvSpPr>
          <p:spPr>
            <a:xfrm>
              <a:off x="126956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7" name="Google Shape;26367;p46"/>
            <p:cNvSpPr/>
            <p:nvPr/>
          </p:nvSpPr>
          <p:spPr>
            <a:xfrm>
              <a:off x="138907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8" name="Google Shape;26368;p46"/>
            <p:cNvSpPr/>
            <p:nvPr/>
          </p:nvSpPr>
          <p:spPr>
            <a:xfrm>
              <a:off x="1508585"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9" name="Google Shape;26369;p46"/>
            <p:cNvSpPr/>
            <p:nvPr/>
          </p:nvSpPr>
          <p:spPr>
            <a:xfrm>
              <a:off x="162809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0" name="Google Shape;26370;p46"/>
            <p:cNvSpPr/>
            <p:nvPr/>
          </p:nvSpPr>
          <p:spPr>
            <a:xfrm>
              <a:off x="174760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1" name="Google Shape;26371;p46"/>
            <p:cNvSpPr/>
            <p:nvPr/>
          </p:nvSpPr>
          <p:spPr>
            <a:xfrm>
              <a:off x="1867110"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2" name="Google Shape;26372;p46"/>
            <p:cNvSpPr/>
            <p:nvPr/>
          </p:nvSpPr>
          <p:spPr>
            <a:xfrm>
              <a:off x="1986618"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3" name="Google Shape;26373;p46"/>
            <p:cNvSpPr/>
            <p:nvPr/>
          </p:nvSpPr>
          <p:spPr>
            <a:xfrm>
              <a:off x="210612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4" name="Google Shape;26374;p46"/>
            <p:cNvSpPr/>
            <p:nvPr/>
          </p:nvSpPr>
          <p:spPr>
            <a:xfrm>
              <a:off x="222563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5" name="Google Shape;26375;p46"/>
            <p:cNvSpPr/>
            <p:nvPr/>
          </p:nvSpPr>
          <p:spPr>
            <a:xfrm>
              <a:off x="2345143"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6" name="Google Shape;26376;p46"/>
            <p:cNvSpPr/>
            <p:nvPr/>
          </p:nvSpPr>
          <p:spPr>
            <a:xfrm>
              <a:off x="2464651"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7" name="Google Shape;26377;p46"/>
            <p:cNvSpPr/>
            <p:nvPr/>
          </p:nvSpPr>
          <p:spPr>
            <a:xfrm>
              <a:off x="258415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8" name="Google Shape;26378;p46"/>
            <p:cNvSpPr/>
            <p:nvPr/>
          </p:nvSpPr>
          <p:spPr>
            <a:xfrm>
              <a:off x="270366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9" name="Google Shape;26379;p46"/>
            <p:cNvSpPr/>
            <p:nvPr/>
          </p:nvSpPr>
          <p:spPr>
            <a:xfrm>
              <a:off x="2823176"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0" name="Google Shape;26380;p46"/>
            <p:cNvSpPr/>
            <p:nvPr/>
          </p:nvSpPr>
          <p:spPr>
            <a:xfrm>
              <a:off x="2942684"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1" name="Google Shape;26381;p46"/>
            <p:cNvSpPr/>
            <p:nvPr/>
          </p:nvSpPr>
          <p:spPr>
            <a:xfrm>
              <a:off x="3062192"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2" name="Google Shape;26382;p46"/>
            <p:cNvSpPr/>
            <p:nvPr/>
          </p:nvSpPr>
          <p:spPr>
            <a:xfrm>
              <a:off x="3181700"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3" name="Google Shape;26383;p46"/>
            <p:cNvSpPr/>
            <p:nvPr/>
          </p:nvSpPr>
          <p:spPr>
            <a:xfrm>
              <a:off x="3301209"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4" name="Google Shape;26384;p46"/>
            <p:cNvSpPr/>
            <p:nvPr/>
          </p:nvSpPr>
          <p:spPr>
            <a:xfrm>
              <a:off x="3420717" y="4359854"/>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5" name="Google Shape;26385;p46"/>
            <p:cNvSpPr/>
            <p:nvPr/>
          </p:nvSpPr>
          <p:spPr>
            <a:xfrm>
              <a:off x="31350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6" name="Google Shape;26386;p46"/>
            <p:cNvSpPr/>
            <p:nvPr/>
          </p:nvSpPr>
          <p:spPr>
            <a:xfrm>
              <a:off x="43301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7" name="Google Shape;26387;p46"/>
            <p:cNvSpPr/>
            <p:nvPr/>
          </p:nvSpPr>
          <p:spPr>
            <a:xfrm>
              <a:off x="55251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8" name="Google Shape;26388;p46"/>
            <p:cNvSpPr/>
            <p:nvPr/>
          </p:nvSpPr>
          <p:spPr>
            <a:xfrm>
              <a:off x="67202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9" name="Google Shape;26389;p46"/>
            <p:cNvSpPr/>
            <p:nvPr/>
          </p:nvSpPr>
          <p:spPr>
            <a:xfrm>
              <a:off x="79153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0" name="Google Shape;26390;p46"/>
            <p:cNvSpPr/>
            <p:nvPr/>
          </p:nvSpPr>
          <p:spPr>
            <a:xfrm>
              <a:off x="91104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1" name="Google Shape;26391;p46"/>
            <p:cNvSpPr/>
            <p:nvPr/>
          </p:nvSpPr>
          <p:spPr>
            <a:xfrm>
              <a:off x="103055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2" name="Google Shape;26392;p46"/>
            <p:cNvSpPr/>
            <p:nvPr/>
          </p:nvSpPr>
          <p:spPr>
            <a:xfrm>
              <a:off x="1150060"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3" name="Google Shape;26393;p46"/>
            <p:cNvSpPr/>
            <p:nvPr/>
          </p:nvSpPr>
          <p:spPr>
            <a:xfrm>
              <a:off x="126956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4" name="Google Shape;26394;p46"/>
            <p:cNvSpPr/>
            <p:nvPr/>
          </p:nvSpPr>
          <p:spPr>
            <a:xfrm>
              <a:off x="138907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5" name="Google Shape;26395;p46"/>
            <p:cNvSpPr/>
            <p:nvPr/>
          </p:nvSpPr>
          <p:spPr>
            <a:xfrm>
              <a:off x="1508585"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6" name="Google Shape;26396;p46"/>
            <p:cNvSpPr/>
            <p:nvPr/>
          </p:nvSpPr>
          <p:spPr>
            <a:xfrm>
              <a:off x="162809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7" name="Google Shape;26397;p46"/>
            <p:cNvSpPr/>
            <p:nvPr/>
          </p:nvSpPr>
          <p:spPr>
            <a:xfrm>
              <a:off x="174760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8" name="Google Shape;26398;p46"/>
            <p:cNvSpPr/>
            <p:nvPr/>
          </p:nvSpPr>
          <p:spPr>
            <a:xfrm>
              <a:off x="1867110"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9" name="Google Shape;26399;p46"/>
            <p:cNvSpPr/>
            <p:nvPr/>
          </p:nvSpPr>
          <p:spPr>
            <a:xfrm>
              <a:off x="1986618"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0" name="Google Shape;26400;p46"/>
            <p:cNvSpPr/>
            <p:nvPr/>
          </p:nvSpPr>
          <p:spPr>
            <a:xfrm>
              <a:off x="210612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1" name="Google Shape;26401;p46"/>
            <p:cNvSpPr/>
            <p:nvPr/>
          </p:nvSpPr>
          <p:spPr>
            <a:xfrm>
              <a:off x="222563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2" name="Google Shape;26402;p46"/>
            <p:cNvSpPr/>
            <p:nvPr/>
          </p:nvSpPr>
          <p:spPr>
            <a:xfrm>
              <a:off x="2345143"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3" name="Google Shape;26403;p46"/>
            <p:cNvSpPr/>
            <p:nvPr/>
          </p:nvSpPr>
          <p:spPr>
            <a:xfrm>
              <a:off x="2464651"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4" name="Google Shape;26404;p46"/>
            <p:cNvSpPr/>
            <p:nvPr/>
          </p:nvSpPr>
          <p:spPr>
            <a:xfrm>
              <a:off x="258415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5" name="Google Shape;26405;p46"/>
            <p:cNvSpPr/>
            <p:nvPr/>
          </p:nvSpPr>
          <p:spPr>
            <a:xfrm>
              <a:off x="270366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6" name="Google Shape;26406;p46"/>
            <p:cNvSpPr/>
            <p:nvPr/>
          </p:nvSpPr>
          <p:spPr>
            <a:xfrm>
              <a:off x="2823176"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7" name="Google Shape;26407;p46"/>
            <p:cNvSpPr/>
            <p:nvPr/>
          </p:nvSpPr>
          <p:spPr>
            <a:xfrm>
              <a:off x="2942684"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8" name="Google Shape;26408;p46"/>
            <p:cNvSpPr/>
            <p:nvPr/>
          </p:nvSpPr>
          <p:spPr>
            <a:xfrm>
              <a:off x="3062192"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9" name="Google Shape;26409;p46"/>
            <p:cNvSpPr/>
            <p:nvPr/>
          </p:nvSpPr>
          <p:spPr>
            <a:xfrm>
              <a:off x="3181700"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0" name="Google Shape;26410;p46"/>
            <p:cNvSpPr/>
            <p:nvPr/>
          </p:nvSpPr>
          <p:spPr>
            <a:xfrm>
              <a:off x="3301209"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1" name="Google Shape;26411;p46"/>
            <p:cNvSpPr/>
            <p:nvPr/>
          </p:nvSpPr>
          <p:spPr>
            <a:xfrm>
              <a:off x="3420717" y="4465961"/>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2" name="Google Shape;26412;p46"/>
            <p:cNvSpPr/>
            <p:nvPr/>
          </p:nvSpPr>
          <p:spPr>
            <a:xfrm>
              <a:off x="31350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3" name="Google Shape;26413;p46"/>
            <p:cNvSpPr/>
            <p:nvPr/>
          </p:nvSpPr>
          <p:spPr>
            <a:xfrm>
              <a:off x="43301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4" name="Google Shape;26414;p46"/>
            <p:cNvSpPr/>
            <p:nvPr/>
          </p:nvSpPr>
          <p:spPr>
            <a:xfrm>
              <a:off x="55251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5" name="Google Shape;26415;p46"/>
            <p:cNvSpPr/>
            <p:nvPr/>
          </p:nvSpPr>
          <p:spPr>
            <a:xfrm>
              <a:off x="67202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6" name="Google Shape;26416;p46"/>
            <p:cNvSpPr/>
            <p:nvPr/>
          </p:nvSpPr>
          <p:spPr>
            <a:xfrm>
              <a:off x="79153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7" name="Google Shape;26417;p46"/>
            <p:cNvSpPr/>
            <p:nvPr/>
          </p:nvSpPr>
          <p:spPr>
            <a:xfrm>
              <a:off x="91104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8" name="Google Shape;26418;p46"/>
            <p:cNvSpPr/>
            <p:nvPr/>
          </p:nvSpPr>
          <p:spPr>
            <a:xfrm>
              <a:off x="103055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9" name="Google Shape;26419;p46"/>
            <p:cNvSpPr/>
            <p:nvPr/>
          </p:nvSpPr>
          <p:spPr>
            <a:xfrm>
              <a:off x="1150060"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0" name="Google Shape;26420;p46"/>
            <p:cNvSpPr/>
            <p:nvPr/>
          </p:nvSpPr>
          <p:spPr>
            <a:xfrm>
              <a:off x="126956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1" name="Google Shape;26421;p46"/>
            <p:cNvSpPr/>
            <p:nvPr/>
          </p:nvSpPr>
          <p:spPr>
            <a:xfrm>
              <a:off x="138907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2" name="Google Shape;26422;p46"/>
            <p:cNvSpPr/>
            <p:nvPr/>
          </p:nvSpPr>
          <p:spPr>
            <a:xfrm>
              <a:off x="1508585"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3" name="Google Shape;26423;p46"/>
            <p:cNvSpPr/>
            <p:nvPr/>
          </p:nvSpPr>
          <p:spPr>
            <a:xfrm>
              <a:off x="162809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4" name="Google Shape;26424;p46"/>
            <p:cNvSpPr/>
            <p:nvPr/>
          </p:nvSpPr>
          <p:spPr>
            <a:xfrm>
              <a:off x="174760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5" name="Google Shape;26425;p46"/>
            <p:cNvSpPr/>
            <p:nvPr/>
          </p:nvSpPr>
          <p:spPr>
            <a:xfrm>
              <a:off x="1867110"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6" name="Google Shape;26426;p46"/>
            <p:cNvSpPr/>
            <p:nvPr/>
          </p:nvSpPr>
          <p:spPr>
            <a:xfrm>
              <a:off x="1986618"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7" name="Google Shape;26427;p46"/>
            <p:cNvSpPr/>
            <p:nvPr/>
          </p:nvSpPr>
          <p:spPr>
            <a:xfrm>
              <a:off x="210612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8" name="Google Shape;26428;p46"/>
            <p:cNvSpPr/>
            <p:nvPr/>
          </p:nvSpPr>
          <p:spPr>
            <a:xfrm>
              <a:off x="222563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9" name="Google Shape;26429;p46"/>
            <p:cNvSpPr/>
            <p:nvPr/>
          </p:nvSpPr>
          <p:spPr>
            <a:xfrm>
              <a:off x="2345143"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0" name="Google Shape;26430;p46"/>
            <p:cNvSpPr/>
            <p:nvPr/>
          </p:nvSpPr>
          <p:spPr>
            <a:xfrm>
              <a:off x="2464651"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1" name="Google Shape;26431;p46"/>
            <p:cNvSpPr/>
            <p:nvPr/>
          </p:nvSpPr>
          <p:spPr>
            <a:xfrm>
              <a:off x="258415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2" name="Google Shape;26432;p46"/>
            <p:cNvSpPr/>
            <p:nvPr/>
          </p:nvSpPr>
          <p:spPr>
            <a:xfrm>
              <a:off x="270366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3" name="Google Shape;26433;p46"/>
            <p:cNvSpPr/>
            <p:nvPr/>
          </p:nvSpPr>
          <p:spPr>
            <a:xfrm>
              <a:off x="2823176"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4" name="Google Shape;26434;p46"/>
            <p:cNvSpPr/>
            <p:nvPr/>
          </p:nvSpPr>
          <p:spPr>
            <a:xfrm>
              <a:off x="2942684"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5" name="Google Shape;26435;p46"/>
            <p:cNvSpPr/>
            <p:nvPr/>
          </p:nvSpPr>
          <p:spPr>
            <a:xfrm>
              <a:off x="3062192"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6" name="Google Shape;26436;p46"/>
            <p:cNvSpPr/>
            <p:nvPr/>
          </p:nvSpPr>
          <p:spPr>
            <a:xfrm>
              <a:off x="3181700"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7" name="Google Shape;26437;p46"/>
            <p:cNvSpPr/>
            <p:nvPr/>
          </p:nvSpPr>
          <p:spPr>
            <a:xfrm>
              <a:off x="3301209"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8" name="Google Shape;26438;p46"/>
            <p:cNvSpPr/>
            <p:nvPr/>
          </p:nvSpPr>
          <p:spPr>
            <a:xfrm>
              <a:off x="3420717" y="4572069"/>
              <a:ext cx="31500" cy="31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48640" y="365760"/>
            <a:ext cx="8037600" cy="567000"/>
          </a:xfrm>
          <a:prstGeom prst="rect">
            <a:avLst/>
          </a:prstGeom>
          <a:noFill/>
          <a:ln>
            <a:noFill/>
          </a:ln>
        </p:spPr>
        <p:txBody>
          <a:bodyPr spcFirstLastPara="1" wrap="square" lIns="91425" tIns="64000" rIns="91425" bIns="91425" anchor="t" anchorCtr="0">
            <a:noAutofit/>
          </a:bodyPr>
          <a:lstStyle>
            <a:lvl1pPr lvl="0"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1pPr>
            <a:lvl2pPr lvl="1"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2pPr>
            <a:lvl3pPr lvl="2"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3pPr>
            <a:lvl4pPr lvl="3"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4pPr>
            <a:lvl5pPr lvl="4"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5pPr>
            <a:lvl6pPr lvl="5"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6pPr>
            <a:lvl7pPr lvl="6"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7pPr>
            <a:lvl8pPr lvl="7"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8pPr>
            <a:lvl9pPr lvl="8" algn="ctr" rtl="0">
              <a:lnSpc>
                <a:spcPct val="100000"/>
              </a:lnSpc>
              <a:spcBef>
                <a:spcPts val="0"/>
              </a:spcBef>
              <a:spcAft>
                <a:spcPts val="0"/>
              </a:spcAft>
              <a:buClr>
                <a:schemeClr val="dk1"/>
              </a:buClr>
              <a:buSzPts val="3000"/>
              <a:buFont typeface="Archivo Black"/>
              <a:buNone/>
              <a:defRPr sz="3000">
                <a:solidFill>
                  <a:schemeClr val="dk1"/>
                </a:solidFill>
                <a:latin typeface="Archivo Black"/>
                <a:ea typeface="Archivo Black"/>
                <a:cs typeface="Archivo Black"/>
                <a:sym typeface="Archivo Black"/>
              </a:defRPr>
            </a:lvl9pPr>
          </a:lstStyle>
          <a:p>
            <a:endParaRPr/>
          </a:p>
        </p:txBody>
      </p:sp>
      <p:sp>
        <p:nvSpPr>
          <p:cNvPr id="7" name="Google Shape;7;p1"/>
          <p:cNvSpPr txBox="1">
            <a:spLocks noGrp="1"/>
          </p:cNvSpPr>
          <p:nvPr>
            <p:ph type="body" idx="1"/>
          </p:nvPr>
        </p:nvSpPr>
        <p:spPr>
          <a:xfrm>
            <a:off x="720000" y="1152475"/>
            <a:ext cx="7704000" cy="3416400"/>
          </a:xfrm>
          <a:prstGeom prst="rect">
            <a:avLst/>
          </a:prstGeom>
          <a:noFill/>
          <a:ln>
            <a:noFill/>
          </a:ln>
        </p:spPr>
        <p:txBody>
          <a:bodyPr spcFirstLastPara="1" wrap="square" lIns="0" tIns="0" rIns="0" bIns="0" anchor="t" anchorCtr="0">
            <a:noAutofit/>
          </a:bodyPr>
          <a:lstStyle>
            <a:lvl1pPr marL="457200" lvl="0"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marL="914400" lvl="1"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2pPr>
            <a:lvl3pPr marL="1371600" lvl="2"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3pPr>
            <a:lvl4pPr marL="1828800" lvl="3"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4pPr>
            <a:lvl5pPr marL="2286000" lvl="4"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5pPr>
            <a:lvl6pPr marL="2743200" lvl="5"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6pPr>
            <a:lvl7pPr marL="3200400" lvl="6"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7pPr>
            <a:lvl8pPr marL="3657600" lvl="7"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8pPr>
            <a:lvl9pPr marL="4114800" lvl="8" indent="-317500">
              <a:lnSpc>
                <a:spcPct val="100000"/>
              </a:lnSpc>
              <a:spcBef>
                <a:spcPts val="1600"/>
              </a:spcBef>
              <a:spcAft>
                <a:spcPts val="1600"/>
              </a:spcAft>
              <a:buClr>
                <a:schemeClr val="dk1"/>
              </a:buClr>
              <a:buSzPts val="1400"/>
              <a:buFont typeface="Barlow"/>
              <a:buChar char="■"/>
              <a:defRPr>
                <a:solidFill>
                  <a:schemeClr val="dk1"/>
                </a:solidFill>
                <a:latin typeface="Barlow"/>
                <a:ea typeface="Barlow"/>
                <a:cs typeface="Barlow"/>
                <a:sym typeface="Barlow"/>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3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5.xml"/><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5.xml"/><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442"/>
        <p:cNvGrpSpPr/>
        <p:nvPr/>
      </p:nvGrpSpPr>
      <p:grpSpPr>
        <a:xfrm>
          <a:off x="0" y="0"/>
          <a:ext cx="0" cy="0"/>
          <a:chOff x="0" y="0"/>
          <a:chExt cx="0" cy="0"/>
        </a:xfrm>
      </p:grpSpPr>
      <p:grpSp>
        <p:nvGrpSpPr>
          <p:cNvPr id="26443" name="Google Shape;26443;p47"/>
          <p:cNvGrpSpPr/>
          <p:nvPr/>
        </p:nvGrpSpPr>
        <p:grpSpPr>
          <a:xfrm>
            <a:off x="313503" y="540001"/>
            <a:ext cx="8516808" cy="4063556"/>
            <a:chOff x="313503" y="540001"/>
            <a:chExt cx="8516808" cy="4063556"/>
          </a:xfrm>
        </p:grpSpPr>
        <p:sp>
          <p:nvSpPr>
            <p:cNvPr id="26444" name="Google Shape;26444;p47"/>
            <p:cNvSpPr/>
            <p:nvPr/>
          </p:nvSpPr>
          <p:spPr>
            <a:xfrm>
              <a:off x="313503"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5" name="Google Shape;26445;p47"/>
            <p:cNvSpPr/>
            <p:nvPr/>
          </p:nvSpPr>
          <p:spPr>
            <a:xfrm>
              <a:off x="43301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6" name="Google Shape;26446;p47"/>
            <p:cNvSpPr/>
            <p:nvPr/>
          </p:nvSpPr>
          <p:spPr>
            <a:xfrm>
              <a:off x="552519"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7" name="Google Shape;26447;p47"/>
            <p:cNvSpPr/>
            <p:nvPr/>
          </p:nvSpPr>
          <p:spPr>
            <a:xfrm>
              <a:off x="67202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8" name="Google Shape;26448;p47"/>
            <p:cNvSpPr/>
            <p:nvPr/>
          </p:nvSpPr>
          <p:spPr>
            <a:xfrm>
              <a:off x="791536"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9" name="Google Shape;26449;p47"/>
            <p:cNvSpPr/>
            <p:nvPr/>
          </p:nvSpPr>
          <p:spPr>
            <a:xfrm>
              <a:off x="91104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0" name="Google Shape;26450;p47"/>
            <p:cNvSpPr/>
            <p:nvPr/>
          </p:nvSpPr>
          <p:spPr>
            <a:xfrm>
              <a:off x="1030552"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1" name="Google Shape;26451;p47"/>
            <p:cNvSpPr/>
            <p:nvPr/>
          </p:nvSpPr>
          <p:spPr>
            <a:xfrm>
              <a:off x="820125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2" name="Google Shape;26452;p47"/>
            <p:cNvSpPr/>
            <p:nvPr/>
          </p:nvSpPr>
          <p:spPr>
            <a:xfrm>
              <a:off x="8320767"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3" name="Google Shape;26453;p47"/>
            <p:cNvSpPr/>
            <p:nvPr/>
          </p:nvSpPr>
          <p:spPr>
            <a:xfrm>
              <a:off x="844028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4" name="Google Shape;26454;p47"/>
            <p:cNvSpPr/>
            <p:nvPr/>
          </p:nvSpPr>
          <p:spPr>
            <a:xfrm>
              <a:off x="8559794"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5" name="Google Shape;26455;p47"/>
            <p:cNvSpPr/>
            <p:nvPr/>
          </p:nvSpPr>
          <p:spPr>
            <a:xfrm>
              <a:off x="8679308"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6" name="Google Shape;26456;p47"/>
            <p:cNvSpPr/>
            <p:nvPr/>
          </p:nvSpPr>
          <p:spPr>
            <a:xfrm>
              <a:off x="8798821" y="54000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7" name="Google Shape;26457;p47"/>
            <p:cNvSpPr/>
            <p:nvPr/>
          </p:nvSpPr>
          <p:spPr>
            <a:xfrm>
              <a:off x="313503"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8" name="Google Shape;26458;p47"/>
            <p:cNvSpPr/>
            <p:nvPr/>
          </p:nvSpPr>
          <p:spPr>
            <a:xfrm>
              <a:off x="43301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9" name="Google Shape;26459;p47"/>
            <p:cNvSpPr/>
            <p:nvPr/>
          </p:nvSpPr>
          <p:spPr>
            <a:xfrm>
              <a:off x="552519"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0" name="Google Shape;26460;p47"/>
            <p:cNvSpPr/>
            <p:nvPr/>
          </p:nvSpPr>
          <p:spPr>
            <a:xfrm>
              <a:off x="67202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1" name="Google Shape;26461;p47"/>
            <p:cNvSpPr/>
            <p:nvPr/>
          </p:nvSpPr>
          <p:spPr>
            <a:xfrm>
              <a:off x="791536"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2" name="Google Shape;26462;p47"/>
            <p:cNvSpPr/>
            <p:nvPr/>
          </p:nvSpPr>
          <p:spPr>
            <a:xfrm>
              <a:off x="91104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3" name="Google Shape;26463;p47"/>
            <p:cNvSpPr/>
            <p:nvPr/>
          </p:nvSpPr>
          <p:spPr>
            <a:xfrm>
              <a:off x="1030552"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4" name="Google Shape;26464;p47"/>
            <p:cNvSpPr/>
            <p:nvPr/>
          </p:nvSpPr>
          <p:spPr>
            <a:xfrm>
              <a:off x="820125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5" name="Google Shape;26465;p47"/>
            <p:cNvSpPr/>
            <p:nvPr/>
          </p:nvSpPr>
          <p:spPr>
            <a:xfrm>
              <a:off x="8320767"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6" name="Google Shape;26466;p47"/>
            <p:cNvSpPr/>
            <p:nvPr/>
          </p:nvSpPr>
          <p:spPr>
            <a:xfrm>
              <a:off x="844028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7" name="Google Shape;26467;p47"/>
            <p:cNvSpPr/>
            <p:nvPr/>
          </p:nvSpPr>
          <p:spPr>
            <a:xfrm>
              <a:off x="8559794"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8" name="Google Shape;26468;p47"/>
            <p:cNvSpPr/>
            <p:nvPr/>
          </p:nvSpPr>
          <p:spPr>
            <a:xfrm>
              <a:off x="8679308"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9" name="Google Shape;26469;p47"/>
            <p:cNvSpPr/>
            <p:nvPr/>
          </p:nvSpPr>
          <p:spPr>
            <a:xfrm>
              <a:off x="8798821" y="64610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0" name="Google Shape;26470;p47"/>
            <p:cNvSpPr/>
            <p:nvPr/>
          </p:nvSpPr>
          <p:spPr>
            <a:xfrm>
              <a:off x="313503"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1" name="Google Shape;26471;p47"/>
            <p:cNvSpPr/>
            <p:nvPr/>
          </p:nvSpPr>
          <p:spPr>
            <a:xfrm>
              <a:off x="43301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2" name="Google Shape;26472;p47"/>
            <p:cNvSpPr/>
            <p:nvPr/>
          </p:nvSpPr>
          <p:spPr>
            <a:xfrm>
              <a:off x="552519"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3" name="Google Shape;26473;p47"/>
            <p:cNvSpPr/>
            <p:nvPr/>
          </p:nvSpPr>
          <p:spPr>
            <a:xfrm>
              <a:off x="67202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4" name="Google Shape;26474;p47"/>
            <p:cNvSpPr/>
            <p:nvPr/>
          </p:nvSpPr>
          <p:spPr>
            <a:xfrm>
              <a:off x="791536"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5" name="Google Shape;26475;p47"/>
            <p:cNvSpPr/>
            <p:nvPr/>
          </p:nvSpPr>
          <p:spPr>
            <a:xfrm>
              <a:off x="91104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6" name="Google Shape;26476;p47"/>
            <p:cNvSpPr/>
            <p:nvPr/>
          </p:nvSpPr>
          <p:spPr>
            <a:xfrm>
              <a:off x="1030552"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7" name="Google Shape;26477;p47"/>
            <p:cNvSpPr/>
            <p:nvPr/>
          </p:nvSpPr>
          <p:spPr>
            <a:xfrm>
              <a:off x="820125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8" name="Google Shape;26478;p47"/>
            <p:cNvSpPr/>
            <p:nvPr/>
          </p:nvSpPr>
          <p:spPr>
            <a:xfrm>
              <a:off x="8320767"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9" name="Google Shape;26479;p47"/>
            <p:cNvSpPr/>
            <p:nvPr/>
          </p:nvSpPr>
          <p:spPr>
            <a:xfrm>
              <a:off x="844028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0" name="Google Shape;26480;p47"/>
            <p:cNvSpPr/>
            <p:nvPr/>
          </p:nvSpPr>
          <p:spPr>
            <a:xfrm>
              <a:off x="8559794"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1" name="Google Shape;26481;p47"/>
            <p:cNvSpPr/>
            <p:nvPr/>
          </p:nvSpPr>
          <p:spPr>
            <a:xfrm>
              <a:off x="8679308"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2" name="Google Shape;26482;p47"/>
            <p:cNvSpPr/>
            <p:nvPr/>
          </p:nvSpPr>
          <p:spPr>
            <a:xfrm>
              <a:off x="8798821" y="75221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3" name="Google Shape;26483;p47"/>
            <p:cNvSpPr/>
            <p:nvPr/>
          </p:nvSpPr>
          <p:spPr>
            <a:xfrm>
              <a:off x="313503"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4" name="Google Shape;26484;p47"/>
            <p:cNvSpPr/>
            <p:nvPr/>
          </p:nvSpPr>
          <p:spPr>
            <a:xfrm>
              <a:off x="43301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5" name="Google Shape;26485;p47"/>
            <p:cNvSpPr/>
            <p:nvPr/>
          </p:nvSpPr>
          <p:spPr>
            <a:xfrm>
              <a:off x="552519"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6" name="Google Shape;26486;p47"/>
            <p:cNvSpPr/>
            <p:nvPr/>
          </p:nvSpPr>
          <p:spPr>
            <a:xfrm>
              <a:off x="67202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7" name="Google Shape;26487;p47"/>
            <p:cNvSpPr/>
            <p:nvPr/>
          </p:nvSpPr>
          <p:spPr>
            <a:xfrm>
              <a:off x="791536"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8" name="Google Shape;26488;p47"/>
            <p:cNvSpPr/>
            <p:nvPr/>
          </p:nvSpPr>
          <p:spPr>
            <a:xfrm>
              <a:off x="91104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9" name="Google Shape;26489;p47"/>
            <p:cNvSpPr/>
            <p:nvPr/>
          </p:nvSpPr>
          <p:spPr>
            <a:xfrm>
              <a:off x="1030552"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0" name="Google Shape;26490;p47"/>
            <p:cNvSpPr/>
            <p:nvPr/>
          </p:nvSpPr>
          <p:spPr>
            <a:xfrm>
              <a:off x="820125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1" name="Google Shape;26491;p47"/>
            <p:cNvSpPr/>
            <p:nvPr/>
          </p:nvSpPr>
          <p:spPr>
            <a:xfrm>
              <a:off x="8320767"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2" name="Google Shape;26492;p47"/>
            <p:cNvSpPr/>
            <p:nvPr/>
          </p:nvSpPr>
          <p:spPr>
            <a:xfrm>
              <a:off x="844028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3" name="Google Shape;26493;p47"/>
            <p:cNvSpPr/>
            <p:nvPr/>
          </p:nvSpPr>
          <p:spPr>
            <a:xfrm>
              <a:off x="8559794"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4" name="Google Shape;26494;p47"/>
            <p:cNvSpPr/>
            <p:nvPr/>
          </p:nvSpPr>
          <p:spPr>
            <a:xfrm>
              <a:off x="8679308"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5" name="Google Shape;26495;p47"/>
            <p:cNvSpPr/>
            <p:nvPr/>
          </p:nvSpPr>
          <p:spPr>
            <a:xfrm>
              <a:off x="8798821" y="85832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6" name="Google Shape;26496;p47"/>
            <p:cNvSpPr/>
            <p:nvPr/>
          </p:nvSpPr>
          <p:spPr>
            <a:xfrm>
              <a:off x="313503"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7" name="Google Shape;26497;p47"/>
            <p:cNvSpPr/>
            <p:nvPr/>
          </p:nvSpPr>
          <p:spPr>
            <a:xfrm>
              <a:off x="43301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8" name="Google Shape;26498;p47"/>
            <p:cNvSpPr/>
            <p:nvPr/>
          </p:nvSpPr>
          <p:spPr>
            <a:xfrm>
              <a:off x="552519"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9" name="Google Shape;26499;p47"/>
            <p:cNvSpPr/>
            <p:nvPr/>
          </p:nvSpPr>
          <p:spPr>
            <a:xfrm>
              <a:off x="67202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0" name="Google Shape;26500;p47"/>
            <p:cNvSpPr/>
            <p:nvPr/>
          </p:nvSpPr>
          <p:spPr>
            <a:xfrm>
              <a:off x="791536"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1" name="Google Shape;26501;p47"/>
            <p:cNvSpPr/>
            <p:nvPr/>
          </p:nvSpPr>
          <p:spPr>
            <a:xfrm>
              <a:off x="91104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2" name="Google Shape;26502;p47"/>
            <p:cNvSpPr/>
            <p:nvPr/>
          </p:nvSpPr>
          <p:spPr>
            <a:xfrm>
              <a:off x="1030552"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3" name="Google Shape;26503;p47"/>
            <p:cNvSpPr/>
            <p:nvPr/>
          </p:nvSpPr>
          <p:spPr>
            <a:xfrm>
              <a:off x="820125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4" name="Google Shape;26504;p47"/>
            <p:cNvSpPr/>
            <p:nvPr/>
          </p:nvSpPr>
          <p:spPr>
            <a:xfrm>
              <a:off x="8320767"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5" name="Google Shape;26505;p47"/>
            <p:cNvSpPr/>
            <p:nvPr/>
          </p:nvSpPr>
          <p:spPr>
            <a:xfrm>
              <a:off x="844028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6" name="Google Shape;26506;p47"/>
            <p:cNvSpPr/>
            <p:nvPr/>
          </p:nvSpPr>
          <p:spPr>
            <a:xfrm>
              <a:off x="8559794"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7" name="Google Shape;26507;p47"/>
            <p:cNvSpPr/>
            <p:nvPr/>
          </p:nvSpPr>
          <p:spPr>
            <a:xfrm>
              <a:off x="8679308"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8" name="Google Shape;26508;p47"/>
            <p:cNvSpPr/>
            <p:nvPr/>
          </p:nvSpPr>
          <p:spPr>
            <a:xfrm>
              <a:off x="8798821" y="96442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9" name="Google Shape;26509;p47"/>
            <p:cNvSpPr/>
            <p:nvPr/>
          </p:nvSpPr>
          <p:spPr>
            <a:xfrm>
              <a:off x="313503"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0" name="Google Shape;26510;p47"/>
            <p:cNvSpPr/>
            <p:nvPr/>
          </p:nvSpPr>
          <p:spPr>
            <a:xfrm>
              <a:off x="43301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1" name="Google Shape;26511;p47"/>
            <p:cNvSpPr/>
            <p:nvPr/>
          </p:nvSpPr>
          <p:spPr>
            <a:xfrm>
              <a:off x="552519"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2" name="Google Shape;26512;p47"/>
            <p:cNvSpPr/>
            <p:nvPr/>
          </p:nvSpPr>
          <p:spPr>
            <a:xfrm>
              <a:off x="67202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3" name="Google Shape;26513;p47"/>
            <p:cNvSpPr/>
            <p:nvPr/>
          </p:nvSpPr>
          <p:spPr>
            <a:xfrm>
              <a:off x="791536"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4" name="Google Shape;26514;p47"/>
            <p:cNvSpPr/>
            <p:nvPr/>
          </p:nvSpPr>
          <p:spPr>
            <a:xfrm>
              <a:off x="91104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5" name="Google Shape;26515;p47"/>
            <p:cNvSpPr/>
            <p:nvPr/>
          </p:nvSpPr>
          <p:spPr>
            <a:xfrm>
              <a:off x="1030552"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6" name="Google Shape;26516;p47"/>
            <p:cNvSpPr/>
            <p:nvPr/>
          </p:nvSpPr>
          <p:spPr>
            <a:xfrm>
              <a:off x="820125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7" name="Google Shape;26517;p47"/>
            <p:cNvSpPr/>
            <p:nvPr/>
          </p:nvSpPr>
          <p:spPr>
            <a:xfrm>
              <a:off x="8320767"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8" name="Google Shape;26518;p47"/>
            <p:cNvSpPr/>
            <p:nvPr/>
          </p:nvSpPr>
          <p:spPr>
            <a:xfrm>
              <a:off x="844028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9" name="Google Shape;26519;p47"/>
            <p:cNvSpPr/>
            <p:nvPr/>
          </p:nvSpPr>
          <p:spPr>
            <a:xfrm>
              <a:off x="8559794"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0" name="Google Shape;26520;p47"/>
            <p:cNvSpPr/>
            <p:nvPr/>
          </p:nvSpPr>
          <p:spPr>
            <a:xfrm>
              <a:off x="8679308"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1" name="Google Shape;26521;p47"/>
            <p:cNvSpPr/>
            <p:nvPr/>
          </p:nvSpPr>
          <p:spPr>
            <a:xfrm>
              <a:off x="8798821" y="107053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2" name="Google Shape;26522;p47"/>
            <p:cNvSpPr/>
            <p:nvPr/>
          </p:nvSpPr>
          <p:spPr>
            <a:xfrm>
              <a:off x="313503"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3" name="Google Shape;26523;p47"/>
            <p:cNvSpPr/>
            <p:nvPr/>
          </p:nvSpPr>
          <p:spPr>
            <a:xfrm>
              <a:off x="43301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4" name="Google Shape;26524;p47"/>
            <p:cNvSpPr/>
            <p:nvPr/>
          </p:nvSpPr>
          <p:spPr>
            <a:xfrm>
              <a:off x="552519"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5" name="Google Shape;26525;p47"/>
            <p:cNvSpPr/>
            <p:nvPr/>
          </p:nvSpPr>
          <p:spPr>
            <a:xfrm>
              <a:off x="67202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6" name="Google Shape;26526;p47"/>
            <p:cNvSpPr/>
            <p:nvPr/>
          </p:nvSpPr>
          <p:spPr>
            <a:xfrm>
              <a:off x="791536"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7" name="Google Shape;26527;p47"/>
            <p:cNvSpPr/>
            <p:nvPr/>
          </p:nvSpPr>
          <p:spPr>
            <a:xfrm>
              <a:off x="91104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8" name="Google Shape;26528;p47"/>
            <p:cNvSpPr/>
            <p:nvPr/>
          </p:nvSpPr>
          <p:spPr>
            <a:xfrm>
              <a:off x="1030552"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9" name="Google Shape;26529;p47"/>
            <p:cNvSpPr/>
            <p:nvPr/>
          </p:nvSpPr>
          <p:spPr>
            <a:xfrm>
              <a:off x="820125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0" name="Google Shape;26530;p47"/>
            <p:cNvSpPr/>
            <p:nvPr/>
          </p:nvSpPr>
          <p:spPr>
            <a:xfrm>
              <a:off x="8320767"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1" name="Google Shape;26531;p47"/>
            <p:cNvSpPr/>
            <p:nvPr/>
          </p:nvSpPr>
          <p:spPr>
            <a:xfrm>
              <a:off x="844028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2" name="Google Shape;26532;p47"/>
            <p:cNvSpPr/>
            <p:nvPr/>
          </p:nvSpPr>
          <p:spPr>
            <a:xfrm>
              <a:off x="8559794"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3" name="Google Shape;26533;p47"/>
            <p:cNvSpPr/>
            <p:nvPr/>
          </p:nvSpPr>
          <p:spPr>
            <a:xfrm>
              <a:off x="8679308"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4" name="Google Shape;26534;p47"/>
            <p:cNvSpPr/>
            <p:nvPr/>
          </p:nvSpPr>
          <p:spPr>
            <a:xfrm>
              <a:off x="8798821" y="117664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5" name="Google Shape;26535;p47"/>
            <p:cNvSpPr/>
            <p:nvPr/>
          </p:nvSpPr>
          <p:spPr>
            <a:xfrm>
              <a:off x="313503"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6" name="Google Shape;26536;p47"/>
            <p:cNvSpPr/>
            <p:nvPr/>
          </p:nvSpPr>
          <p:spPr>
            <a:xfrm>
              <a:off x="43301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7" name="Google Shape;26537;p47"/>
            <p:cNvSpPr/>
            <p:nvPr/>
          </p:nvSpPr>
          <p:spPr>
            <a:xfrm>
              <a:off x="552519"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8" name="Google Shape;26538;p47"/>
            <p:cNvSpPr/>
            <p:nvPr/>
          </p:nvSpPr>
          <p:spPr>
            <a:xfrm>
              <a:off x="67202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9" name="Google Shape;26539;p47"/>
            <p:cNvSpPr/>
            <p:nvPr/>
          </p:nvSpPr>
          <p:spPr>
            <a:xfrm>
              <a:off x="791536"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0" name="Google Shape;26540;p47"/>
            <p:cNvSpPr/>
            <p:nvPr/>
          </p:nvSpPr>
          <p:spPr>
            <a:xfrm>
              <a:off x="91104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1" name="Google Shape;26541;p47"/>
            <p:cNvSpPr/>
            <p:nvPr/>
          </p:nvSpPr>
          <p:spPr>
            <a:xfrm>
              <a:off x="1030552"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2" name="Google Shape;26542;p47"/>
            <p:cNvSpPr/>
            <p:nvPr/>
          </p:nvSpPr>
          <p:spPr>
            <a:xfrm>
              <a:off x="820125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3" name="Google Shape;26543;p47"/>
            <p:cNvSpPr/>
            <p:nvPr/>
          </p:nvSpPr>
          <p:spPr>
            <a:xfrm>
              <a:off x="8320767"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4" name="Google Shape;26544;p47"/>
            <p:cNvSpPr/>
            <p:nvPr/>
          </p:nvSpPr>
          <p:spPr>
            <a:xfrm>
              <a:off x="844028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5" name="Google Shape;26545;p47"/>
            <p:cNvSpPr/>
            <p:nvPr/>
          </p:nvSpPr>
          <p:spPr>
            <a:xfrm>
              <a:off x="8559794"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6" name="Google Shape;26546;p47"/>
            <p:cNvSpPr/>
            <p:nvPr/>
          </p:nvSpPr>
          <p:spPr>
            <a:xfrm>
              <a:off x="8679308"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7" name="Google Shape;26547;p47"/>
            <p:cNvSpPr/>
            <p:nvPr/>
          </p:nvSpPr>
          <p:spPr>
            <a:xfrm>
              <a:off x="8798821" y="128275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8" name="Google Shape;26548;p47"/>
            <p:cNvSpPr/>
            <p:nvPr/>
          </p:nvSpPr>
          <p:spPr>
            <a:xfrm>
              <a:off x="313503"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9" name="Google Shape;26549;p47"/>
            <p:cNvSpPr/>
            <p:nvPr/>
          </p:nvSpPr>
          <p:spPr>
            <a:xfrm>
              <a:off x="43301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0" name="Google Shape;26550;p47"/>
            <p:cNvSpPr/>
            <p:nvPr/>
          </p:nvSpPr>
          <p:spPr>
            <a:xfrm>
              <a:off x="552519"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1" name="Google Shape;26551;p47"/>
            <p:cNvSpPr/>
            <p:nvPr/>
          </p:nvSpPr>
          <p:spPr>
            <a:xfrm>
              <a:off x="67202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2" name="Google Shape;26552;p47"/>
            <p:cNvSpPr/>
            <p:nvPr/>
          </p:nvSpPr>
          <p:spPr>
            <a:xfrm>
              <a:off x="791536"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3" name="Google Shape;26553;p47"/>
            <p:cNvSpPr/>
            <p:nvPr/>
          </p:nvSpPr>
          <p:spPr>
            <a:xfrm>
              <a:off x="91104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4" name="Google Shape;26554;p47"/>
            <p:cNvSpPr/>
            <p:nvPr/>
          </p:nvSpPr>
          <p:spPr>
            <a:xfrm>
              <a:off x="1030552"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5" name="Google Shape;26555;p47"/>
            <p:cNvSpPr/>
            <p:nvPr/>
          </p:nvSpPr>
          <p:spPr>
            <a:xfrm>
              <a:off x="820125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6" name="Google Shape;26556;p47"/>
            <p:cNvSpPr/>
            <p:nvPr/>
          </p:nvSpPr>
          <p:spPr>
            <a:xfrm>
              <a:off x="8320767"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7" name="Google Shape;26557;p47"/>
            <p:cNvSpPr/>
            <p:nvPr/>
          </p:nvSpPr>
          <p:spPr>
            <a:xfrm>
              <a:off x="844028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8" name="Google Shape;26558;p47"/>
            <p:cNvSpPr/>
            <p:nvPr/>
          </p:nvSpPr>
          <p:spPr>
            <a:xfrm>
              <a:off x="8559794"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9" name="Google Shape;26559;p47"/>
            <p:cNvSpPr/>
            <p:nvPr/>
          </p:nvSpPr>
          <p:spPr>
            <a:xfrm>
              <a:off x="8679308"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0" name="Google Shape;26560;p47"/>
            <p:cNvSpPr/>
            <p:nvPr/>
          </p:nvSpPr>
          <p:spPr>
            <a:xfrm>
              <a:off x="8798821" y="138885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1" name="Google Shape;26561;p47"/>
            <p:cNvSpPr/>
            <p:nvPr/>
          </p:nvSpPr>
          <p:spPr>
            <a:xfrm>
              <a:off x="313503"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2" name="Google Shape;26562;p47"/>
            <p:cNvSpPr/>
            <p:nvPr/>
          </p:nvSpPr>
          <p:spPr>
            <a:xfrm>
              <a:off x="43301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3" name="Google Shape;26563;p47"/>
            <p:cNvSpPr/>
            <p:nvPr/>
          </p:nvSpPr>
          <p:spPr>
            <a:xfrm>
              <a:off x="552519"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4" name="Google Shape;26564;p47"/>
            <p:cNvSpPr/>
            <p:nvPr/>
          </p:nvSpPr>
          <p:spPr>
            <a:xfrm>
              <a:off x="67202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5" name="Google Shape;26565;p47"/>
            <p:cNvSpPr/>
            <p:nvPr/>
          </p:nvSpPr>
          <p:spPr>
            <a:xfrm>
              <a:off x="791536"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6" name="Google Shape;26566;p47"/>
            <p:cNvSpPr/>
            <p:nvPr/>
          </p:nvSpPr>
          <p:spPr>
            <a:xfrm>
              <a:off x="91104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7" name="Google Shape;26567;p47"/>
            <p:cNvSpPr/>
            <p:nvPr/>
          </p:nvSpPr>
          <p:spPr>
            <a:xfrm>
              <a:off x="1030552"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8" name="Google Shape;26568;p47"/>
            <p:cNvSpPr/>
            <p:nvPr/>
          </p:nvSpPr>
          <p:spPr>
            <a:xfrm>
              <a:off x="820125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9" name="Google Shape;26569;p47"/>
            <p:cNvSpPr/>
            <p:nvPr/>
          </p:nvSpPr>
          <p:spPr>
            <a:xfrm>
              <a:off x="8320767"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0" name="Google Shape;26570;p47"/>
            <p:cNvSpPr/>
            <p:nvPr/>
          </p:nvSpPr>
          <p:spPr>
            <a:xfrm>
              <a:off x="844028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1" name="Google Shape;26571;p47"/>
            <p:cNvSpPr/>
            <p:nvPr/>
          </p:nvSpPr>
          <p:spPr>
            <a:xfrm>
              <a:off x="8559794"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2" name="Google Shape;26572;p47"/>
            <p:cNvSpPr/>
            <p:nvPr/>
          </p:nvSpPr>
          <p:spPr>
            <a:xfrm>
              <a:off x="8679308"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3" name="Google Shape;26573;p47"/>
            <p:cNvSpPr/>
            <p:nvPr/>
          </p:nvSpPr>
          <p:spPr>
            <a:xfrm>
              <a:off x="8798821" y="149496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4" name="Google Shape;26574;p47"/>
            <p:cNvSpPr/>
            <p:nvPr/>
          </p:nvSpPr>
          <p:spPr>
            <a:xfrm>
              <a:off x="313503"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5" name="Google Shape;26575;p47"/>
            <p:cNvSpPr/>
            <p:nvPr/>
          </p:nvSpPr>
          <p:spPr>
            <a:xfrm>
              <a:off x="43301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6" name="Google Shape;26576;p47"/>
            <p:cNvSpPr/>
            <p:nvPr/>
          </p:nvSpPr>
          <p:spPr>
            <a:xfrm>
              <a:off x="552519"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7" name="Google Shape;26577;p47"/>
            <p:cNvSpPr/>
            <p:nvPr/>
          </p:nvSpPr>
          <p:spPr>
            <a:xfrm>
              <a:off x="67202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8" name="Google Shape;26578;p47"/>
            <p:cNvSpPr/>
            <p:nvPr/>
          </p:nvSpPr>
          <p:spPr>
            <a:xfrm>
              <a:off x="791536"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9" name="Google Shape;26579;p47"/>
            <p:cNvSpPr/>
            <p:nvPr/>
          </p:nvSpPr>
          <p:spPr>
            <a:xfrm>
              <a:off x="91104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0" name="Google Shape;26580;p47"/>
            <p:cNvSpPr/>
            <p:nvPr/>
          </p:nvSpPr>
          <p:spPr>
            <a:xfrm>
              <a:off x="1030552"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1" name="Google Shape;26581;p47"/>
            <p:cNvSpPr/>
            <p:nvPr/>
          </p:nvSpPr>
          <p:spPr>
            <a:xfrm>
              <a:off x="820125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2" name="Google Shape;26582;p47"/>
            <p:cNvSpPr/>
            <p:nvPr/>
          </p:nvSpPr>
          <p:spPr>
            <a:xfrm>
              <a:off x="8320767"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3" name="Google Shape;26583;p47"/>
            <p:cNvSpPr/>
            <p:nvPr/>
          </p:nvSpPr>
          <p:spPr>
            <a:xfrm>
              <a:off x="844028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4" name="Google Shape;26584;p47"/>
            <p:cNvSpPr/>
            <p:nvPr/>
          </p:nvSpPr>
          <p:spPr>
            <a:xfrm>
              <a:off x="8559794"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5" name="Google Shape;26585;p47"/>
            <p:cNvSpPr/>
            <p:nvPr/>
          </p:nvSpPr>
          <p:spPr>
            <a:xfrm>
              <a:off x="8679308"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6" name="Google Shape;26586;p47"/>
            <p:cNvSpPr/>
            <p:nvPr/>
          </p:nvSpPr>
          <p:spPr>
            <a:xfrm>
              <a:off x="8798821" y="160107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7" name="Google Shape;26587;p47"/>
            <p:cNvSpPr/>
            <p:nvPr/>
          </p:nvSpPr>
          <p:spPr>
            <a:xfrm>
              <a:off x="313503"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8" name="Google Shape;26588;p47"/>
            <p:cNvSpPr/>
            <p:nvPr/>
          </p:nvSpPr>
          <p:spPr>
            <a:xfrm>
              <a:off x="43301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9" name="Google Shape;26589;p47"/>
            <p:cNvSpPr/>
            <p:nvPr/>
          </p:nvSpPr>
          <p:spPr>
            <a:xfrm>
              <a:off x="552519"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0" name="Google Shape;26590;p47"/>
            <p:cNvSpPr/>
            <p:nvPr/>
          </p:nvSpPr>
          <p:spPr>
            <a:xfrm>
              <a:off x="67202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1" name="Google Shape;26591;p47"/>
            <p:cNvSpPr/>
            <p:nvPr/>
          </p:nvSpPr>
          <p:spPr>
            <a:xfrm>
              <a:off x="791536"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2" name="Google Shape;26592;p47"/>
            <p:cNvSpPr/>
            <p:nvPr/>
          </p:nvSpPr>
          <p:spPr>
            <a:xfrm>
              <a:off x="91104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3" name="Google Shape;26593;p47"/>
            <p:cNvSpPr/>
            <p:nvPr/>
          </p:nvSpPr>
          <p:spPr>
            <a:xfrm>
              <a:off x="1030552"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4" name="Google Shape;26594;p47"/>
            <p:cNvSpPr/>
            <p:nvPr/>
          </p:nvSpPr>
          <p:spPr>
            <a:xfrm>
              <a:off x="820125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5" name="Google Shape;26595;p47"/>
            <p:cNvSpPr/>
            <p:nvPr/>
          </p:nvSpPr>
          <p:spPr>
            <a:xfrm>
              <a:off x="8320767"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6" name="Google Shape;26596;p47"/>
            <p:cNvSpPr/>
            <p:nvPr/>
          </p:nvSpPr>
          <p:spPr>
            <a:xfrm>
              <a:off x="844028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7" name="Google Shape;26597;p47"/>
            <p:cNvSpPr/>
            <p:nvPr/>
          </p:nvSpPr>
          <p:spPr>
            <a:xfrm>
              <a:off x="8559794"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8" name="Google Shape;26598;p47"/>
            <p:cNvSpPr/>
            <p:nvPr/>
          </p:nvSpPr>
          <p:spPr>
            <a:xfrm>
              <a:off x="8679308"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9" name="Google Shape;26599;p47"/>
            <p:cNvSpPr/>
            <p:nvPr/>
          </p:nvSpPr>
          <p:spPr>
            <a:xfrm>
              <a:off x="8798821" y="170717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0" name="Google Shape;26600;p47"/>
            <p:cNvSpPr/>
            <p:nvPr/>
          </p:nvSpPr>
          <p:spPr>
            <a:xfrm>
              <a:off x="313503"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1" name="Google Shape;26601;p47"/>
            <p:cNvSpPr/>
            <p:nvPr/>
          </p:nvSpPr>
          <p:spPr>
            <a:xfrm>
              <a:off x="43301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2" name="Google Shape;26602;p47"/>
            <p:cNvSpPr/>
            <p:nvPr/>
          </p:nvSpPr>
          <p:spPr>
            <a:xfrm>
              <a:off x="552519"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3" name="Google Shape;26603;p47"/>
            <p:cNvSpPr/>
            <p:nvPr/>
          </p:nvSpPr>
          <p:spPr>
            <a:xfrm>
              <a:off x="67202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4" name="Google Shape;26604;p47"/>
            <p:cNvSpPr/>
            <p:nvPr/>
          </p:nvSpPr>
          <p:spPr>
            <a:xfrm>
              <a:off x="791536"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5" name="Google Shape;26605;p47"/>
            <p:cNvSpPr/>
            <p:nvPr/>
          </p:nvSpPr>
          <p:spPr>
            <a:xfrm>
              <a:off x="91104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6" name="Google Shape;26606;p47"/>
            <p:cNvSpPr/>
            <p:nvPr/>
          </p:nvSpPr>
          <p:spPr>
            <a:xfrm>
              <a:off x="1030552"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7" name="Google Shape;26607;p47"/>
            <p:cNvSpPr/>
            <p:nvPr/>
          </p:nvSpPr>
          <p:spPr>
            <a:xfrm>
              <a:off x="820125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8" name="Google Shape;26608;p47"/>
            <p:cNvSpPr/>
            <p:nvPr/>
          </p:nvSpPr>
          <p:spPr>
            <a:xfrm>
              <a:off x="8320767"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9" name="Google Shape;26609;p47"/>
            <p:cNvSpPr/>
            <p:nvPr/>
          </p:nvSpPr>
          <p:spPr>
            <a:xfrm>
              <a:off x="844028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0" name="Google Shape;26610;p47"/>
            <p:cNvSpPr/>
            <p:nvPr/>
          </p:nvSpPr>
          <p:spPr>
            <a:xfrm>
              <a:off x="8559794"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1" name="Google Shape;26611;p47"/>
            <p:cNvSpPr/>
            <p:nvPr/>
          </p:nvSpPr>
          <p:spPr>
            <a:xfrm>
              <a:off x="8679308"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2" name="Google Shape;26612;p47"/>
            <p:cNvSpPr/>
            <p:nvPr/>
          </p:nvSpPr>
          <p:spPr>
            <a:xfrm>
              <a:off x="8798821" y="181328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3" name="Google Shape;26613;p47"/>
            <p:cNvSpPr/>
            <p:nvPr/>
          </p:nvSpPr>
          <p:spPr>
            <a:xfrm>
              <a:off x="313503"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4" name="Google Shape;26614;p47"/>
            <p:cNvSpPr/>
            <p:nvPr/>
          </p:nvSpPr>
          <p:spPr>
            <a:xfrm>
              <a:off x="43301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5" name="Google Shape;26615;p47"/>
            <p:cNvSpPr/>
            <p:nvPr/>
          </p:nvSpPr>
          <p:spPr>
            <a:xfrm>
              <a:off x="552519"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6" name="Google Shape;26616;p47"/>
            <p:cNvSpPr/>
            <p:nvPr/>
          </p:nvSpPr>
          <p:spPr>
            <a:xfrm>
              <a:off x="67202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7" name="Google Shape;26617;p47"/>
            <p:cNvSpPr/>
            <p:nvPr/>
          </p:nvSpPr>
          <p:spPr>
            <a:xfrm>
              <a:off x="791536"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8" name="Google Shape;26618;p47"/>
            <p:cNvSpPr/>
            <p:nvPr/>
          </p:nvSpPr>
          <p:spPr>
            <a:xfrm>
              <a:off x="91104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9" name="Google Shape;26619;p47"/>
            <p:cNvSpPr/>
            <p:nvPr/>
          </p:nvSpPr>
          <p:spPr>
            <a:xfrm>
              <a:off x="1030552"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0" name="Google Shape;26620;p47"/>
            <p:cNvSpPr/>
            <p:nvPr/>
          </p:nvSpPr>
          <p:spPr>
            <a:xfrm>
              <a:off x="820125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1" name="Google Shape;26621;p47"/>
            <p:cNvSpPr/>
            <p:nvPr/>
          </p:nvSpPr>
          <p:spPr>
            <a:xfrm>
              <a:off x="8320767"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2" name="Google Shape;26622;p47"/>
            <p:cNvSpPr/>
            <p:nvPr/>
          </p:nvSpPr>
          <p:spPr>
            <a:xfrm>
              <a:off x="844028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3" name="Google Shape;26623;p47"/>
            <p:cNvSpPr/>
            <p:nvPr/>
          </p:nvSpPr>
          <p:spPr>
            <a:xfrm>
              <a:off x="8559794"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4" name="Google Shape;26624;p47"/>
            <p:cNvSpPr/>
            <p:nvPr/>
          </p:nvSpPr>
          <p:spPr>
            <a:xfrm>
              <a:off x="8679308"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5" name="Google Shape;26625;p47"/>
            <p:cNvSpPr/>
            <p:nvPr/>
          </p:nvSpPr>
          <p:spPr>
            <a:xfrm>
              <a:off x="8798821" y="191939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6" name="Google Shape;26626;p47"/>
            <p:cNvSpPr/>
            <p:nvPr/>
          </p:nvSpPr>
          <p:spPr>
            <a:xfrm>
              <a:off x="313503"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7" name="Google Shape;26627;p47"/>
            <p:cNvSpPr/>
            <p:nvPr/>
          </p:nvSpPr>
          <p:spPr>
            <a:xfrm>
              <a:off x="43301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8" name="Google Shape;26628;p47"/>
            <p:cNvSpPr/>
            <p:nvPr/>
          </p:nvSpPr>
          <p:spPr>
            <a:xfrm>
              <a:off x="552519"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9" name="Google Shape;26629;p47"/>
            <p:cNvSpPr/>
            <p:nvPr/>
          </p:nvSpPr>
          <p:spPr>
            <a:xfrm>
              <a:off x="67202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0" name="Google Shape;26630;p47"/>
            <p:cNvSpPr/>
            <p:nvPr/>
          </p:nvSpPr>
          <p:spPr>
            <a:xfrm>
              <a:off x="791536"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1" name="Google Shape;26631;p47"/>
            <p:cNvSpPr/>
            <p:nvPr/>
          </p:nvSpPr>
          <p:spPr>
            <a:xfrm>
              <a:off x="91104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2" name="Google Shape;26632;p47"/>
            <p:cNvSpPr/>
            <p:nvPr/>
          </p:nvSpPr>
          <p:spPr>
            <a:xfrm>
              <a:off x="1030552"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3" name="Google Shape;26633;p47"/>
            <p:cNvSpPr/>
            <p:nvPr/>
          </p:nvSpPr>
          <p:spPr>
            <a:xfrm>
              <a:off x="820125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4" name="Google Shape;26634;p47"/>
            <p:cNvSpPr/>
            <p:nvPr/>
          </p:nvSpPr>
          <p:spPr>
            <a:xfrm>
              <a:off x="8320767"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5" name="Google Shape;26635;p47"/>
            <p:cNvSpPr/>
            <p:nvPr/>
          </p:nvSpPr>
          <p:spPr>
            <a:xfrm>
              <a:off x="844028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6" name="Google Shape;26636;p47"/>
            <p:cNvSpPr/>
            <p:nvPr/>
          </p:nvSpPr>
          <p:spPr>
            <a:xfrm>
              <a:off x="8559794"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7" name="Google Shape;26637;p47"/>
            <p:cNvSpPr/>
            <p:nvPr/>
          </p:nvSpPr>
          <p:spPr>
            <a:xfrm>
              <a:off x="8679308"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8" name="Google Shape;26638;p47"/>
            <p:cNvSpPr/>
            <p:nvPr/>
          </p:nvSpPr>
          <p:spPr>
            <a:xfrm>
              <a:off x="8798821" y="202550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9" name="Google Shape;26639;p47"/>
            <p:cNvSpPr/>
            <p:nvPr/>
          </p:nvSpPr>
          <p:spPr>
            <a:xfrm>
              <a:off x="313503"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0" name="Google Shape;26640;p47"/>
            <p:cNvSpPr/>
            <p:nvPr/>
          </p:nvSpPr>
          <p:spPr>
            <a:xfrm>
              <a:off x="43301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1" name="Google Shape;26641;p47"/>
            <p:cNvSpPr/>
            <p:nvPr/>
          </p:nvSpPr>
          <p:spPr>
            <a:xfrm>
              <a:off x="552519"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2" name="Google Shape;26642;p47"/>
            <p:cNvSpPr/>
            <p:nvPr/>
          </p:nvSpPr>
          <p:spPr>
            <a:xfrm>
              <a:off x="67202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3" name="Google Shape;26643;p47"/>
            <p:cNvSpPr/>
            <p:nvPr/>
          </p:nvSpPr>
          <p:spPr>
            <a:xfrm>
              <a:off x="791536"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4" name="Google Shape;26644;p47"/>
            <p:cNvSpPr/>
            <p:nvPr/>
          </p:nvSpPr>
          <p:spPr>
            <a:xfrm>
              <a:off x="91104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5" name="Google Shape;26645;p47"/>
            <p:cNvSpPr/>
            <p:nvPr/>
          </p:nvSpPr>
          <p:spPr>
            <a:xfrm>
              <a:off x="1030552"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6" name="Google Shape;26646;p47"/>
            <p:cNvSpPr/>
            <p:nvPr/>
          </p:nvSpPr>
          <p:spPr>
            <a:xfrm>
              <a:off x="820125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7" name="Google Shape;26647;p47"/>
            <p:cNvSpPr/>
            <p:nvPr/>
          </p:nvSpPr>
          <p:spPr>
            <a:xfrm>
              <a:off x="8320767"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8" name="Google Shape;26648;p47"/>
            <p:cNvSpPr/>
            <p:nvPr/>
          </p:nvSpPr>
          <p:spPr>
            <a:xfrm>
              <a:off x="844028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9" name="Google Shape;26649;p47"/>
            <p:cNvSpPr/>
            <p:nvPr/>
          </p:nvSpPr>
          <p:spPr>
            <a:xfrm>
              <a:off x="8559794"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0" name="Google Shape;26650;p47"/>
            <p:cNvSpPr/>
            <p:nvPr/>
          </p:nvSpPr>
          <p:spPr>
            <a:xfrm>
              <a:off x="8679308"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1" name="Google Shape;26651;p47"/>
            <p:cNvSpPr/>
            <p:nvPr/>
          </p:nvSpPr>
          <p:spPr>
            <a:xfrm>
              <a:off x="8798821" y="213160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2" name="Google Shape;26652;p47"/>
            <p:cNvSpPr/>
            <p:nvPr/>
          </p:nvSpPr>
          <p:spPr>
            <a:xfrm>
              <a:off x="313503"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3" name="Google Shape;26653;p47"/>
            <p:cNvSpPr/>
            <p:nvPr/>
          </p:nvSpPr>
          <p:spPr>
            <a:xfrm>
              <a:off x="43301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4" name="Google Shape;26654;p47"/>
            <p:cNvSpPr/>
            <p:nvPr/>
          </p:nvSpPr>
          <p:spPr>
            <a:xfrm>
              <a:off x="552519"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5" name="Google Shape;26655;p47"/>
            <p:cNvSpPr/>
            <p:nvPr/>
          </p:nvSpPr>
          <p:spPr>
            <a:xfrm>
              <a:off x="67202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6" name="Google Shape;26656;p47"/>
            <p:cNvSpPr/>
            <p:nvPr/>
          </p:nvSpPr>
          <p:spPr>
            <a:xfrm>
              <a:off x="791536"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7" name="Google Shape;26657;p47"/>
            <p:cNvSpPr/>
            <p:nvPr/>
          </p:nvSpPr>
          <p:spPr>
            <a:xfrm>
              <a:off x="91104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8" name="Google Shape;26658;p47"/>
            <p:cNvSpPr/>
            <p:nvPr/>
          </p:nvSpPr>
          <p:spPr>
            <a:xfrm>
              <a:off x="1030552"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9" name="Google Shape;26659;p47"/>
            <p:cNvSpPr/>
            <p:nvPr/>
          </p:nvSpPr>
          <p:spPr>
            <a:xfrm>
              <a:off x="820125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0" name="Google Shape;26660;p47"/>
            <p:cNvSpPr/>
            <p:nvPr/>
          </p:nvSpPr>
          <p:spPr>
            <a:xfrm>
              <a:off x="8320767"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1" name="Google Shape;26661;p47"/>
            <p:cNvSpPr/>
            <p:nvPr/>
          </p:nvSpPr>
          <p:spPr>
            <a:xfrm>
              <a:off x="844028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2" name="Google Shape;26662;p47"/>
            <p:cNvSpPr/>
            <p:nvPr/>
          </p:nvSpPr>
          <p:spPr>
            <a:xfrm>
              <a:off x="8559794"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3" name="Google Shape;26663;p47"/>
            <p:cNvSpPr/>
            <p:nvPr/>
          </p:nvSpPr>
          <p:spPr>
            <a:xfrm>
              <a:off x="8679308"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4" name="Google Shape;26664;p47"/>
            <p:cNvSpPr/>
            <p:nvPr/>
          </p:nvSpPr>
          <p:spPr>
            <a:xfrm>
              <a:off x="8798821" y="223771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5" name="Google Shape;26665;p47"/>
            <p:cNvSpPr/>
            <p:nvPr/>
          </p:nvSpPr>
          <p:spPr>
            <a:xfrm>
              <a:off x="313503"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6" name="Google Shape;26666;p47"/>
            <p:cNvSpPr/>
            <p:nvPr/>
          </p:nvSpPr>
          <p:spPr>
            <a:xfrm>
              <a:off x="43301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7" name="Google Shape;26667;p47"/>
            <p:cNvSpPr/>
            <p:nvPr/>
          </p:nvSpPr>
          <p:spPr>
            <a:xfrm>
              <a:off x="552519"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8" name="Google Shape;26668;p47"/>
            <p:cNvSpPr/>
            <p:nvPr/>
          </p:nvSpPr>
          <p:spPr>
            <a:xfrm>
              <a:off x="67202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9" name="Google Shape;26669;p47"/>
            <p:cNvSpPr/>
            <p:nvPr/>
          </p:nvSpPr>
          <p:spPr>
            <a:xfrm>
              <a:off x="791536"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0" name="Google Shape;26670;p47"/>
            <p:cNvSpPr/>
            <p:nvPr/>
          </p:nvSpPr>
          <p:spPr>
            <a:xfrm>
              <a:off x="91104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1" name="Google Shape;26671;p47"/>
            <p:cNvSpPr/>
            <p:nvPr/>
          </p:nvSpPr>
          <p:spPr>
            <a:xfrm>
              <a:off x="1030552"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2" name="Google Shape;26672;p47"/>
            <p:cNvSpPr/>
            <p:nvPr/>
          </p:nvSpPr>
          <p:spPr>
            <a:xfrm>
              <a:off x="820125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3" name="Google Shape;26673;p47"/>
            <p:cNvSpPr/>
            <p:nvPr/>
          </p:nvSpPr>
          <p:spPr>
            <a:xfrm>
              <a:off x="8320767"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4" name="Google Shape;26674;p47"/>
            <p:cNvSpPr/>
            <p:nvPr/>
          </p:nvSpPr>
          <p:spPr>
            <a:xfrm>
              <a:off x="844028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5" name="Google Shape;26675;p47"/>
            <p:cNvSpPr/>
            <p:nvPr/>
          </p:nvSpPr>
          <p:spPr>
            <a:xfrm>
              <a:off x="8559794"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6" name="Google Shape;26676;p47"/>
            <p:cNvSpPr/>
            <p:nvPr/>
          </p:nvSpPr>
          <p:spPr>
            <a:xfrm>
              <a:off x="8679308"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7" name="Google Shape;26677;p47"/>
            <p:cNvSpPr/>
            <p:nvPr/>
          </p:nvSpPr>
          <p:spPr>
            <a:xfrm>
              <a:off x="8798821" y="234382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8" name="Google Shape;26678;p47"/>
            <p:cNvSpPr/>
            <p:nvPr/>
          </p:nvSpPr>
          <p:spPr>
            <a:xfrm>
              <a:off x="313503"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9" name="Google Shape;26679;p47"/>
            <p:cNvSpPr/>
            <p:nvPr/>
          </p:nvSpPr>
          <p:spPr>
            <a:xfrm>
              <a:off x="43301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0" name="Google Shape;26680;p47"/>
            <p:cNvSpPr/>
            <p:nvPr/>
          </p:nvSpPr>
          <p:spPr>
            <a:xfrm>
              <a:off x="552519"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1" name="Google Shape;26681;p47"/>
            <p:cNvSpPr/>
            <p:nvPr/>
          </p:nvSpPr>
          <p:spPr>
            <a:xfrm>
              <a:off x="67202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2" name="Google Shape;26682;p47"/>
            <p:cNvSpPr/>
            <p:nvPr/>
          </p:nvSpPr>
          <p:spPr>
            <a:xfrm>
              <a:off x="791536"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3" name="Google Shape;26683;p47"/>
            <p:cNvSpPr/>
            <p:nvPr/>
          </p:nvSpPr>
          <p:spPr>
            <a:xfrm>
              <a:off x="91104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4" name="Google Shape;26684;p47"/>
            <p:cNvSpPr/>
            <p:nvPr/>
          </p:nvSpPr>
          <p:spPr>
            <a:xfrm>
              <a:off x="1030552"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5" name="Google Shape;26685;p47"/>
            <p:cNvSpPr/>
            <p:nvPr/>
          </p:nvSpPr>
          <p:spPr>
            <a:xfrm>
              <a:off x="820125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6" name="Google Shape;26686;p47"/>
            <p:cNvSpPr/>
            <p:nvPr/>
          </p:nvSpPr>
          <p:spPr>
            <a:xfrm>
              <a:off x="8320767"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7" name="Google Shape;26687;p47"/>
            <p:cNvSpPr/>
            <p:nvPr/>
          </p:nvSpPr>
          <p:spPr>
            <a:xfrm>
              <a:off x="844028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8" name="Google Shape;26688;p47"/>
            <p:cNvSpPr/>
            <p:nvPr/>
          </p:nvSpPr>
          <p:spPr>
            <a:xfrm>
              <a:off x="8559794"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9" name="Google Shape;26689;p47"/>
            <p:cNvSpPr/>
            <p:nvPr/>
          </p:nvSpPr>
          <p:spPr>
            <a:xfrm>
              <a:off x="8679308"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0" name="Google Shape;26690;p47"/>
            <p:cNvSpPr/>
            <p:nvPr/>
          </p:nvSpPr>
          <p:spPr>
            <a:xfrm>
              <a:off x="8798821" y="244992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1" name="Google Shape;26691;p47"/>
            <p:cNvSpPr/>
            <p:nvPr/>
          </p:nvSpPr>
          <p:spPr>
            <a:xfrm>
              <a:off x="313503"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2" name="Google Shape;26692;p47"/>
            <p:cNvSpPr/>
            <p:nvPr/>
          </p:nvSpPr>
          <p:spPr>
            <a:xfrm>
              <a:off x="43301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3" name="Google Shape;26693;p47"/>
            <p:cNvSpPr/>
            <p:nvPr/>
          </p:nvSpPr>
          <p:spPr>
            <a:xfrm>
              <a:off x="552519"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4" name="Google Shape;26694;p47"/>
            <p:cNvSpPr/>
            <p:nvPr/>
          </p:nvSpPr>
          <p:spPr>
            <a:xfrm>
              <a:off x="67202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5" name="Google Shape;26695;p47"/>
            <p:cNvSpPr/>
            <p:nvPr/>
          </p:nvSpPr>
          <p:spPr>
            <a:xfrm>
              <a:off x="791536"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6" name="Google Shape;26696;p47"/>
            <p:cNvSpPr/>
            <p:nvPr/>
          </p:nvSpPr>
          <p:spPr>
            <a:xfrm>
              <a:off x="91104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7" name="Google Shape;26697;p47"/>
            <p:cNvSpPr/>
            <p:nvPr/>
          </p:nvSpPr>
          <p:spPr>
            <a:xfrm>
              <a:off x="1030552"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8" name="Google Shape;26698;p47"/>
            <p:cNvSpPr/>
            <p:nvPr/>
          </p:nvSpPr>
          <p:spPr>
            <a:xfrm>
              <a:off x="820125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9" name="Google Shape;26699;p47"/>
            <p:cNvSpPr/>
            <p:nvPr/>
          </p:nvSpPr>
          <p:spPr>
            <a:xfrm>
              <a:off x="8320767"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0" name="Google Shape;26700;p47"/>
            <p:cNvSpPr/>
            <p:nvPr/>
          </p:nvSpPr>
          <p:spPr>
            <a:xfrm>
              <a:off x="844028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1" name="Google Shape;26701;p47"/>
            <p:cNvSpPr/>
            <p:nvPr/>
          </p:nvSpPr>
          <p:spPr>
            <a:xfrm>
              <a:off x="8559794"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2" name="Google Shape;26702;p47"/>
            <p:cNvSpPr/>
            <p:nvPr/>
          </p:nvSpPr>
          <p:spPr>
            <a:xfrm>
              <a:off x="8679308"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3" name="Google Shape;26703;p47"/>
            <p:cNvSpPr/>
            <p:nvPr/>
          </p:nvSpPr>
          <p:spPr>
            <a:xfrm>
              <a:off x="8798821" y="255603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4" name="Google Shape;26704;p47"/>
            <p:cNvSpPr/>
            <p:nvPr/>
          </p:nvSpPr>
          <p:spPr>
            <a:xfrm>
              <a:off x="313503"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5" name="Google Shape;26705;p47"/>
            <p:cNvSpPr/>
            <p:nvPr/>
          </p:nvSpPr>
          <p:spPr>
            <a:xfrm>
              <a:off x="43301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6" name="Google Shape;26706;p47"/>
            <p:cNvSpPr/>
            <p:nvPr/>
          </p:nvSpPr>
          <p:spPr>
            <a:xfrm>
              <a:off x="552519"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7" name="Google Shape;26707;p47"/>
            <p:cNvSpPr/>
            <p:nvPr/>
          </p:nvSpPr>
          <p:spPr>
            <a:xfrm>
              <a:off x="67202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8" name="Google Shape;26708;p47"/>
            <p:cNvSpPr/>
            <p:nvPr/>
          </p:nvSpPr>
          <p:spPr>
            <a:xfrm>
              <a:off x="791536"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9" name="Google Shape;26709;p47"/>
            <p:cNvSpPr/>
            <p:nvPr/>
          </p:nvSpPr>
          <p:spPr>
            <a:xfrm>
              <a:off x="91104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0" name="Google Shape;26710;p47"/>
            <p:cNvSpPr/>
            <p:nvPr/>
          </p:nvSpPr>
          <p:spPr>
            <a:xfrm>
              <a:off x="1030552"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1" name="Google Shape;26711;p47"/>
            <p:cNvSpPr/>
            <p:nvPr/>
          </p:nvSpPr>
          <p:spPr>
            <a:xfrm>
              <a:off x="820125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2" name="Google Shape;26712;p47"/>
            <p:cNvSpPr/>
            <p:nvPr/>
          </p:nvSpPr>
          <p:spPr>
            <a:xfrm>
              <a:off x="8320767"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3" name="Google Shape;26713;p47"/>
            <p:cNvSpPr/>
            <p:nvPr/>
          </p:nvSpPr>
          <p:spPr>
            <a:xfrm>
              <a:off x="844028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4" name="Google Shape;26714;p47"/>
            <p:cNvSpPr/>
            <p:nvPr/>
          </p:nvSpPr>
          <p:spPr>
            <a:xfrm>
              <a:off x="8559794"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5" name="Google Shape;26715;p47"/>
            <p:cNvSpPr/>
            <p:nvPr/>
          </p:nvSpPr>
          <p:spPr>
            <a:xfrm>
              <a:off x="8679308"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6" name="Google Shape;26716;p47"/>
            <p:cNvSpPr/>
            <p:nvPr/>
          </p:nvSpPr>
          <p:spPr>
            <a:xfrm>
              <a:off x="8798821" y="266214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7" name="Google Shape;26717;p47"/>
            <p:cNvSpPr/>
            <p:nvPr/>
          </p:nvSpPr>
          <p:spPr>
            <a:xfrm>
              <a:off x="313503"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8" name="Google Shape;26718;p47"/>
            <p:cNvSpPr/>
            <p:nvPr/>
          </p:nvSpPr>
          <p:spPr>
            <a:xfrm>
              <a:off x="43301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9" name="Google Shape;26719;p47"/>
            <p:cNvSpPr/>
            <p:nvPr/>
          </p:nvSpPr>
          <p:spPr>
            <a:xfrm>
              <a:off x="552519"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0" name="Google Shape;26720;p47"/>
            <p:cNvSpPr/>
            <p:nvPr/>
          </p:nvSpPr>
          <p:spPr>
            <a:xfrm>
              <a:off x="67202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1" name="Google Shape;26721;p47"/>
            <p:cNvSpPr/>
            <p:nvPr/>
          </p:nvSpPr>
          <p:spPr>
            <a:xfrm>
              <a:off x="791536"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2" name="Google Shape;26722;p47"/>
            <p:cNvSpPr/>
            <p:nvPr/>
          </p:nvSpPr>
          <p:spPr>
            <a:xfrm>
              <a:off x="91104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3" name="Google Shape;26723;p47"/>
            <p:cNvSpPr/>
            <p:nvPr/>
          </p:nvSpPr>
          <p:spPr>
            <a:xfrm>
              <a:off x="1030552"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4" name="Google Shape;26724;p47"/>
            <p:cNvSpPr/>
            <p:nvPr/>
          </p:nvSpPr>
          <p:spPr>
            <a:xfrm>
              <a:off x="820125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5" name="Google Shape;26725;p47"/>
            <p:cNvSpPr/>
            <p:nvPr/>
          </p:nvSpPr>
          <p:spPr>
            <a:xfrm>
              <a:off x="8320767"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6" name="Google Shape;26726;p47"/>
            <p:cNvSpPr/>
            <p:nvPr/>
          </p:nvSpPr>
          <p:spPr>
            <a:xfrm>
              <a:off x="844028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7" name="Google Shape;26727;p47"/>
            <p:cNvSpPr/>
            <p:nvPr/>
          </p:nvSpPr>
          <p:spPr>
            <a:xfrm>
              <a:off x="8559794"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8" name="Google Shape;26728;p47"/>
            <p:cNvSpPr/>
            <p:nvPr/>
          </p:nvSpPr>
          <p:spPr>
            <a:xfrm>
              <a:off x="8679308"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9" name="Google Shape;26729;p47"/>
            <p:cNvSpPr/>
            <p:nvPr/>
          </p:nvSpPr>
          <p:spPr>
            <a:xfrm>
              <a:off x="8798821" y="276824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0" name="Google Shape;26730;p47"/>
            <p:cNvSpPr/>
            <p:nvPr/>
          </p:nvSpPr>
          <p:spPr>
            <a:xfrm>
              <a:off x="313503"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1" name="Google Shape;26731;p47"/>
            <p:cNvSpPr/>
            <p:nvPr/>
          </p:nvSpPr>
          <p:spPr>
            <a:xfrm>
              <a:off x="43301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2" name="Google Shape;26732;p47"/>
            <p:cNvSpPr/>
            <p:nvPr/>
          </p:nvSpPr>
          <p:spPr>
            <a:xfrm>
              <a:off x="552519"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3" name="Google Shape;26733;p47"/>
            <p:cNvSpPr/>
            <p:nvPr/>
          </p:nvSpPr>
          <p:spPr>
            <a:xfrm>
              <a:off x="67202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4" name="Google Shape;26734;p47"/>
            <p:cNvSpPr/>
            <p:nvPr/>
          </p:nvSpPr>
          <p:spPr>
            <a:xfrm>
              <a:off x="791536"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5" name="Google Shape;26735;p47"/>
            <p:cNvSpPr/>
            <p:nvPr/>
          </p:nvSpPr>
          <p:spPr>
            <a:xfrm>
              <a:off x="91104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6" name="Google Shape;26736;p47"/>
            <p:cNvSpPr/>
            <p:nvPr/>
          </p:nvSpPr>
          <p:spPr>
            <a:xfrm>
              <a:off x="1030552"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7" name="Google Shape;26737;p47"/>
            <p:cNvSpPr/>
            <p:nvPr/>
          </p:nvSpPr>
          <p:spPr>
            <a:xfrm>
              <a:off x="820125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8" name="Google Shape;26738;p47"/>
            <p:cNvSpPr/>
            <p:nvPr/>
          </p:nvSpPr>
          <p:spPr>
            <a:xfrm>
              <a:off x="8320767"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9" name="Google Shape;26739;p47"/>
            <p:cNvSpPr/>
            <p:nvPr/>
          </p:nvSpPr>
          <p:spPr>
            <a:xfrm>
              <a:off x="844028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0" name="Google Shape;26740;p47"/>
            <p:cNvSpPr/>
            <p:nvPr/>
          </p:nvSpPr>
          <p:spPr>
            <a:xfrm>
              <a:off x="8559794"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1" name="Google Shape;26741;p47"/>
            <p:cNvSpPr/>
            <p:nvPr/>
          </p:nvSpPr>
          <p:spPr>
            <a:xfrm>
              <a:off x="8679308"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2" name="Google Shape;26742;p47"/>
            <p:cNvSpPr/>
            <p:nvPr/>
          </p:nvSpPr>
          <p:spPr>
            <a:xfrm>
              <a:off x="8798821" y="287435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3" name="Google Shape;26743;p47"/>
            <p:cNvSpPr/>
            <p:nvPr/>
          </p:nvSpPr>
          <p:spPr>
            <a:xfrm>
              <a:off x="313503"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4" name="Google Shape;26744;p47"/>
            <p:cNvSpPr/>
            <p:nvPr/>
          </p:nvSpPr>
          <p:spPr>
            <a:xfrm>
              <a:off x="43301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5" name="Google Shape;26745;p47"/>
            <p:cNvSpPr/>
            <p:nvPr/>
          </p:nvSpPr>
          <p:spPr>
            <a:xfrm>
              <a:off x="552519"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6" name="Google Shape;26746;p47"/>
            <p:cNvSpPr/>
            <p:nvPr/>
          </p:nvSpPr>
          <p:spPr>
            <a:xfrm>
              <a:off x="67202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7" name="Google Shape;26747;p47"/>
            <p:cNvSpPr/>
            <p:nvPr/>
          </p:nvSpPr>
          <p:spPr>
            <a:xfrm>
              <a:off x="791536"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8" name="Google Shape;26748;p47"/>
            <p:cNvSpPr/>
            <p:nvPr/>
          </p:nvSpPr>
          <p:spPr>
            <a:xfrm>
              <a:off x="91104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9" name="Google Shape;26749;p47"/>
            <p:cNvSpPr/>
            <p:nvPr/>
          </p:nvSpPr>
          <p:spPr>
            <a:xfrm>
              <a:off x="1030552"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0" name="Google Shape;26750;p47"/>
            <p:cNvSpPr/>
            <p:nvPr/>
          </p:nvSpPr>
          <p:spPr>
            <a:xfrm>
              <a:off x="820125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1" name="Google Shape;26751;p47"/>
            <p:cNvSpPr/>
            <p:nvPr/>
          </p:nvSpPr>
          <p:spPr>
            <a:xfrm>
              <a:off x="8320767"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2" name="Google Shape;26752;p47"/>
            <p:cNvSpPr/>
            <p:nvPr/>
          </p:nvSpPr>
          <p:spPr>
            <a:xfrm>
              <a:off x="844028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3" name="Google Shape;26753;p47"/>
            <p:cNvSpPr/>
            <p:nvPr/>
          </p:nvSpPr>
          <p:spPr>
            <a:xfrm>
              <a:off x="8559794"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4" name="Google Shape;26754;p47"/>
            <p:cNvSpPr/>
            <p:nvPr/>
          </p:nvSpPr>
          <p:spPr>
            <a:xfrm>
              <a:off x="8679308"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5" name="Google Shape;26755;p47"/>
            <p:cNvSpPr/>
            <p:nvPr/>
          </p:nvSpPr>
          <p:spPr>
            <a:xfrm>
              <a:off x="8798821" y="298046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6" name="Google Shape;26756;p47"/>
            <p:cNvSpPr/>
            <p:nvPr/>
          </p:nvSpPr>
          <p:spPr>
            <a:xfrm>
              <a:off x="313503"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7" name="Google Shape;26757;p47"/>
            <p:cNvSpPr/>
            <p:nvPr/>
          </p:nvSpPr>
          <p:spPr>
            <a:xfrm>
              <a:off x="43301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8" name="Google Shape;26758;p47"/>
            <p:cNvSpPr/>
            <p:nvPr/>
          </p:nvSpPr>
          <p:spPr>
            <a:xfrm>
              <a:off x="552519"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9" name="Google Shape;26759;p47"/>
            <p:cNvSpPr/>
            <p:nvPr/>
          </p:nvSpPr>
          <p:spPr>
            <a:xfrm>
              <a:off x="67202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0" name="Google Shape;26760;p47"/>
            <p:cNvSpPr/>
            <p:nvPr/>
          </p:nvSpPr>
          <p:spPr>
            <a:xfrm>
              <a:off x="791536"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1" name="Google Shape;26761;p47"/>
            <p:cNvSpPr/>
            <p:nvPr/>
          </p:nvSpPr>
          <p:spPr>
            <a:xfrm>
              <a:off x="91104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2" name="Google Shape;26762;p47"/>
            <p:cNvSpPr/>
            <p:nvPr/>
          </p:nvSpPr>
          <p:spPr>
            <a:xfrm>
              <a:off x="1030552"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3" name="Google Shape;26763;p47"/>
            <p:cNvSpPr/>
            <p:nvPr/>
          </p:nvSpPr>
          <p:spPr>
            <a:xfrm>
              <a:off x="820125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4" name="Google Shape;26764;p47"/>
            <p:cNvSpPr/>
            <p:nvPr/>
          </p:nvSpPr>
          <p:spPr>
            <a:xfrm>
              <a:off x="8320767"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5" name="Google Shape;26765;p47"/>
            <p:cNvSpPr/>
            <p:nvPr/>
          </p:nvSpPr>
          <p:spPr>
            <a:xfrm>
              <a:off x="844028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6" name="Google Shape;26766;p47"/>
            <p:cNvSpPr/>
            <p:nvPr/>
          </p:nvSpPr>
          <p:spPr>
            <a:xfrm>
              <a:off x="8559794"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7" name="Google Shape;26767;p47"/>
            <p:cNvSpPr/>
            <p:nvPr/>
          </p:nvSpPr>
          <p:spPr>
            <a:xfrm>
              <a:off x="8679308"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8" name="Google Shape;26768;p47"/>
            <p:cNvSpPr/>
            <p:nvPr/>
          </p:nvSpPr>
          <p:spPr>
            <a:xfrm>
              <a:off x="8798821" y="308657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9" name="Google Shape;26769;p47"/>
            <p:cNvSpPr/>
            <p:nvPr/>
          </p:nvSpPr>
          <p:spPr>
            <a:xfrm>
              <a:off x="313503"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0" name="Google Shape;26770;p47"/>
            <p:cNvSpPr/>
            <p:nvPr/>
          </p:nvSpPr>
          <p:spPr>
            <a:xfrm>
              <a:off x="43301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1" name="Google Shape;26771;p47"/>
            <p:cNvSpPr/>
            <p:nvPr/>
          </p:nvSpPr>
          <p:spPr>
            <a:xfrm>
              <a:off x="552519"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2" name="Google Shape;26772;p47"/>
            <p:cNvSpPr/>
            <p:nvPr/>
          </p:nvSpPr>
          <p:spPr>
            <a:xfrm>
              <a:off x="67202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3" name="Google Shape;26773;p47"/>
            <p:cNvSpPr/>
            <p:nvPr/>
          </p:nvSpPr>
          <p:spPr>
            <a:xfrm>
              <a:off x="791536"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4" name="Google Shape;26774;p47"/>
            <p:cNvSpPr/>
            <p:nvPr/>
          </p:nvSpPr>
          <p:spPr>
            <a:xfrm>
              <a:off x="91104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5" name="Google Shape;26775;p47"/>
            <p:cNvSpPr/>
            <p:nvPr/>
          </p:nvSpPr>
          <p:spPr>
            <a:xfrm>
              <a:off x="1030552"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6" name="Google Shape;26776;p47"/>
            <p:cNvSpPr/>
            <p:nvPr/>
          </p:nvSpPr>
          <p:spPr>
            <a:xfrm>
              <a:off x="820125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7" name="Google Shape;26777;p47"/>
            <p:cNvSpPr/>
            <p:nvPr/>
          </p:nvSpPr>
          <p:spPr>
            <a:xfrm>
              <a:off x="8320767"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8" name="Google Shape;26778;p47"/>
            <p:cNvSpPr/>
            <p:nvPr/>
          </p:nvSpPr>
          <p:spPr>
            <a:xfrm>
              <a:off x="844028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9" name="Google Shape;26779;p47"/>
            <p:cNvSpPr/>
            <p:nvPr/>
          </p:nvSpPr>
          <p:spPr>
            <a:xfrm>
              <a:off x="8559794"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0" name="Google Shape;26780;p47"/>
            <p:cNvSpPr/>
            <p:nvPr/>
          </p:nvSpPr>
          <p:spPr>
            <a:xfrm>
              <a:off x="8679308"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1" name="Google Shape;26781;p47"/>
            <p:cNvSpPr/>
            <p:nvPr/>
          </p:nvSpPr>
          <p:spPr>
            <a:xfrm>
              <a:off x="8798821" y="319267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2" name="Google Shape;26782;p47"/>
            <p:cNvSpPr/>
            <p:nvPr/>
          </p:nvSpPr>
          <p:spPr>
            <a:xfrm>
              <a:off x="313503"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3" name="Google Shape;26783;p47"/>
            <p:cNvSpPr/>
            <p:nvPr/>
          </p:nvSpPr>
          <p:spPr>
            <a:xfrm>
              <a:off x="43301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4" name="Google Shape;26784;p47"/>
            <p:cNvSpPr/>
            <p:nvPr/>
          </p:nvSpPr>
          <p:spPr>
            <a:xfrm>
              <a:off x="552519"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5" name="Google Shape;26785;p47"/>
            <p:cNvSpPr/>
            <p:nvPr/>
          </p:nvSpPr>
          <p:spPr>
            <a:xfrm>
              <a:off x="67202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6" name="Google Shape;26786;p47"/>
            <p:cNvSpPr/>
            <p:nvPr/>
          </p:nvSpPr>
          <p:spPr>
            <a:xfrm>
              <a:off x="791536"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7" name="Google Shape;26787;p47"/>
            <p:cNvSpPr/>
            <p:nvPr/>
          </p:nvSpPr>
          <p:spPr>
            <a:xfrm>
              <a:off x="91104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8" name="Google Shape;26788;p47"/>
            <p:cNvSpPr/>
            <p:nvPr/>
          </p:nvSpPr>
          <p:spPr>
            <a:xfrm>
              <a:off x="1030552"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9" name="Google Shape;26789;p47"/>
            <p:cNvSpPr/>
            <p:nvPr/>
          </p:nvSpPr>
          <p:spPr>
            <a:xfrm>
              <a:off x="820125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0" name="Google Shape;26790;p47"/>
            <p:cNvSpPr/>
            <p:nvPr/>
          </p:nvSpPr>
          <p:spPr>
            <a:xfrm>
              <a:off x="8320767"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1" name="Google Shape;26791;p47"/>
            <p:cNvSpPr/>
            <p:nvPr/>
          </p:nvSpPr>
          <p:spPr>
            <a:xfrm>
              <a:off x="844028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2" name="Google Shape;26792;p47"/>
            <p:cNvSpPr/>
            <p:nvPr/>
          </p:nvSpPr>
          <p:spPr>
            <a:xfrm>
              <a:off x="8559794"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3" name="Google Shape;26793;p47"/>
            <p:cNvSpPr/>
            <p:nvPr/>
          </p:nvSpPr>
          <p:spPr>
            <a:xfrm>
              <a:off x="8679308"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4" name="Google Shape;26794;p47"/>
            <p:cNvSpPr/>
            <p:nvPr/>
          </p:nvSpPr>
          <p:spPr>
            <a:xfrm>
              <a:off x="8798821" y="329878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5" name="Google Shape;26795;p47"/>
            <p:cNvSpPr/>
            <p:nvPr/>
          </p:nvSpPr>
          <p:spPr>
            <a:xfrm>
              <a:off x="313503"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6" name="Google Shape;26796;p47"/>
            <p:cNvSpPr/>
            <p:nvPr/>
          </p:nvSpPr>
          <p:spPr>
            <a:xfrm>
              <a:off x="43301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7" name="Google Shape;26797;p47"/>
            <p:cNvSpPr/>
            <p:nvPr/>
          </p:nvSpPr>
          <p:spPr>
            <a:xfrm>
              <a:off x="552519"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8" name="Google Shape;26798;p47"/>
            <p:cNvSpPr/>
            <p:nvPr/>
          </p:nvSpPr>
          <p:spPr>
            <a:xfrm>
              <a:off x="67202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9" name="Google Shape;26799;p47"/>
            <p:cNvSpPr/>
            <p:nvPr/>
          </p:nvSpPr>
          <p:spPr>
            <a:xfrm>
              <a:off x="791536"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0" name="Google Shape;26800;p47"/>
            <p:cNvSpPr/>
            <p:nvPr/>
          </p:nvSpPr>
          <p:spPr>
            <a:xfrm>
              <a:off x="91104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1" name="Google Shape;26801;p47"/>
            <p:cNvSpPr/>
            <p:nvPr/>
          </p:nvSpPr>
          <p:spPr>
            <a:xfrm>
              <a:off x="1030552"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2" name="Google Shape;26802;p47"/>
            <p:cNvSpPr/>
            <p:nvPr/>
          </p:nvSpPr>
          <p:spPr>
            <a:xfrm>
              <a:off x="820125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3" name="Google Shape;26803;p47"/>
            <p:cNvSpPr/>
            <p:nvPr/>
          </p:nvSpPr>
          <p:spPr>
            <a:xfrm>
              <a:off x="8320767"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4" name="Google Shape;26804;p47"/>
            <p:cNvSpPr/>
            <p:nvPr/>
          </p:nvSpPr>
          <p:spPr>
            <a:xfrm>
              <a:off x="844028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5" name="Google Shape;26805;p47"/>
            <p:cNvSpPr/>
            <p:nvPr/>
          </p:nvSpPr>
          <p:spPr>
            <a:xfrm>
              <a:off x="8559794"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6" name="Google Shape;26806;p47"/>
            <p:cNvSpPr/>
            <p:nvPr/>
          </p:nvSpPr>
          <p:spPr>
            <a:xfrm>
              <a:off x="8679308"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7" name="Google Shape;26807;p47"/>
            <p:cNvSpPr/>
            <p:nvPr/>
          </p:nvSpPr>
          <p:spPr>
            <a:xfrm>
              <a:off x="8798821" y="340489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8" name="Google Shape;26808;p47"/>
            <p:cNvSpPr/>
            <p:nvPr/>
          </p:nvSpPr>
          <p:spPr>
            <a:xfrm>
              <a:off x="313503"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9" name="Google Shape;26809;p47"/>
            <p:cNvSpPr/>
            <p:nvPr/>
          </p:nvSpPr>
          <p:spPr>
            <a:xfrm>
              <a:off x="43301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0" name="Google Shape;26810;p47"/>
            <p:cNvSpPr/>
            <p:nvPr/>
          </p:nvSpPr>
          <p:spPr>
            <a:xfrm>
              <a:off x="552519"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1" name="Google Shape;26811;p47"/>
            <p:cNvSpPr/>
            <p:nvPr/>
          </p:nvSpPr>
          <p:spPr>
            <a:xfrm>
              <a:off x="67202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2" name="Google Shape;26812;p47"/>
            <p:cNvSpPr/>
            <p:nvPr/>
          </p:nvSpPr>
          <p:spPr>
            <a:xfrm>
              <a:off x="791536"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3" name="Google Shape;26813;p47"/>
            <p:cNvSpPr/>
            <p:nvPr/>
          </p:nvSpPr>
          <p:spPr>
            <a:xfrm>
              <a:off x="91104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4" name="Google Shape;26814;p47"/>
            <p:cNvSpPr/>
            <p:nvPr/>
          </p:nvSpPr>
          <p:spPr>
            <a:xfrm>
              <a:off x="1030552"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5" name="Google Shape;26815;p47"/>
            <p:cNvSpPr/>
            <p:nvPr/>
          </p:nvSpPr>
          <p:spPr>
            <a:xfrm>
              <a:off x="820125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6" name="Google Shape;26816;p47"/>
            <p:cNvSpPr/>
            <p:nvPr/>
          </p:nvSpPr>
          <p:spPr>
            <a:xfrm>
              <a:off x="8320767"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7" name="Google Shape;26817;p47"/>
            <p:cNvSpPr/>
            <p:nvPr/>
          </p:nvSpPr>
          <p:spPr>
            <a:xfrm>
              <a:off x="844028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8" name="Google Shape;26818;p47"/>
            <p:cNvSpPr/>
            <p:nvPr/>
          </p:nvSpPr>
          <p:spPr>
            <a:xfrm>
              <a:off x="8559794"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9" name="Google Shape;26819;p47"/>
            <p:cNvSpPr/>
            <p:nvPr/>
          </p:nvSpPr>
          <p:spPr>
            <a:xfrm>
              <a:off x="8679308"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0" name="Google Shape;26820;p47"/>
            <p:cNvSpPr/>
            <p:nvPr/>
          </p:nvSpPr>
          <p:spPr>
            <a:xfrm>
              <a:off x="8798821" y="3510998"/>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1" name="Google Shape;26821;p47"/>
            <p:cNvSpPr/>
            <p:nvPr/>
          </p:nvSpPr>
          <p:spPr>
            <a:xfrm>
              <a:off x="313503"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2" name="Google Shape;26822;p47"/>
            <p:cNvSpPr/>
            <p:nvPr/>
          </p:nvSpPr>
          <p:spPr>
            <a:xfrm>
              <a:off x="43301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3" name="Google Shape;26823;p47"/>
            <p:cNvSpPr/>
            <p:nvPr/>
          </p:nvSpPr>
          <p:spPr>
            <a:xfrm>
              <a:off x="552519"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4" name="Google Shape;26824;p47"/>
            <p:cNvSpPr/>
            <p:nvPr/>
          </p:nvSpPr>
          <p:spPr>
            <a:xfrm>
              <a:off x="67202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5" name="Google Shape;26825;p47"/>
            <p:cNvSpPr/>
            <p:nvPr/>
          </p:nvSpPr>
          <p:spPr>
            <a:xfrm>
              <a:off x="791536"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6" name="Google Shape;26826;p47"/>
            <p:cNvSpPr/>
            <p:nvPr/>
          </p:nvSpPr>
          <p:spPr>
            <a:xfrm>
              <a:off x="91104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7" name="Google Shape;26827;p47"/>
            <p:cNvSpPr/>
            <p:nvPr/>
          </p:nvSpPr>
          <p:spPr>
            <a:xfrm>
              <a:off x="1030552"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8" name="Google Shape;26828;p47"/>
            <p:cNvSpPr/>
            <p:nvPr/>
          </p:nvSpPr>
          <p:spPr>
            <a:xfrm>
              <a:off x="820125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9" name="Google Shape;26829;p47"/>
            <p:cNvSpPr/>
            <p:nvPr/>
          </p:nvSpPr>
          <p:spPr>
            <a:xfrm>
              <a:off x="8320767"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0" name="Google Shape;26830;p47"/>
            <p:cNvSpPr/>
            <p:nvPr/>
          </p:nvSpPr>
          <p:spPr>
            <a:xfrm>
              <a:off x="844028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1" name="Google Shape;26831;p47"/>
            <p:cNvSpPr/>
            <p:nvPr/>
          </p:nvSpPr>
          <p:spPr>
            <a:xfrm>
              <a:off x="8559794"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2" name="Google Shape;26832;p47"/>
            <p:cNvSpPr/>
            <p:nvPr/>
          </p:nvSpPr>
          <p:spPr>
            <a:xfrm>
              <a:off x="8679308"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3" name="Google Shape;26833;p47"/>
            <p:cNvSpPr/>
            <p:nvPr/>
          </p:nvSpPr>
          <p:spPr>
            <a:xfrm>
              <a:off x="8798821" y="3617105"/>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4" name="Google Shape;26834;p47"/>
            <p:cNvSpPr/>
            <p:nvPr/>
          </p:nvSpPr>
          <p:spPr>
            <a:xfrm>
              <a:off x="313503"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5" name="Google Shape;26835;p47"/>
            <p:cNvSpPr/>
            <p:nvPr/>
          </p:nvSpPr>
          <p:spPr>
            <a:xfrm>
              <a:off x="43301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6" name="Google Shape;26836;p47"/>
            <p:cNvSpPr/>
            <p:nvPr/>
          </p:nvSpPr>
          <p:spPr>
            <a:xfrm>
              <a:off x="552519"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7" name="Google Shape;26837;p47"/>
            <p:cNvSpPr/>
            <p:nvPr/>
          </p:nvSpPr>
          <p:spPr>
            <a:xfrm>
              <a:off x="67202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8" name="Google Shape;26838;p47"/>
            <p:cNvSpPr/>
            <p:nvPr/>
          </p:nvSpPr>
          <p:spPr>
            <a:xfrm>
              <a:off x="791536"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9" name="Google Shape;26839;p47"/>
            <p:cNvSpPr/>
            <p:nvPr/>
          </p:nvSpPr>
          <p:spPr>
            <a:xfrm>
              <a:off x="91104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0" name="Google Shape;26840;p47"/>
            <p:cNvSpPr/>
            <p:nvPr/>
          </p:nvSpPr>
          <p:spPr>
            <a:xfrm>
              <a:off x="1030552"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1" name="Google Shape;26841;p47"/>
            <p:cNvSpPr/>
            <p:nvPr/>
          </p:nvSpPr>
          <p:spPr>
            <a:xfrm>
              <a:off x="820125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2" name="Google Shape;26842;p47"/>
            <p:cNvSpPr/>
            <p:nvPr/>
          </p:nvSpPr>
          <p:spPr>
            <a:xfrm>
              <a:off x="8320767"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3" name="Google Shape;26843;p47"/>
            <p:cNvSpPr/>
            <p:nvPr/>
          </p:nvSpPr>
          <p:spPr>
            <a:xfrm>
              <a:off x="844028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4" name="Google Shape;26844;p47"/>
            <p:cNvSpPr/>
            <p:nvPr/>
          </p:nvSpPr>
          <p:spPr>
            <a:xfrm>
              <a:off x="8559794"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5" name="Google Shape;26845;p47"/>
            <p:cNvSpPr/>
            <p:nvPr/>
          </p:nvSpPr>
          <p:spPr>
            <a:xfrm>
              <a:off x="8679308"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6" name="Google Shape;26846;p47"/>
            <p:cNvSpPr/>
            <p:nvPr/>
          </p:nvSpPr>
          <p:spPr>
            <a:xfrm>
              <a:off x="8798821" y="3723212"/>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7" name="Google Shape;26847;p47"/>
            <p:cNvSpPr/>
            <p:nvPr/>
          </p:nvSpPr>
          <p:spPr>
            <a:xfrm>
              <a:off x="313503"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8" name="Google Shape;26848;p47"/>
            <p:cNvSpPr/>
            <p:nvPr/>
          </p:nvSpPr>
          <p:spPr>
            <a:xfrm>
              <a:off x="43301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9" name="Google Shape;26849;p47"/>
            <p:cNvSpPr/>
            <p:nvPr/>
          </p:nvSpPr>
          <p:spPr>
            <a:xfrm>
              <a:off x="552519"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0" name="Google Shape;26850;p47"/>
            <p:cNvSpPr/>
            <p:nvPr/>
          </p:nvSpPr>
          <p:spPr>
            <a:xfrm>
              <a:off x="67202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1" name="Google Shape;26851;p47"/>
            <p:cNvSpPr/>
            <p:nvPr/>
          </p:nvSpPr>
          <p:spPr>
            <a:xfrm>
              <a:off x="791536"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2" name="Google Shape;26852;p47"/>
            <p:cNvSpPr/>
            <p:nvPr/>
          </p:nvSpPr>
          <p:spPr>
            <a:xfrm>
              <a:off x="91104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3" name="Google Shape;26853;p47"/>
            <p:cNvSpPr/>
            <p:nvPr/>
          </p:nvSpPr>
          <p:spPr>
            <a:xfrm>
              <a:off x="1030552"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4" name="Google Shape;26854;p47"/>
            <p:cNvSpPr/>
            <p:nvPr/>
          </p:nvSpPr>
          <p:spPr>
            <a:xfrm>
              <a:off x="820125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5" name="Google Shape;26855;p47"/>
            <p:cNvSpPr/>
            <p:nvPr/>
          </p:nvSpPr>
          <p:spPr>
            <a:xfrm>
              <a:off x="8320767"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6" name="Google Shape;26856;p47"/>
            <p:cNvSpPr/>
            <p:nvPr/>
          </p:nvSpPr>
          <p:spPr>
            <a:xfrm>
              <a:off x="844028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7" name="Google Shape;26857;p47"/>
            <p:cNvSpPr/>
            <p:nvPr/>
          </p:nvSpPr>
          <p:spPr>
            <a:xfrm>
              <a:off x="8559794"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8" name="Google Shape;26858;p47"/>
            <p:cNvSpPr/>
            <p:nvPr/>
          </p:nvSpPr>
          <p:spPr>
            <a:xfrm>
              <a:off x="8679308"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9" name="Google Shape;26859;p47"/>
            <p:cNvSpPr/>
            <p:nvPr/>
          </p:nvSpPr>
          <p:spPr>
            <a:xfrm>
              <a:off x="8798821" y="382931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0" name="Google Shape;26860;p47"/>
            <p:cNvSpPr/>
            <p:nvPr/>
          </p:nvSpPr>
          <p:spPr>
            <a:xfrm>
              <a:off x="313503"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1" name="Google Shape;26861;p47"/>
            <p:cNvSpPr/>
            <p:nvPr/>
          </p:nvSpPr>
          <p:spPr>
            <a:xfrm>
              <a:off x="43301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2" name="Google Shape;26862;p47"/>
            <p:cNvSpPr/>
            <p:nvPr/>
          </p:nvSpPr>
          <p:spPr>
            <a:xfrm>
              <a:off x="552519"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3" name="Google Shape;26863;p47"/>
            <p:cNvSpPr/>
            <p:nvPr/>
          </p:nvSpPr>
          <p:spPr>
            <a:xfrm>
              <a:off x="67202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4" name="Google Shape;26864;p47"/>
            <p:cNvSpPr/>
            <p:nvPr/>
          </p:nvSpPr>
          <p:spPr>
            <a:xfrm>
              <a:off x="791536"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5" name="Google Shape;26865;p47"/>
            <p:cNvSpPr/>
            <p:nvPr/>
          </p:nvSpPr>
          <p:spPr>
            <a:xfrm>
              <a:off x="91104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6" name="Google Shape;26866;p47"/>
            <p:cNvSpPr/>
            <p:nvPr/>
          </p:nvSpPr>
          <p:spPr>
            <a:xfrm>
              <a:off x="1030552"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7" name="Google Shape;26867;p47"/>
            <p:cNvSpPr/>
            <p:nvPr/>
          </p:nvSpPr>
          <p:spPr>
            <a:xfrm>
              <a:off x="820125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8" name="Google Shape;26868;p47"/>
            <p:cNvSpPr/>
            <p:nvPr/>
          </p:nvSpPr>
          <p:spPr>
            <a:xfrm>
              <a:off x="8320767"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9" name="Google Shape;26869;p47"/>
            <p:cNvSpPr/>
            <p:nvPr/>
          </p:nvSpPr>
          <p:spPr>
            <a:xfrm>
              <a:off x="844028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0" name="Google Shape;26870;p47"/>
            <p:cNvSpPr/>
            <p:nvPr/>
          </p:nvSpPr>
          <p:spPr>
            <a:xfrm>
              <a:off x="8559794"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1" name="Google Shape;26871;p47"/>
            <p:cNvSpPr/>
            <p:nvPr/>
          </p:nvSpPr>
          <p:spPr>
            <a:xfrm>
              <a:off x="8679308"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2" name="Google Shape;26872;p47"/>
            <p:cNvSpPr/>
            <p:nvPr/>
          </p:nvSpPr>
          <p:spPr>
            <a:xfrm>
              <a:off x="8798821" y="3935426"/>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3" name="Google Shape;26873;p47"/>
            <p:cNvSpPr/>
            <p:nvPr/>
          </p:nvSpPr>
          <p:spPr>
            <a:xfrm>
              <a:off x="313503"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4" name="Google Shape;26874;p47"/>
            <p:cNvSpPr/>
            <p:nvPr/>
          </p:nvSpPr>
          <p:spPr>
            <a:xfrm>
              <a:off x="43301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5" name="Google Shape;26875;p47"/>
            <p:cNvSpPr/>
            <p:nvPr/>
          </p:nvSpPr>
          <p:spPr>
            <a:xfrm>
              <a:off x="552519"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6" name="Google Shape;26876;p47"/>
            <p:cNvSpPr/>
            <p:nvPr/>
          </p:nvSpPr>
          <p:spPr>
            <a:xfrm>
              <a:off x="67202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7" name="Google Shape;26877;p47"/>
            <p:cNvSpPr/>
            <p:nvPr/>
          </p:nvSpPr>
          <p:spPr>
            <a:xfrm>
              <a:off x="791536"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8" name="Google Shape;26878;p47"/>
            <p:cNvSpPr/>
            <p:nvPr/>
          </p:nvSpPr>
          <p:spPr>
            <a:xfrm>
              <a:off x="91104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9" name="Google Shape;26879;p47"/>
            <p:cNvSpPr/>
            <p:nvPr/>
          </p:nvSpPr>
          <p:spPr>
            <a:xfrm>
              <a:off x="1030552"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0" name="Google Shape;26880;p47"/>
            <p:cNvSpPr/>
            <p:nvPr/>
          </p:nvSpPr>
          <p:spPr>
            <a:xfrm>
              <a:off x="820125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1" name="Google Shape;26881;p47"/>
            <p:cNvSpPr/>
            <p:nvPr/>
          </p:nvSpPr>
          <p:spPr>
            <a:xfrm>
              <a:off x="8320767"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2" name="Google Shape;26882;p47"/>
            <p:cNvSpPr/>
            <p:nvPr/>
          </p:nvSpPr>
          <p:spPr>
            <a:xfrm>
              <a:off x="844028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3" name="Google Shape;26883;p47"/>
            <p:cNvSpPr/>
            <p:nvPr/>
          </p:nvSpPr>
          <p:spPr>
            <a:xfrm>
              <a:off x="8559794"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4" name="Google Shape;26884;p47"/>
            <p:cNvSpPr/>
            <p:nvPr/>
          </p:nvSpPr>
          <p:spPr>
            <a:xfrm>
              <a:off x="8679308"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5" name="Google Shape;26885;p47"/>
            <p:cNvSpPr/>
            <p:nvPr/>
          </p:nvSpPr>
          <p:spPr>
            <a:xfrm>
              <a:off x="8798821" y="4041533"/>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6" name="Google Shape;26886;p47"/>
            <p:cNvSpPr/>
            <p:nvPr/>
          </p:nvSpPr>
          <p:spPr>
            <a:xfrm>
              <a:off x="313503"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7" name="Google Shape;26887;p47"/>
            <p:cNvSpPr/>
            <p:nvPr/>
          </p:nvSpPr>
          <p:spPr>
            <a:xfrm>
              <a:off x="43301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8" name="Google Shape;26888;p47"/>
            <p:cNvSpPr/>
            <p:nvPr/>
          </p:nvSpPr>
          <p:spPr>
            <a:xfrm>
              <a:off x="552519"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9" name="Google Shape;26889;p47"/>
            <p:cNvSpPr/>
            <p:nvPr/>
          </p:nvSpPr>
          <p:spPr>
            <a:xfrm>
              <a:off x="67202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0" name="Google Shape;26890;p47"/>
            <p:cNvSpPr/>
            <p:nvPr/>
          </p:nvSpPr>
          <p:spPr>
            <a:xfrm>
              <a:off x="791536"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1" name="Google Shape;26891;p47"/>
            <p:cNvSpPr/>
            <p:nvPr/>
          </p:nvSpPr>
          <p:spPr>
            <a:xfrm>
              <a:off x="91104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2" name="Google Shape;26892;p47"/>
            <p:cNvSpPr/>
            <p:nvPr/>
          </p:nvSpPr>
          <p:spPr>
            <a:xfrm>
              <a:off x="1030552"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3" name="Google Shape;26893;p47"/>
            <p:cNvSpPr/>
            <p:nvPr/>
          </p:nvSpPr>
          <p:spPr>
            <a:xfrm>
              <a:off x="820125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4" name="Google Shape;26894;p47"/>
            <p:cNvSpPr/>
            <p:nvPr/>
          </p:nvSpPr>
          <p:spPr>
            <a:xfrm>
              <a:off x="8320767"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5" name="Google Shape;26895;p47"/>
            <p:cNvSpPr/>
            <p:nvPr/>
          </p:nvSpPr>
          <p:spPr>
            <a:xfrm>
              <a:off x="844028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6" name="Google Shape;26896;p47"/>
            <p:cNvSpPr/>
            <p:nvPr/>
          </p:nvSpPr>
          <p:spPr>
            <a:xfrm>
              <a:off x="8559794"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7" name="Google Shape;26897;p47"/>
            <p:cNvSpPr/>
            <p:nvPr/>
          </p:nvSpPr>
          <p:spPr>
            <a:xfrm>
              <a:off x="8679308"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8" name="Google Shape;26898;p47"/>
            <p:cNvSpPr/>
            <p:nvPr/>
          </p:nvSpPr>
          <p:spPr>
            <a:xfrm>
              <a:off x="8798821" y="4147640"/>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9" name="Google Shape;26899;p47"/>
            <p:cNvSpPr/>
            <p:nvPr/>
          </p:nvSpPr>
          <p:spPr>
            <a:xfrm>
              <a:off x="313503"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0" name="Google Shape;26900;p47"/>
            <p:cNvSpPr/>
            <p:nvPr/>
          </p:nvSpPr>
          <p:spPr>
            <a:xfrm>
              <a:off x="43301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1" name="Google Shape;26901;p47"/>
            <p:cNvSpPr/>
            <p:nvPr/>
          </p:nvSpPr>
          <p:spPr>
            <a:xfrm>
              <a:off x="552519"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2" name="Google Shape;26902;p47"/>
            <p:cNvSpPr/>
            <p:nvPr/>
          </p:nvSpPr>
          <p:spPr>
            <a:xfrm>
              <a:off x="67202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3" name="Google Shape;26903;p47"/>
            <p:cNvSpPr/>
            <p:nvPr/>
          </p:nvSpPr>
          <p:spPr>
            <a:xfrm>
              <a:off x="791536"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4" name="Google Shape;26904;p47"/>
            <p:cNvSpPr/>
            <p:nvPr/>
          </p:nvSpPr>
          <p:spPr>
            <a:xfrm>
              <a:off x="91104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5" name="Google Shape;26905;p47"/>
            <p:cNvSpPr/>
            <p:nvPr/>
          </p:nvSpPr>
          <p:spPr>
            <a:xfrm>
              <a:off x="1030552"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6" name="Google Shape;26906;p47"/>
            <p:cNvSpPr/>
            <p:nvPr/>
          </p:nvSpPr>
          <p:spPr>
            <a:xfrm>
              <a:off x="820125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7" name="Google Shape;26907;p47"/>
            <p:cNvSpPr/>
            <p:nvPr/>
          </p:nvSpPr>
          <p:spPr>
            <a:xfrm>
              <a:off x="8320767"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8" name="Google Shape;26908;p47"/>
            <p:cNvSpPr/>
            <p:nvPr/>
          </p:nvSpPr>
          <p:spPr>
            <a:xfrm>
              <a:off x="844028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9" name="Google Shape;26909;p47"/>
            <p:cNvSpPr/>
            <p:nvPr/>
          </p:nvSpPr>
          <p:spPr>
            <a:xfrm>
              <a:off x="8559794"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0" name="Google Shape;26910;p47"/>
            <p:cNvSpPr/>
            <p:nvPr/>
          </p:nvSpPr>
          <p:spPr>
            <a:xfrm>
              <a:off x="8679308"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1" name="Google Shape;26911;p47"/>
            <p:cNvSpPr/>
            <p:nvPr/>
          </p:nvSpPr>
          <p:spPr>
            <a:xfrm>
              <a:off x="8798821" y="4253747"/>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2" name="Google Shape;26912;p47"/>
            <p:cNvSpPr/>
            <p:nvPr/>
          </p:nvSpPr>
          <p:spPr>
            <a:xfrm>
              <a:off x="313503"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3" name="Google Shape;26913;p47"/>
            <p:cNvSpPr/>
            <p:nvPr/>
          </p:nvSpPr>
          <p:spPr>
            <a:xfrm>
              <a:off x="43301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4" name="Google Shape;26914;p47"/>
            <p:cNvSpPr/>
            <p:nvPr/>
          </p:nvSpPr>
          <p:spPr>
            <a:xfrm>
              <a:off x="552519"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5" name="Google Shape;26915;p47"/>
            <p:cNvSpPr/>
            <p:nvPr/>
          </p:nvSpPr>
          <p:spPr>
            <a:xfrm>
              <a:off x="67202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6" name="Google Shape;26916;p47"/>
            <p:cNvSpPr/>
            <p:nvPr/>
          </p:nvSpPr>
          <p:spPr>
            <a:xfrm>
              <a:off x="791536"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7" name="Google Shape;26917;p47"/>
            <p:cNvSpPr/>
            <p:nvPr/>
          </p:nvSpPr>
          <p:spPr>
            <a:xfrm>
              <a:off x="91104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8" name="Google Shape;26918;p47"/>
            <p:cNvSpPr/>
            <p:nvPr/>
          </p:nvSpPr>
          <p:spPr>
            <a:xfrm>
              <a:off x="1030552"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9" name="Google Shape;26919;p47"/>
            <p:cNvSpPr/>
            <p:nvPr/>
          </p:nvSpPr>
          <p:spPr>
            <a:xfrm>
              <a:off x="820125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0" name="Google Shape;26920;p47"/>
            <p:cNvSpPr/>
            <p:nvPr/>
          </p:nvSpPr>
          <p:spPr>
            <a:xfrm>
              <a:off x="8320767"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1" name="Google Shape;26921;p47"/>
            <p:cNvSpPr/>
            <p:nvPr/>
          </p:nvSpPr>
          <p:spPr>
            <a:xfrm>
              <a:off x="844028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2" name="Google Shape;26922;p47"/>
            <p:cNvSpPr/>
            <p:nvPr/>
          </p:nvSpPr>
          <p:spPr>
            <a:xfrm>
              <a:off x="8559794"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3" name="Google Shape;26923;p47"/>
            <p:cNvSpPr/>
            <p:nvPr/>
          </p:nvSpPr>
          <p:spPr>
            <a:xfrm>
              <a:off x="8679308"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4" name="Google Shape;26924;p47"/>
            <p:cNvSpPr/>
            <p:nvPr/>
          </p:nvSpPr>
          <p:spPr>
            <a:xfrm>
              <a:off x="8798821" y="4359854"/>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5" name="Google Shape;26925;p47"/>
            <p:cNvSpPr/>
            <p:nvPr/>
          </p:nvSpPr>
          <p:spPr>
            <a:xfrm>
              <a:off x="313503"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6" name="Google Shape;26926;p47"/>
            <p:cNvSpPr/>
            <p:nvPr/>
          </p:nvSpPr>
          <p:spPr>
            <a:xfrm>
              <a:off x="43301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7" name="Google Shape;26927;p47"/>
            <p:cNvSpPr/>
            <p:nvPr/>
          </p:nvSpPr>
          <p:spPr>
            <a:xfrm>
              <a:off x="552519"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8" name="Google Shape;26928;p47"/>
            <p:cNvSpPr/>
            <p:nvPr/>
          </p:nvSpPr>
          <p:spPr>
            <a:xfrm>
              <a:off x="67202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9" name="Google Shape;26929;p47"/>
            <p:cNvSpPr/>
            <p:nvPr/>
          </p:nvSpPr>
          <p:spPr>
            <a:xfrm>
              <a:off x="791536"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0" name="Google Shape;26930;p47"/>
            <p:cNvSpPr/>
            <p:nvPr/>
          </p:nvSpPr>
          <p:spPr>
            <a:xfrm>
              <a:off x="91104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1" name="Google Shape;26931;p47"/>
            <p:cNvSpPr/>
            <p:nvPr/>
          </p:nvSpPr>
          <p:spPr>
            <a:xfrm>
              <a:off x="1030552"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2" name="Google Shape;26932;p47"/>
            <p:cNvSpPr/>
            <p:nvPr/>
          </p:nvSpPr>
          <p:spPr>
            <a:xfrm>
              <a:off x="820125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3" name="Google Shape;26933;p47"/>
            <p:cNvSpPr/>
            <p:nvPr/>
          </p:nvSpPr>
          <p:spPr>
            <a:xfrm>
              <a:off x="8320767"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4" name="Google Shape;26934;p47"/>
            <p:cNvSpPr/>
            <p:nvPr/>
          </p:nvSpPr>
          <p:spPr>
            <a:xfrm>
              <a:off x="844028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5" name="Google Shape;26935;p47"/>
            <p:cNvSpPr/>
            <p:nvPr/>
          </p:nvSpPr>
          <p:spPr>
            <a:xfrm>
              <a:off x="8559794"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6" name="Google Shape;26936;p47"/>
            <p:cNvSpPr/>
            <p:nvPr/>
          </p:nvSpPr>
          <p:spPr>
            <a:xfrm>
              <a:off x="8679308"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7" name="Google Shape;26937;p47"/>
            <p:cNvSpPr/>
            <p:nvPr/>
          </p:nvSpPr>
          <p:spPr>
            <a:xfrm>
              <a:off x="8798821" y="4465961"/>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8" name="Google Shape;26938;p47"/>
            <p:cNvSpPr/>
            <p:nvPr/>
          </p:nvSpPr>
          <p:spPr>
            <a:xfrm>
              <a:off x="313503"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9" name="Google Shape;26939;p47"/>
            <p:cNvSpPr/>
            <p:nvPr/>
          </p:nvSpPr>
          <p:spPr>
            <a:xfrm>
              <a:off x="43301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0" name="Google Shape;26940;p47"/>
            <p:cNvSpPr/>
            <p:nvPr/>
          </p:nvSpPr>
          <p:spPr>
            <a:xfrm>
              <a:off x="552519"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1" name="Google Shape;26941;p47"/>
            <p:cNvSpPr/>
            <p:nvPr/>
          </p:nvSpPr>
          <p:spPr>
            <a:xfrm>
              <a:off x="67202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2" name="Google Shape;26942;p47"/>
            <p:cNvSpPr/>
            <p:nvPr/>
          </p:nvSpPr>
          <p:spPr>
            <a:xfrm>
              <a:off x="791536"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3" name="Google Shape;26943;p47"/>
            <p:cNvSpPr/>
            <p:nvPr/>
          </p:nvSpPr>
          <p:spPr>
            <a:xfrm>
              <a:off x="91104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4" name="Google Shape;26944;p47"/>
            <p:cNvSpPr/>
            <p:nvPr/>
          </p:nvSpPr>
          <p:spPr>
            <a:xfrm>
              <a:off x="1030552"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5" name="Google Shape;26945;p47"/>
            <p:cNvSpPr/>
            <p:nvPr/>
          </p:nvSpPr>
          <p:spPr>
            <a:xfrm>
              <a:off x="820125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6" name="Google Shape;26946;p47"/>
            <p:cNvSpPr/>
            <p:nvPr/>
          </p:nvSpPr>
          <p:spPr>
            <a:xfrm>
              <a:off x="8320767"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7" name="Google Shape;26947;p47"/>
            <p:cNvSpPr/>
            <p:nvPr/>
          </p:nvSpPr>
          <p:spPr>
            <a:xfrm>
              <a:off x="844028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8" name="Google Shape;26948;p47"/>
            <p:cNvSpPr/>
            <p:nvPr/>
          </p:nvSpPr>
          <p:spPr>
            <a:xfrm>
              <a:off x="8559794"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9" name="Google Shape;26949;p47"/>
            <p:cNvSpPr/>
            <p:nvPr/>
          </p:nvSpPr>
          <p:spPr>
            <a:xfrm>
              <a:off x="8679308"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0" name="Google Shape;26950;p47"/>
            <p:cNvSpPr/>
            <p:nvPr/>
          </p:nvSpPr>
          <p:spPr>
            <a:xfrm>
              <a:off x="8798821" y="4572069"/>
              <a:ext cx="31489" cy="31489"/>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51" name="Google Shape;26951;p47"/>
          <p:cNvSpPr txBox="1">
            <a:spLocks noGrp="1"/>
          </p:cNvSpPr>
          <p:nvPr>
            <p:ph type="ctrTitle"/>
          </p:nvPr>
        </p:nvSpPr>
        <p:spPr>
          <a:xfrm>
            <a:off x="1001900" y="1215350"/>
            <a:ext cx="7318200" cy="2211600"/>
          </a:xfrm>
          <a:prstGeom prst="rect">
            <a:avLst/>
          </a:prstGeom>
        </p:spPr>
        <p:txBody>
          <a:bodyPr spcFirstLastPara="1" wrap="square" lIns="91425" tIns="64000" rIns="91425" bIns="91425" anchor="ctr" anchorCtr="0">
            <a:noAutofit/>
          </a:bodyPr>
          <a:lstStyle/>
          <a:p>
            <a:pPr marL="0" lvl="0" indent="0" algn="ctr" rtl="0">
              <a:spcBef>
                <a:spcPts val="0"/>
              </a:spcBef>
              <a:spcAft>
                <a:spcPts val="0"/>
              </a:spcAft>
              <a:buNone/>
            </a:pPr>
            <a:r>
              <a:rPr lang="en" sz="3700">
                <a:solidFill>
                  <a:schemeClr val="dk2"/>
                </a:solidFill>
              </a:rPr>
              <a:t>Investigating Employee Retention and Gender in the Workplace</a:t>
            </a:r>
            <a:endParaRPr sz="3700">
              <a:solidFill>
                <a:schemeClr val="dk2"/>
              </a:solidFill>
            </a:endParaRPr>
          </a:p>
        </p:txBody>
      </p:sp>
      <p:sp>
        <p:nvSpPr>
          <p:cNvPr id="26952" name="Google Shape;26952;p47"/>
          <p:cNvSpPr txBox="1">
            <a:spLocks noGrp="1"/>
          </p:cNvSpPr>
          <p:nvPr>
            <p:ph type="subTitle" idx="1"/>
          </p:nvPr>
        </p:nvSpPr>
        <p:spPr>
          <a:xfrm>
            <a:off x="2835975" y="4227950"/>
            <a:ext cx="5323800" cy="375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Grant Corbett, Brady Chua , Lachlan Liu, Kendall Nguyen</a:t>
            </a:r>
            <a:endParaRPr>
              <a:solidFill>
                <a:schemeClr val="dk1"/>
              </a:solidFill>
            </a:endParaRPr>
          </a:p>
        </p:txBody>
      </p:sp>
      <p:cxnSp>
        <p:nvCxnSpPr>
          <p:cNvPr id="26953" name="Google Shape;26953;p47"/>
          <p:cNvCxnSpPr>
            <a:stCxn id="26954" idx="1"/>
          </p:cNvCxnSpPr>
          <p:nvPr/>
        </p:nvCxnSpPr>
        <p:spPr>
          <a:xfrm rot="10800000">
            <a:off x="325100" y="244625"/>
            <a:ext cx="7554000" cy="0"/>
          </a:xfrm>
          <a:prstGeom prst="straightConnector1">
            <a:avLst/>
          </a:prstGeom>
          <a:noFill/>
          <a:ln w="9525" cap="flat" cmpd="sng">
            <a:solidFill>
              <a:schemeClr val="lt2"/>
            </a:solidFill>
            <a:prstDash val="solid"/>
            <a:round/>
            <a:headEnd type="none" w="med" len="med"/>
            <a:tailEnd type="none" w="med" len="med"/>
          </a:ln>
        </p:spPr>
      </p:cxnSp>
      <p:grpSp>
        <p:nvGrpSpPr>
          <p:cNvPr id="26955" name="Google Shape;26955;p47"/>
          <p:cNvGrpSpPr/>
          <p:nvPr/>
        </p:nvGrpSpPr>
        <p:grpSpPr>
          <a:xfrm>
            <a:off x="8320098" y="4866112"/>
            <a:ext cx="510133" cy="78484"/>
            <a:chOff x="3521300" y="154525"/>
            <a:chExt cx="1256175" cy="193500"/>
          </a:xfrm>
        </p:grpSpPr>
        <p:sp>
          <p:nvSpPr>
            <p:cNvPr id="26956" name="Google Shape;26956;p47"/>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7" name="Google Shape;26957;p47"/>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8" name="Google Shape;26958;p47"/>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9" name="Google Shape;26959;p47"/>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963"/>
        <p:cNvGrpSpPr/>
        <p:nvPr/>
      </p:nvGrpSpPr>
      <p:grpSpPr>
        <a:xfrm>
          <a:off x="0" y="0"/>
          <a:ext cx="0" cy="0"/>
          <a:chOff x="0" y="0"/>
          <a:chExt cx="0" cy="0"/>
        </a:xfrm>
      </p:grpSpPr>
      <p:sp>
        <p:nvSpPr>
          <p:cNvPr id="26964" name="Google Shape;26964;p48"/>
          <p:cNvSpPr txBox="1">
            <a:spLocks noGrp="1"/>
          </p:cNvSpPr>
          <p:nvPr>
            <p:ph type="title" idx="15"/>
          </p:nvPr>
        </p:nvSpPr>
        <p:spPr>
          <a:xfrm>
            <a:off x="720025" y="368725"/>
            <a:ext cx="7704000" cy="576000"/>
          </a:xfrm>
          <a:prstGeom prst="rect">
            <a:avLst/>
          </a:prstGeom>
          <a:noFill/>
        </p:spPr>
        <p:txBody>
          <a:bodyPr spcFirstLastPara="1" wrap="square" lIns="91425" tIns="64000" rIns="91425" bIns="91425" anchor="t" anchorCtr="0">
            <a:noAutofit/>
          </a:bodyPr>
          <a:lstStyle/>
          <a:p>
            <a:pPr marL="0" lvl="0" indent="0" algn="ctr" rtl="0">
              <a:spcBef>
                <a:spcPts val="0"/>
              </a:spcBef>
              <a:spcAft>
                <a:spcPts val="0"/>
              </a:spcAft>
              <a:buNone/>
            </a:pPr>
            <a:r>
              <a:rPr lang="en"/>
              <a:t>Key Objectives</a:t>
            </a:r>
            <a:endParaRPr/>
          </a:p>
        </p:txBody>
      </p:sp>
      <p:sp>
        <p:nvSpPr>
          <p:cNvPr id="26965" name="Google Shape;26965;p48"/>
          <p:cNvSpPr txBox="1">
            <a:spLocks noGrp="1"/>
          </p:cNvSpPr>
          <p:nvPr>
            <p:ph type="title"/>
          </p:nvPr>
        </p:nvSpPr>
        <p:spPr>
          <a:xfrm>
            <a:off x="720050" y="1332450"/>
            <a:ext cx="6900000" cy="4572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solidFill>
                  <a:schemeClr val="dk2"/>
                </a:solidFill>
              </a:rPr>
              <a:t>01.</a:t>
            </a:r>
            <a:r>
              <a:rPr lang="en">
                <a:solidFill>
                  <a:schemeClr val="dk1"/>
                </a:solidFill>
              </a:rPr>
              <a:t>  Employee Satisfaction </a:t>
            </a:r>
            <a:r>
              <a:rPr lang="en"/>
              <a:t>&amp; Retention</a:t>
            </a:r>
            <a:r>
              <a:rPr lang="en">
                <a:solidFill>
                  <a:schemeClr val="dk1"/>
                </a:solidFill>
              </a:rPr>
              <a:t> </a:t>
            </a:r>
            <a:endParaRPr>
              <a:solidFill>
                <a:schemeClr val="dk1"/>
              </a:solidFill>
            </a:endParaRPr>
          </a:p>
        </p:txBody>
      </p:sp>
      <p:sp>
        <p:nvSpPr>
          <p:cNvPr id="26966" name="Google Shape;26966;p48"/>
          <p:cNvSpPr txBox="1">
            <a:spLocks noGrp="1"/>
          </p:cNvSpPr>
          <p:nvPr>
            <p:ph type="subTitle" idx="1"/>
          </p:nvPr>
        </p:nvSpPr>
        <p:spPr>
          <a:xfrm>
            <a:off x="720050" y="1783950"/>
            <a:ext cx="6128400" cy="484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How are satisfaction and retention related?</a:t>
            </a:r>
            <a:endParaRPr/>
          </a:p>
        </p:txBody>
      </p:sp>
      <p:sp>
        <p:nvSpPr>
          <p:cNvPr id="26967" name="Google Shape;26967;p48"/>
          <p:cNvSpPr txBox="1">
            <a:spLocks noGrp="1"/>
          </p:cNvSpPr>
          <p:nvPr>
            <p:ph type="title" idx="6"/>
          </p:nvPr>
        </p:nvSpPr>
        <p:spPr>
          <a:xfrm>
            <a:off x="720061" y="2268750"/>
            <a:ext cx="6572100" cy="4572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solidFill>
                  <a:schemeClr val="dk2"/>
                </a:solidFill>
              </a:rPr>
              <a:t>02.</a:t>
            </a:r>
            <a:r>
              <a:rPr lang="en">
                <a:solidFill>
                  <a:schemeClr val="dk1"/>
                </a:solidFill>
              </a:rPr>
              <a:t> </a:t>
            </a:r>
            <a:r>
              <a:rPr lang="en"/>
              <a:t>Salary &amp; Benefits Impact</a:t>
            </a:r>
            <a:endParaRPr>
              <a:solidFill>
                <a:schemeClr val="dk1"/>
              </a:solidFill>
            </a:endParaRPr>
          </a:p>
        </p:txBody>
      </p:sp>
      <p:sp>
        <p:nvSpPr>
          <p:cNvPr id="26968" name="Google Shape;26968;p48"/>
          <p:cNvSpPr txBox="1">
            <a:spLocks noGrp="1"/>
          </p:cNvSpPr>
          <p:nvPr>
            <p:ph type="subTitle" idx="7"/>
          </p:nvPr>
        </p:nvSpPr>
        <p:spPr>
          <a:xfrm>
            <a:off x="720064" y="2720250"/>
            <a:ext cx="7903200" cy="484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How does salary impact employee retention rates?</a:t>
            </a:r>
            <a:endParaRPr/>
          </a:p>
          <a:p>
            <a:pPr marL="0" lvl="0" indent="0" algn="l" rtl="0">
              <a:spcBef>
                <a:spcPts val="0"/>
              </a:spcBef>
              <a:spcAft>
                <a:spcPts val="0"/>
              </a:spcAft>
              <a:buNone/>
            </a:pPr>
            <a:r>
              <a:rPr lang="en"/>
              <a:t>How do different benefit packages impact employee satisfaction scores?</a:t>
            </a:r>
            <a:endParaRPr/>
          </a:p>
        </p:txBody>
      </p:sp>
      <p:sp>
        <p:nvSpPr>
          <p:cNvPr id="26969" name="Google Shape;26969;p48"/>
          <p:cNvSpPr txBox="1">
            <a:spLocks noGrp="1"/>
          </p:cNvSpPr>
          <p:nvPr>
            <p:ph type="title" idx="13"/>
          </p:nvPr>
        </p:nvSpPr>
        <p:spPr>
          <a:xfrm>
            <a:off x="720028" y="3164938"/>
            <a:ext cx="6475500" cy="4572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solidFill>
                  <a:schemeClr val="dk2"/>
                </a:solidFill>
              </a:rPr>
              <a:t>03.</a:t>
            </a:r>
            <a:r>
              <a:rPr lang="en">
                <a:solidFill>
                  <a:schemeClr val="dk1"/>
                </a:solidFill>
              </a:rPr>
              <a:t> </a:t>
            </a:r>
            <a:r>
              <a:rPr lang="en"/>
              <a:t>Gender Discrimination &amp; Departments</a:t>
            </a:r>
            <a:endParaRPr>
              <a:solidFill>
                <a:schemeClr val="dk1"/>
              </a:solidFill>
            </a:endParaRPr>
          </a:p>
        </p:txBody>
      </p:sp>
      <p:sp>
        <p:nvSpPr>
          <p:cNvPr id="26970" name="Google Shape;26970;p48"/>
          <p:cNvSpPr txBox="1">
            <a:spLocks noGrp="1"/>
          </p:cNvSpPr>
          <p:nvPr>
            <p:ph type="subTitle" idx="14"/>
          </p:nvPr>
        </p:nvSpPr>
        <p:spPr>
          <a:xfrm>
            <a:off x="720023" y="3619300"/>
            <a:ext cx="6128400" cy="484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How does salary and job satisfaction differ among genders?</a:t>
            </a:r>
            <a:endParaRPr/>
          </a:p>
          <a:p>
            <a:pPr marL="0" lvl="0" indent="0" algn="l" rtl="0">
              <a:spcBef>
                <a:spcPts val="0"/>
              </a:spcBef>
              <a:spcAft>
                <a:spcPts val="0"/>
              </a:spcAft>
              <a:buNone/>
            </a:pPr>
            <a:r>
              <a:rPr lang="en"/>
              <a:t>Do departments have different levels of job satisfaction and retention rates?</a:t>
            </a:r>
            <a:endParaRPr/>
          </a:p>
        </p:txBody>
      </p:sp>
      <p:grpSp>
        <p:nvGrpSpPr>
          <p:cNvPr id="26971" name="Google Shape;26971;p48"/>
          <p:cNvGrpSpPr/>
          <p:nvPr/>
        </p:nvGrpSpPr>
        <p:grpSpPr>
          <a:xfrm>
            <a:off x="3187698" y="4860412"/>
            <a:ext cx="510133" cy="78484"/>
            <a:chOff x="3521300" y="154525"/>
            <a:chExt cx="1256175" cy="193500"/>
          </a:xfrm>
        </p:grpSpPr>
        <p:sp>
          <p:nvSpPr>
            <p:cNvPr id="26972" name="Google Shape;26972;p48"/>
            <p:cNvSpPr/>
            <p:nvPr/>
          </p:nvSpPr>
          <p:spPr>
            <a:xfrm>
              <a:off x="3521300"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3" name="Google Shape;26973;p48"/>
            <p:cNvSpPr/>
            <p:nvPr/>
          </p:nvSpPr>
          <p:spPr>
            <a:xfrm>
              <a:off x="3875525" y="154525"/>
              <a:ext cx="193500" cy="19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4" name="Google Shape;26974;p48"/>
            <p:cNvSpPr/>
            <p:nvPr/>
          </p:nvSpPr>
          <p:spPr>
            <a:xfrm>
              <a:off x="4229750"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5" name="Google Shape;26975;p48"/>
            <p:cNvSpPr/>
            <p:nvPr/>
          </p:nvSpPr>
          <p:spPr>
            <a:xfrm>
              <a:off x="4583975" y="154525"/>
              <a:ext cx="193500" cy="193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979"/>
        <p:cNvGrpSpPr/>
        <p:nvPr/>
      </p:nvGrpSpPr>
      <p:grpSpPr>
        <a:xfrm>
          <a:off x="0" y="0"/>
          <a:ext cx="0" cy="0"/>
          <a:chOff x="0" y="0"/>
          <a:chExt cx="0" cy="0"/>
        </a:xfrm>
      </p:grpSpPr>
      <p:sp>
        <p:nvSpPr>
          <p:cNvPr id="26980" name="Google Shape;26980;p49"/>
          <p:cNvSpPr txBox="1">
            <a:spLocks noGrp="1"/>
          </p:cNvSpPr>
          <p:nvPr>
            <p:ph type="title" idx="2"/>
          </p:nvPr>
        </p:nvSpPr>
        <p:spPr>
          <a:xfrm>
            <a:off x="1842418" y="2231123"/>
            <a:ext cx="1890900" cy="46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200">
                <a:latin typeface="Barlow SemiBold"/>
                <a:ea typeface="Barlow SemiBold"/>
                <a:cs typeface="Barlow SemiBold"/>
                <a:sym typeface="Barlow SemiBold"/>
              </a:rPr>
              <a:t>63%</a:t>
            </a:r>
            <a:endParaRPr sz="4200">
              <a:latin typeface="Barlow SemiBold"/>
              <a:ea typeface="Barlow SemiBold"/>
              <a:cs typeface="Barlow SemiBold"/>
              <a:sym typeface="Barlow SemiBold"/>
            </a:endParaRPr>
          </a:p>
        </p:txBody>
      </p:sp>
      <p:sp>
        <p:nvSpPr>
          <p:cNvPr id="26981" name="Google Shape;26981;p49"/>
          <p:cNvSpPr txBox="1">
            <a:spLocks noGrp="1"/>
          </p:cNvSpPr>
          <p:nvPr>
            <p:ph type="subTitle" idx="3"/>
          </p:nvPr>
        </p:nvSpPr>
        <p:spPr>
          <a:xfrm>
            <a:off x="1383425" y="1774763"/>
            <a:ext cx="2808900" cy="32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a:t>Overall Retention Rate</a:t>
            </a:r>
            <a:endParaRPr sz="2000"/>
          </a:p>
        </p:txBody>
      </p:sp>
      <p:sp>
        <p:nvSpPr>
          <p:cNvPr id="26982" name="Google Shape;26982;p49"/>
          <p:cNvSpPr txBox="1">
            <a:spLocks noGrp="1"/>
          </p:cNvSpPr>
          <p:nvPr>
            <p:ph type="title" idx="6"/>
          </p:nvPr>
        </p:nvSpPr>
        <p:spPr>
          <a:xfrm>
            <a:off x="720100" y="3687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sz="2800" b="1">
                <a:latin typeface="Barlow"/>
                <a:ea typeface="Barlow"/>
                <a:cs typeface="Barlow"/>
                <a:sym typeface="Barlow"/>
              </a:rPr>
              <a:t>Workforce Snapshot: Retention Rate, Job Satisfaction and Gender Breakdown</a:t>
            </a:r>
            <a:endParaRPr sz="2800" b="1">
              <a:latin typeface="Barlow"/>
              <a:ea typeface="Barlow"/>
              <a:cs typeface="Barlow"/>
              <a:sym typeface="Barlow"/>
            </a:endParaRPr>
          </a:p>
        </p:txBody>
      </p:sp>
      <p:cxnSp>
        <p:nvCxnSpPr>
          <p:cNvPr id="26983" name="Google Shape;26983;p49"/>
          <p:cNvCxnSpPr/>
          <p:nvPr/>
        </p:nvCxnSpPr>
        <p:spPr>
          <a:xfrm rot="10800000">
            <a:off x="6250321" y="5434557"/>
            <a:ext cx="603900" cy="0"/>
          </a:xfrm>
          <a:prstGeom prst="straightConnector1">
            <a:avLst/>
          </a:prstGeom>
          <a:noFill/>
          <a:ln w="9525" cap="flat" cmpd="sng">
            <a:solidFill>
              <a:srgbClr val="A5B7C6"/>
            </a:solidFill>
            <a:prstDash val="solid"/>
            <a:round/>
            <a:headEnd type="none" w="med" len="med"/>
            <a:tailEnd type="none" w="med" len="med"/>
          </a:ln>
        </p:spPr>
      </p:cxnSp>
      <p:sp>
        <p:nvSpPr>
          <p:cNvPr id="26984" name="Google Shape;26984;p49"/>
          <p:cNvSpPr/>
          <p:nvPr/>
        </p:nvSpPr>
        <p:spPr>
          <a:xfrm rot="-3104">
            <a:off x="3937491" y="4486571"/>
            <a:ext cx="9969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Marketing</a:t>
            </a:r>
            <a:endParaRPr>
              <a:latin typeface="Barlow"/>
              <a:ea typeface="Barlow"/>
              <a:cs typeface="Barlow"/>
              <a:sym typeface="Barlow"/>
            </a:endParaRPr>
          </a:p>
        </p:txBody>
      </p:sp>
      <p:sp>
        <p:nvSpPr>
          <p:cNvPr id="26985" name="Google Shape;26985;p49"/>
          <p:cNvSpPr/>
          <p:nvPr/>
        </p:nvSpPr>
        <p:spPr>
          <a:xfrm>
            <a:off x="2410650" y="4486575"/>
            <a:ext cx="996600" cy="298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r>
              <a:rPr lang="en">
                <a:latin typeface="Barlow"/>
                <a:ea typeface="Barlow"/>
                <a:cs typeface="Barlow"/>
                <a:sym typeface="Barlow"/>
              </a:rPr>
              <a:t>Finance</a:t>
            </a:r>
            <a:endParaRPr>
              <a:latin typeface="Barlow"/>
              <a:ea typeface="Barlow"/>
              <a:cs typeface="Barlow"/>
              <a:sym typeface="Barlow"/>
            </a:endParaRPr>
          </a:p>
        </p:txBody>
      </p:sp>
      <p:sp>
        <p:nvSpPr>
          <p:cNvPr id="26986" name="Google Shape;26986;p49"/>
          <p:cNvSpPr/>
          <p:nvPr/>
        </p:nvSpPr>
        <p:spPr>
          <a:xfrm>
            <a:off x="883807" y="4477107"/>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r>
              <a:rPr lang="en">
                <a:latin typeface="Barlow"/>
                <a:ea typeface="Barlow"/>
                <a:cs typeface="Barlow"/>
                <a:sym typeface="Barlow"/>
              </a:rPr>
              <a:t>HR</a:t>
            </a:r>
            <a:endParaRPr>
              <a:latin typeface="Barlow"/>
              <a:ea typeface="Barlow"/>
              <a:cs typeface="Barlow"/>
              <a:sym typeface="Barlow"/>
            </a:endParaRPr>
          </a:p>
        </p:txBody>
      </p:sp>
      <p:sp>
        <p:nvSpPr>
          <p:cNvPr id="26987" name="Google Shape;26987;p49"/>
          <p:cNvSpPr/>
          <p:nvPr/>
        </p:nvSpPr>
        <p:spPr>
          <a:xfrm>
            <a:off x="5464660" y="4486582"/>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r>
              <a:rPr lang="en">
                <a:latin typeface="Barlow"/>
                <a:ea typeface="Barlow"/>
                <a:cs typeface="Barlow"/>
                <a:sym typeface="Barlow"/>
              </a:rPr>
              <a:t>IT</a:t>
            </a:r>
            <a:endParaRPr>
              <a:latin typeface="Barlow"/>
              <a:ea typeface="Barlow"/>
              <a:cs typeface="Barlow"/>
              <a:sym typeface="Barlow"/>
            </a:endParaRPr>
          </a:p>
        </p:txBody>
      </p:sp>
      <p:sp>
        <p:nvSpPr>
          <p:cNvPr id="26988" name="Google Shape;26988;p49"/>
          <p:cNvSpPr/>
          <p:nvPr/>
        </p:nvSpPr>
        <p:spPr>
          <a:xfrm>
            <a:off x="6991660" y="4486582"/>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r>
              <a:rPr lang="en">
                <a:latin typeface="Barlow"/>
                <a:ea typeface="Barlow"/>
                <a:cs typeface="Barlow"/>
                <a:sym typeface="Barlow"/>
              </a:rPr>
              <a:t>Sales</a:t>
            </a:r>
            <a:endParaRPr>
              <a:latin typeface="Barlow"/>
              <a:ea typeface="Barlow"/>
              <a:cs typeface="Barlow"/>
              <a:sym typeface="Barlow"/>
            </a:endParaRPr>
          </a:p>
        </p:txBody>
      </p:sp>
      <p:sp>
        <p:nvSpPr>
          <p:cNvPr id="26989" name="Google Shape;26989;p49"/>
          <p:cNvSpPr txBox="1"/>
          <p:nvPr/>
        </p:nvSpPr>
        <p:spPr>
          <a:xfrm>
            <a:off x="417250" y="3990550"/>
            <a:ext cx="35202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rlow SemiBold"/>
                <a:ea typeface="Barlow SemiBold"/>
                <a:cs typeface="Barlow SemiBold"/>
                <a:sym typeface="Barlow SemiBold"/>
              </a:rPr>
              <a:t>Departments Size  (number of people): </a:t>
            </a:r>
            <a:endParaRPr>
              <a:solidFill>
                <a:schemeClr val="dk1"/>
              </a:solidFill>
              <a:latin typeface="Barlow SemiBold"/>
              <a:ea typeface="Barlow SemiBold"/>
              <a:cs typeface="Barlow SemiBold"/>
              <a:sym typeface="Barlow SemiBold"/>
            </a:endParaRPr>
          </a:p>
        </p:txBody>
      </p:sp>
      <p:cxnSp>
        <p:nvCxnSpPr>
          <p:cNvPr id="26990" name="Google Shape;26990;p49"/>
          <p:cNvCxnSpPr/>
          <p:nvPr/>
        </p:nvCxnSpPr>
        <p:spPr>
          <a:xfrm>
            <a:off x="6461260" y="4783882"/>
            <a:ext cx="530400" cy="0"/>
          </a:xfrm>
          <a:prstGeom prst="straightConnector1">
            <a:avLst/>
          </a:prstGeom>
          <a:noFill/>
          <a:ln w="9525" cap="flat" cmpd="sng">
            <a:solidFill>
              <a:schemeClr val="dk1"/>
            </a:solidFill>
            <a:prstDash val="solid"/>
            <a:round/>
            <a:headEnd type="none" w="med" len="med"/>
            <a:tailEnd type="none" w="med" len="med"/>
          </a:ln>
        </p:spPr>
      </p:cxnSp>
      <p:cxnSp>
        <p:nvCxnSpPr>
          <p:cNvPr id="26991" name="Google Shape;26991;p49"/>
          <p:cNvCxnSpPr/>
          <p:nvPr/>
        </p:nvCxnSpPr>
        <p:spPr>
          <a:xfrm>
            <a:off x="4934016" y="4784471"/>
            <a:ext cx="530400" cy="600"/>
          </a:xfrm>
          <a:prstGeom prst="straightConnector1">
            <a:avLst/>
          </a:prstGeom>
          <a:noFill/>
          <a:ln w="9525" cap="flat" cmpd="sng">
            <a:solidFill>
              <a:schemeClr val="dk1"/>
            </a:solidFill>
            <a:prstDash val="solid"/>
            <a:round/>
            <a:headEnd type="none" w="med" len="med"/>
            <a:tailEnd type="none" w="med" len="med"/>
          </a:ln>
        </p:spPr>
      </p:cxnSp>
      <p:cxnSp>
        <p:nvCxnSpPr>
          <p:cNvPr id="26992" name="Google Shape;26992;p49"/>
          <p:cNvCxnSpPr/>
          <p:nvPr/>
        </p:nvCxnSpPr>
        <p:spPr>
          <a:xfrm>
            <a:off x="3407325" y="4784775"/>
            <a:ext cx="530100" cy="0"/>
          </a:xfrm>
          <a:prstGeom prst="straightConnector1">
            <a:avLst/>
          </a:prstGeom>
          <a:noFill/>
          <a:ln w="9525" cap="flat" cmpd="sng">
            <a:solidFill>
              <a:schemeClr val="dk1"/>
            </a:solidFill>
            <a:prstDash val="solid"/>
            <a:round/>
            <a:headEnd type="none" w="med" len="med"/>
            <a:tailEnd type="none" w="med" len="med"/>
          </a:ln>
        </p:spPr>
      </p:cxnSp>
      <p:cxnSp>
        <p:nvCxnSpPr>
          <p:cNvPr id="26993" name="Google Shape;26993;p49"/>
          <p:cNvCxnSpPr/>
          <p:nvPr/>
        </p:nvCxnSpPr>
        <p:spPr>
          <a:xfrm>
            <a:off x="1880482" y="4778932"/>
            <a:ext cx="530100" cy="9900"/>
          </a:xfrm>
          <a:prstGeom prst="straightConnector1">
            <a:avLst/>
          </a:prstGeom>
          <a:noFill/>
          <a:ln w="9525" cap="flat" cmpd="sng">
            <a:solidFill>
              <a:schemeClr val="dk1"/>
            </a:solidFill>
            <a:prstDash val="solid"/>
            <a:round/>
            <a:headEnd type="none" w="med" len="med"/>
            <a:tailEnd type="none" w="med" len="med"/>
          </a:ln>
        </p:spPr>
      </p:cxnSp>
      <p:sp>
        <p:nvSpPr>
          <p:cNvPr id="26994" name="Google Shape;26994;p49"/>
          <p:cNvSpPr txBox="1"/>
          <p:nvPr/>
        </p:nvSpPr>
        <p:spPr>
          <a:xfrm>
            <a:off x="883500" y="4208100"/>
            <a:ext cx="996900" cy="347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Barlow"/>
                <a:ea typeface="Barlow"/>
                <a:cs typeface="Barlow"/>
                <a:sym typeface="Barlow"/>
              </a:rPr>
              <a:t>Smallest</a:t>
            </a:r>
            <a:endParaRPr sz="1200">
              <a:solidFill>
                <a:schemeClr val="dk1"/>
              </a:solidFill>
              <a:latin typeface="Barlow"/>
              <a:ea typeface="Barlow"/>
              <a:cs typeface="Barlow"/>
              <a:sym typeface="Barlow"/>
            </a:endParaRPr>
          </a:p>
        </p:txBody>
      </p:sp>
      <p:sp>
        <p:nvSpPr>
          <p:cNvPr id="26995" name="Google Shape;26995;p49"/>
          <p:cNvSpPr txBox="1"/>
          <p:nvPr/>
        </p:nvSpPr>
        <p:spPr>
          <a:xfrm>
            <a:off x="6991500" y="4208100"/>
            <a:ext cx="996900" cy="347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Barlow"/>
                <a:ea typeface="Barlow"/>
                <a:cs typeface="Barlow"/>
                <a:sym typeface="Barlow"/>
              </a:rPr>
              <a:t>Biggest</a:t>
            </a:r>
            <a:endParaRPr sz="1200">
              <a:solidFill>
                <a:schemeClr val="dk1"/>
              </a:solidFill>
              <a:latin typeface="Barlow"/>
              <a:ea typeface="Barlow"/>
              <a:cs typeface="Barlow"/>
              <a:sym typeface="Barlow"/>
            </a:endParaRPr>
          </a:p>
        </p:txBody>
      </p:sp>
      <p:sp>
        <p:nvSpPr>
          <p:cNvPr id="26996" name="Google Shape;26996;p49"/>
          <p:cNvSpPr txBox="1"/>
          <p:nvPr/>
        </p:nvSpPr>
        <p:spPr>
          <a:xfrm>
            <a:off x="417250" y="3070388"/>
            <a:ext cx="41247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rlow Medium"/>
                <a:ea typeface="Barlow Medium"/>
                <a:cs typeface="Barlow Medium"/>
                <a:sym typeface="Barlow Medium"/>
              </a:rPr>
              <a:t>Average Job Satisfactions across company:</a:t>
            </a:r>
            <a:endParaRPr>
              <a:solidFill>
                <a:schemeClr val="dk1"/>
              </a:solidFill>
              <a:latin typeface="Barlow Medium"/>
              <a:ea typeface="Barlow Medium"/>
              <a:cs typeface="Barlow Medium"/>
              <a:sym typeface="Barlow Medium"/>
            </a:endParaRPr>
          </a:p>
        </p:txBody>
      </p:sp>
      <p:sp>
        <p:nvSpPr>
          <p:cNvPr id="26997" name="Google Shape;26997;p49"/>
          <p:cNvSpPr/>
          <p:nvPr/>
        </p:nvSpPr>
        <p:spPr>
          <a:xfrm rot="-3065">
            <a:off x="1058686" y="3526908"/>
            <a:ext cx="2355301" cy="462600"/>
          </a:xfrm>
          <a:prstGeom prst="rect">
            <a:avLst/>
          </a:prstGeom>
          <a:solidFill>
            <a:srgbClr val="1F77B4"/>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Barlow"/>
                <a:ea typeface="Barlow"/>
                <a:cs typeface="Barlow"/>
                <a:sym typeface="Barlow"/>
              </a:rPr>
              <a:t>Male : </a:t>
            </a:r>
            <a:r>
              <a:rPr lang="en" b="1">
                <a:solidFill>
                  <a:schemeClr val="lt1"/>
                </a:solidFill>
                <a:latin typeface="Barlow"/>
                <a:ea typeface="Barlow"/>
                <a:cs typeface="Barlow"/>
                <a:sym typeface="Barlow"/>
              </a:rPr>
              <a:t>4.7</a:t>
            </a:r>
            <a:r>
              <a:rPr lang="en">
                <a:solidFill>
                  <a:schemeClr val="lt1"/>
                </a:solidFill>
                <a:latin typeface="Barlow"/>
                <a:ea typeface="Barlow"/>
                <a:cs typeface="Barlow"/>
                <a:sym typeface="Barlow"/>
              </a:rPr>
              <a:t>/10</a:t>
            </a:r>
            <a:endParaRPr>
              <a:solidFill>
                <a:schemeClr val="lt1"/>
              </a:solidFill>
              <a:latin typeface="Barlow"/>
              <a:ea typeface="Barlow"/>
              <a:cs typeface="Barlow"/>
              <a:sym typeface="Barlow"/>
            </a:endParaRPr>
          </a:p>
        </p:txBody>
      </p:sp>
      <p:sp>
        <p:nvSpPr>
          <p:cNvPr id="26998" name="Google Shape;26998;p49"/>
          <p:cNvSpPr/>
          <p:nvPr/>
        </p:nvSpPr>
        <p:spPr>
          <a:xfrm rot="-3065">
            <a:off x="3407261" y="3526908"/>
            <a:ext cx="2355301" cy="462600"/>
          </a:xfrm>
          <a:prstGeom prst="rect">
            <a:avLst/>
          </a:prstGeom>
          <a:solidFill>
            <a:schemeClr val="lt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Female : </a:t>
            </a:r>
            <a:r>
              <a:rPr lang="en" b="1">
                <a:latin typeface="Barlow"/>
                <a:ea typeface="Barlow"/>
                <a:cs typeface="Barlow"/>
                <a:sym typeface="Barlow"/>
              </a:rPr>
              <a:t>4.2</a:t>
            </a:r>
            <a:r>
              <a:rPr lang="en">
                <a:latin typeface="Barlow"/>
                <a:ea typeface="Barlow"/>
                <a:cs typeface="Barlow"/>
                <a:sym typeface="Barlow"/>
              </a:rPr>
              <a:t>/10</a:t>
            </a:r>
            <a:endParaRPr>
              <a:latin typeface="Barlow"/>
              <a:ea typeface="Barlow"/>
              <a:cs typeface="Barlow"/>
              <a:sym typeface="Barlow"/>
            </a:endParaRPr>
          </a:p>
        </p:txBody>
      </p:sp>
      <p:sp>
        <p:nvSpPr>
          <p:cNvPr id="26999" name="Google Shape;26999;p49"/>
          <p:cNvSpPr/>
          <p:nvPr/>
        </p:nvSpPr>
        <p:spPr>
          <a:xfrm rot="-3065">
            <a:off x="5762561" y="3526908"/>
            <a:ext cx="2355301" cy="462600"/>
          </a:xfrm>
          <a:prstGeom prst="rect">
            <a:avLst/>
          </a:pr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a:latin typeface="Barlow"/>
                <a:ea typeface="Barlow"/>
                <a:cs typeface="Barlow"/>
                <a:sym typeface="Barlow"/>
              </a:rPr>
              <a:t>Overall</a:t>
            </a:r>
            <a:r>
              <a:rPr lang="en">
                <a:latin typeface="Barlow"/>
                <a:ea typeface="Barlow"/>
                <a:cs typeface="Barlow"/>
                <a:sym typeface="Barlow"/>
              </a:rPr>
              <a:t> : </a:t>
            </a:r>
            <a:r>
              <a:rPr lang="en" b="1">
                <a:latin typeface="Barlow"/>
                <a:ea typeface="Barlow"/>
                <a:cs typeface="Barlow"/>
                <a:sym typeface="Barlow"/>
              </a:rPr>
              <a:t>4.4</a:t>
            </a:r>
            <a:r>
              <a:rPr lang="en">
                <a:latin typeface="Barlow"/>
                <a:ea typeface="Barlow"/>
                <a:cs typeface="Barlow"/>
                <a:sym typeface="Barlow"/>
              </a:rPr>
              <a:t>/10</a:t>
            </a:r>
            <a:endParaRPr>
              <a:latin typeface="Barlow"/>
              <a:ea typeface="Barlow"/>
              <a:cs typeface="Barlow"/>
              <a:sym typeface="Barlow"/>
            </a:endParaRPr>
          </a:p>
        </p:txBody>
      </p:sp>
      <p:grpSp>
        <p:nvGrpSpPr>
          <p:cNvPr id="27000" name="Google Shape;27000;p49"/>
          <p:cNvGrpSpPr/>
          <p:nvPr/>
        </p:nvGrpSpPr>
        <p:grpSpPr>
          <a:xfrm>
            <a:off x="4811100" y="1334350"/>
            <a:ext cx="2995750" cy="2135600"/>
            <a:chOff x="5491450" y="1334350"/>
            <a:chExt cx="2995750" cy="2135600"/>
          </a:xfrm>
        </p:grpSpPr>
        <p:pic>
          <p:nvPicPr>
            <p:cNvPr id="27001" name="Google Shape;27001;p49" title="Gender Distribution.png"/>
            <p:cNvPicPr preferRelativeResize="0"/>
            <p:nvPr/>
          </p:nvPicPr>
          <p:blipFill rotWithShape="1">
            <a:blip r:embed="rId3">
              <a:alphaModFix/>
            </a:blip>
            <a:srcRect l="14330" t="7505" r="10599" b="13982"/>
            <a:stretch/>
          </p:blipFill>
          <p:spPr>
            <a:xfrm>
              <a:off x="6084325" y="1334350"/>
              <a:ext cx="1673951" cy="1750800"/>
            </a:xfrm>
            <a:prstGeom prst="rect">
              <a:avLst/>
            </a:prstGeom>
            <a:noFill/>
            <a:ln>
              <a:noFill/>
            </a:ln>
          </p:spPr>
        </p:pic>
        <p:sp>
          <p:nvSpPr>
            <p:cNvPr id="27002" name="Google Shape;27002;p49"/>
            <p:cNvSpPr txBox="1"/>
            <p:nvPr/>
          </p:nvSpPr>
          <p:spPr>
            <a:xfrm>
              <a:off x="5491450" y="1962925"/>
              <a:ext cx="8649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300">
                  <a:solidFill>
                    <a:srgbClr val="191919"/>
                  </a:solidFill>
                  <a:latin typeface="Barlow"/>
                  <a:ea typeface="Barlow"/>
                  <a:cs typeface="Barlow"/>
                  <a:sym typeface="Barlow"/>
                </a:rPr>
                <a:t>Female</a:t>
              </a:r>
              <a:endParaRPr sz="1300">
                <a:solidFill>
                  <a:srgbClr val="191919"/>
                </a:solidFill>
                <a:latin typeface="Barlow"/>
                <a:ea typeface="Barlow"/>
                <a:cs typeface="Barlow"/>
                <a:sym typeface="Barlow"/>
              </a:endParaRPr>
            </a:p>
          </p:txBody>
        </p:sp>
        <p:sp>
          <p:nvSpPr>
            <p:cNvPr id="27003" name="Google Shape;27003;p49"/>
            <p:cNvSpPr txBox="1"/>
            <p:nvPr/>
          </p:nvSpPr>
          <p:spPr>
            <a:xfrm>
              <a:off x="7622300" y="2038375"/>
              <a:ext cx="8649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300">
                  <a:solidFill>
                    <a:srgbClr val="191919"/>
                  </a:solidFill>
                  <a:latin typeface="Barlow"/>
                  <a:ea typeface="Barlow"/>
                  <a:cs typeface="Barlow"/>
                  <a:sym typeface="Barlow"/>
                </a:rPr>
                <a:t>Male</a:t>
              </a:r>
              <a:endParaRPr sz="1300">
                <a:solidFill>
                  <a:srgbClr val="191919"/>
                </a:solidFill>
                <a:latin typeface="Barlow"/>
                <a:ea typeface="Barlow"/>
                <a:cs typeface="Barlow"/>
                <a:sym typeface="Barlow"/>
              </a:endParaRPr>
            </a:p>
          </p:txBody>
        </p:sp>
        <p:sp>
          <p:nvSpPr>
            <p:cNvPr id="27004" name="Google Shape;27004;p49"/>
            <p:cNvSpPr txBox="1"/>
            <p:nvPr/>
          </p:nvSpPr>
          <p:spPr>
            <a:xfrm>
              <a:off x="5706775" y="3122550"/>
              <a:ext cx="1574400" cy="347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191919"/>
                  </a:solidFill>
                  <a:latin typeface="Barlow"/>
                  <a:ea typeface="Barlow"/>
                  <a:cs typeface="Barlow"/>
                  <a:sym typeface="Barlow"/>
                </a:rPr>
                <a:t>(5 individuals)</a:t>
              </a:r>
              <a:endParaRPr sz="1100">
                <a:solidFill>
                  <a:srgbClr val="191919"/>
                </a:solidFill>
                <a:latin typeface="Barlow"/>
                <a:ea typeface="Barlow"/>
                <a:cs typeface="Barlow"/>
                <a:sym typeface="Barlow"/>
              </a:endParaRPr>
            </a:p>
          </p:txBody>
        </p:sp>
      </p:grpSp>
      <p:sp>
        <p:nvSpPr>
          <p:cNvPr id="27005" name="Google Shape;27005;p49"/>
          <p:cNvSpPr txBox="1"/>
          <p:nvPr/>
        </p:nvSpPr>
        <p:spPr>
          <a:xfrm>
            <a:off x="5304925" y="2944450"/>
            <a:ext cx="10200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300">
                <a:solidFill>
                  <a:srgbClr val="191919"/>
                </a:solidFill>
                <a:latin typeface="Barlow"/>
                <a:ea typeface="Barlow"/>
                <a:cs typeface="Barlow"/>
                <a:sym typeface="Barlow"/>
              </a:rPr>
              <a:t>Non-Binary</a:t>
            </a:r>
            <a:endParaRPr sz="1300">
              <a:solidFill>
                <a:srgbClr val="191919"/>
              </a:solidFill>
              <a:latin typeface="Barlow"/>
              <a:ea typeface="Barlow"/>
              <a:cs typeface="Barlow"/>
              <a:sym typeface="Barlow"/>
            </a:endParaRPr>
          </a:p>
        </p:txBody>
      </p:sp>
      <p:sp>
        <p:nvSpPr>
          <p:cNvPr id="27006" name="Google Shape;27006;p49"/>
          <p:cNvSpPr/>
          <p:nvPr/>
        </p:nvSpPr>
        <p:spPr>
          <a:xfrm>
            <a:off x="883807" y="4773057"/>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41</a:t>
            </a:r>
            <a:endParaRPr>
              <a:latin typeface="Barlow"/>
              <a:ea typeface="Barlow"/>
              <a:cs typeface="Barlow"/>
              <a:sym typeface="Barlow"/>
            </a:endParaRPr>
          </a:p>
        </p:txBody>
      </p:sp>
      <p:sp>
        <p:nvSpPr>
          <p:cNvPr id="27007" name="Google Shape;27007;p49"/>
          <p:cNvSpPr/>
          <p:nvPr/>
        </p:nvSpPr>
        <p:spPr>
          <a:xfrm>
            <a:off x="2410650" y="4784776"/>
            <a:ext cx="996600" cy="285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42</a:t>
            </a:r>
            <a:endParaRPr>
              <a:latin typeface="Barlow"/>
              <a:ea typeface="Barlow"/>
              <a:cs typeface="Barlow"/>
              <a:sym typeface="Barlow"/>
            </a:endParaRPr>
          </a:p>
        </p:txBody>
      </p:sp>
      <p:sp>
        <p:nvSpPr>
          <p:cNvPr id="27008" name="Google Shape;27008;p49"/>
          <p:cNvSpPr/>
          <p:nvPr/>
        </p:nvSpPr>
        <p:spPr>
          <a:xfrm>
            <a:off x="3937507" y="4784332"/>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44</a:t>
            </a:r>
            <a:endParaRPr>
              <a:latin typeface="Barlow"/>
              <a:ea typeface="Barlow"/>
              <a:cs typeface="Barlow"/>
              <a:sym typeface="Barlow"/>
            </a:endParaRPr>
          </a:p>
        </p:txBody>
      </p:sp>
      <p:sp>
        <p:nvSpPr>
          <p:cNvPr id="27009" name="Google Shape;27009;p49"/>
          <p:cNvSpPr/>
          <p:nvPr/>
        </p:nvSpPr>
        <p:spPr>
          <a:xfrm>
            <a:off x="5464357" y="4784332"/>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49</a:t>
            </a:r>
            <a:endParaRPr>
              <a:latin typeface="Barlow"/>
              <a:ea typeface="Barlow"/>
              <a:cs typeface="Barlow"/>
              <a:sym typeface="Barlow"/>
            </a:endParaRPr>
          </a:p>
        </p:txBody>
      </p:sp>
      <p:sp>
        <p:nvSpPr>
          <p:cNvPr id="27010" name="Google Shape;27010;p49"/>
          <p:cNvSpPr/>
          <p:nvPr/>
        </p:nvSpPr>
        <p:spPr>
          <a:xfrm>
            <a:off x="6991207" y="4784332"/>
            <a:ext cx="996600" cy="2973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91</a:t>
            </a:r>
            <a:endParaRPr>
              <a:latin typeface="Barlow"/>
              <a:ea typeface="Barlow"/>
              <a:cs typeface="Barlow"/>
              <a:sym typeface="Barlow"/>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7014"/>
        <p:cNvGrpSpPr/>
        <p:nvPr/>
      </p:nvGrpSpPr>
      <p:grpSpPr>
        <a:xfrm>
          <a:off x="0" y="0"/>
          <a:ext cx="0" cy="0"/>
          <a:chOff x="0" y="0"/>
          <a:chExt cx="0" cy="0"/>
        </a:xfrm>
      </p:grpSpPr>
      <p:sp>
        <p:nvSpPr>
          <p:cNvPr id="27015" name="Google Shape;27015;p50"/>
          <p:cNvSpPr txBox="1">
            <a:spLocks noGrp="1"/>
          </p:cNvSpPr>
          <p:nvPr>
            <p:ph type="title"/>
          </p:nvPr>
        </p:nvSpPr>
        <p:spPr>
          <a:xfrm>
            <a:off x="720000" y="234500"/>
            <a:ext cx="7704000" cy="576000"/>
          </a:xfrm>
          <a:prstGeom prst="rect">
            <a:avLst/>
          </a:prstGeom>
          <a:noFill/>
        </p:spPr>
        <p:txBody>
          <a:bodyPr spcFirstLastPara="1" wrap="square" lIns="91425" tIns="64000" rIns="91425" bIns="91425" anchor="t" anchorCtr="0">
            <a:noAutofit/>
          </a:bodyPr>
          <a:lstStyle/>
          <a:p>
            <a:pPr marL="0" lvl="0" indent="0" algn="ctr" rtl="0">
              <a:spcBef>
                <a:spcPts val="0"/>
              </a:spcBef>
              <a:spcAft>
                <a:spcPts val="0"/>
              </a:spcAft>
              <a:buNone/>
            </a:pPr>
            <a:r>
              <a:rPr lang="en" sz="2800"/>
              <a:t>Data Description</a:t>
            </a:r>
            <a:endParaRPr sz="2800">
              <a:solidFill>
                <a:schemeClr val="dk1"/>
              </a:solidFill>
            </a:endParaRPr>
          </a:p>
        </p:txBody>
      </p:sp>
      <p:grpSp>
        <p:nvGrpSpPr>
          <p:cNvPr id="27016" name="Google Shape;27016;p50"/>
          <p:cNvGrpSpPr/>
          <p:nvPr/>
        </p:nvGrpSpPr>
        <p:grpSpPr>
          <a:xfrm>
            <a:off x="636188" y="1001422"/>
            <a:ext cx="7871632" cy="3764513"/>
            <a:chOff x="238125" y="1188740"/>
            <a:chExt cx="7140450" cy="3335560"/>
          </a:xfrm>
        </p:grpSpPr>
        <p:sp>
          <p:nvSpPr>
            <p:cNvPr id="27017" name="Google Shape;27017;p50"/>
            <p:cNvSpPr/>
            <p:nvPr/>
          </p:nvSpPr>
          <p:spPr>
            <a:xfrm>
              <a:off x="238132" y="1188740"/>
              <a:ext cx="3507025" cy="1710403"/>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28575" cap="flat" cmpd="sng">
              <a:solidFill>
                <a:srgbClr val="76A5A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8" name="Google Shape;27018;p5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28575" cap="flat" cmpd="sng">
              <a:solidFill>
                <a:srgbClr val="76A5A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9" name="Google Shape;27019;p50"/>
            <p:cNvSpPr/>
            <p:nvPr/>
          </p:nvSpPr>
          <p:spPr>
            <a:xfrm>
              <a:off x="3871409" y="1188740"/>
              <a:ext cx="3507025" cy="1710403"/>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28575" cap="flat" cmpd="sng">
              <a:solidFill>
                <a:srgbClr val="76A5A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0" name="Google Shape;27020;p5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28575" cap="flat" cmpd="sng">
              <a:solidFill>
                <a:srgbClr val="76A5A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21" name="Google Shape;27021;p50"/>
          <p:cNvSpPr txBox="1"/>
          <p:nvPr/>
        </p:nvSpPr>
        <p:spPr>
          <a:xfrm>
            <a:off x="5383700" y="2904350"/>
            <a:ext cx="3230100" cy="186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91919"/>
                </a:solidFill>
                <a:latin typeface="Barlow"/>
                <a:ea typeface="Barlow"/>
                <a:cs typeface="Barlow"/>
                <a:sym typeface="Barlow"/>
              </a:rPr>
              <a:t> </a:t>
            </a:r>
            <a:r>
              <a:rPr lang="en" sz="1500" b="1">
                <a:solidFill>
                  <a:srgbClr val="191919"/>
                </a:solidFill>
                <a:latin typeface="Barlow"/>
                <a:ea typeface="Barlow"/>
                <a:cs typeface="Barlow"/>
                <a:sym typeface="Barlow"/>
              </a:rPr>
              <a:t>       Limitations  &amp; Errors:</a:t>
            </a:r>
            <a:endParaRPr sz="1500" b="1">
              <a:solidFill>
                <a:srgbClr val="191919"/>
              </a:solidFill>
              <a:latin typeface="Barlow"/>
              <a:ea typeface="Barlow"/>
              <a:cs typeface="Barlow"/>
              <a:sym typeface="Barlow"/>
            </a:endParaRPr>
          </a:p>
          <a:p>
            <a:pPr marL="457200" lvl="0" indent="-298450" algn="l" rtl="0">
              <a:lnSpc>
                <a:spcPct val="115000"/>
              </a:lnSpc>
              <a:spcBef>
                <a:spcPts val="1200"/>
              </a:spcBef>
              <a:spcAft>
                <a:spcPts val="0"/>
              </a:spcAft>
              <a:buSzPts val="1100"/>
              <a:buChar char="●"/>
            </a:pPr>
            <a:r>
              <a:rPr lang="en" sz="1500">
                <a:solidFill>
                  <a:schemeClr val="dk1"/>
                </a:solidFill>
                <a:latin typeface="Barlow"/>
                <a:ea typeface="Barlow"/>
                <a:cs typeface="Barlow"/>
                <a:sym typeface="Barlow"/>
              </a:rPr>
              <a:t>Ignores </a:t>
            </a:r>
            <a:r>
              <a:rPr lang="en" sz="1500" b="1">
                <a:solidFill>
                  <a:schemeClr val="dk1"/>
                </a:solidFill>
                <a:latin typeface="Barlow"/>
                <a:ea typeface="Barlow"/>
                <a:cs typeface="Barlow"/>
                <a:sym typeface="Barlow"/>
              </a:rPr>
              <a:t>work-life balance</a:t>
            </a:r>
            <a:r>
              <a:rPr lang="en" sz="1500">
                <a:solidFill>
                  <a:schemeClr val="dk1"/>
                </a:solidFill>
                <a:latin typeface="Barlow"/>
                <a:ea typeface="Barlow"/>
                <a:cs typeface="Barlow"/>
                <a:sym typeface="Barlow"/>
              </a:rPr>
              <a:t>, overtime, and total </a:t>
            </a:r>
            <a:r>
              <a:rPr lang="en" sz="1500" b="1">
                <a:solidFill>
                  <a:schemeClr val="dk1"/>
                </a:solidFill>
                <a:latin typeface="Barlow"/>
                <a:ea typeface="Barlow"/>
                <a:cs typeface="Barlow"/>
                <a:sym typeface="Barlow"/>
              </a:rPr>
              <a:t>hours</a:t>
            </a:r>
            <a:endParaRPr sz="1500" b="1">
              <a:solidFill>
                <a:schemeClr val="dk1"/>
              </a:solidFill>
              <a:latin typeface="Barlow"/>
              <a:ea typeface="Barlow"/>
              <a:cs typeface="Barlow"/>
              <a:sym typeface="Barlow"/>
            </a:endParaRPr>
          </a:p>
          <a:p>
            <a:pPr marL="457200" lvl="0" indent="-298450" algn="l" rtl="0">
              <a:lnSpc>
                <a:spcPct val="115000"/>
              </a:lnSpc>
              <a:spcBef>
                <a:spcPts val="0"/>
              </a:spcBef>
              <a:spcAft>
                <a:spcPts val="0"/>
              </a:spcAft>
              <a:buSzPts val="1100"/>
              <a:buChar char="●"/>
            </a:pPr>
            <a:r>
              <a:rPr lang="en" sz="1500">
                <a:solidFill>
                  <a:schemeClr val="dk1"/>
                </a:solidFill>
                <a:latin typeface="Barlow"/>
                <a:ea typeface="Barlow"/>
                <a:cs typeface="Barlow"/>
                <a:sym typeface="Barlow"/>
              </a:rPr>
              <a:t>No measure of </a:t>
            </a:r>
            <a:r>
              <a:rPr lang="en" sz="1500" b="1">
                <a:solidFill>
                  <a:schemeClr val="dk1"/>
                </a:solidFill>
                <a:latin typeface="Barlow"/>
                <a:ea typeface="Barlow"/>
                <a:cs typeface="Barlow"/>
                <a:sym typeface="Barlow"/>
              </a:rPr>
              <a:t>work culture</a:t>
            </a:r>
            <a:endParaRPr sz="1500" b="1">
              <a:solidFill>
                <a:schemeClr val="dk1"/>
              </a:solidFill>
              <a:latin typeface="Barlow"/>
              <a:ea typeface="Barlow"/>
              <a:cs typeface="Barlow"/>
              <a:sym typeface="Barlow"/>
            </a:endParaRPr>
          </a:p>
          <a:p>
            <a:pPr marL="457200" lvl="0" indent="-298450" algn="l" rtl="0">
              <a:lnSpc>
                <a:spcPct val="115000"/>
              </a:lnSpc>
              <a:spcBef>
                <a:spcPts val="0"/>
              </a:spcBef>
              <a:spcAft>
                <a:spcPts val="0"/>
              </a:spcAft>
              <a:buSzPts val="1100"/>
              <a:buChar char="●"/>
            </a:pPr>
            <a:r>
              <a:rPr lang="en" sz="1500">
                <a:solidFill>
                  <a:schemeClr val="dk1"/>
                </a:solidFill>
                <a:latin typeface="Barlow"/>
                <a:ea typeface="Barlow"/>
                <a:cs typeface="Barlow"/>
                <a:sym typeface="Barlow"/>
              </a:rPr>
              <a:t>Minimal employee </a:t>
            </a:r>
            <a:r>
              <a:rPr lang="en" sz="1500" b="1">
                <a:solidFill>
                  <a:schemeClr val="dk1"/>
                </a:solidFill>
                <a:latin typeface="Barlow"/>
                <a:ea typeface="Barlow"/>
                <a:cs typeface="Barlow"/>
                <a:sym typeface="Barlow"/>
              </a:rPr>
              <a:t>demographic</a:t>
            </a:r>
            <a:r>
              <a:rPr lang="en" sz="1500">
                <a:solidFill>
                  <a:schemeClr val="dk1"/>
                </a:solidFill>
                <a:latin typeface="Barlow"/>
                <a:ea typeface="Barlow"/>
                <a:cs typeface="Barlow"/>
                <a:sym typeface="Barlow"/>
              </a:rPr>
              <a:t> data</a:t>
            </a:r>
            <a:endParaRPr sz="1500">
              <a:solidFill>
                <a:schemeClr val="dk1"/>
              </a:solidFill>
              <a:latin typeface="Barlow"/>
              <a:ea typeface="Barlow"/>
              <a:cs typeface="Barlow"/>
              <a:sym typeface="Barlow"/>
            </a:endParaRPr>
          </a:p>
          <a:p>
            <a:pPr marL="457200" lvl="0" indent="0" algn="l" rtl="0">
              <a:lnSpc>
                <a:spcPct val="115000"/>
              </a:lnSpc>
              <a:spcBef>
                <a:spcPts val="1200"/>
              </a:spcBef>
              <a:spcAft>
                <a:spcPts val="0"/>
              </a:spcAft>
              <a:buNone/>
            </a:pPr>
            <a:endParaRPr sz="1500">
              <a:solidFill>
                <a:schemeClr val="dk1"/>
              </a:solidFill>
              <a:latin typeface="Barlow"/>
              <a:ea typeface="Barlow"/>
              <a:cs typeface="Barlow"/>
              <a:sym typeface="Barlow"/>
            </a:endParaRPr>
          </a:p>
          <a:p>
            <a:pPr marL="0" lvl="0" indent="0" algn="l" rtl="0">
              <a:spcBef>
                <a:spcPts val="1200"/>
              </a:spcBef>
              <a:spcAft>
                <a:spcPts val="0"/>
              </a:spcAft>
              <a:buNone/>
            </a:pPr>
            <a:endParaRPr>
              <a:solidFill>
                <a:schemeClr val="dk1"/>
              </a:solidFill>
              <a:latin typeface="Barlow"/>
              <a:ea typeface="Barlow"/>
              <a:cs typeface="Barlow"/>
              <a:sym typeface="Barlow"/>
            </a:endParaRPr>
          </a:p>
        </p:txBody>
      </p:sp>
      <p:sp>
        <p:nvSpPr>
          <p:cNvPr id="27022" name="Google Shape;27022;p50"/>
          <p:cNvSpPr txBox="1"/>
          <p:nvPr/>
        </p:nvSpPr>
        <p:spPr>
          <a:xfrm>
            <a:off x="5220700" y="1000163"/>
            <a:ext cx="3714900" cy="171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b="1">
                <a:solidFill>
                  <a:srgbClr val="191919"/>
                </a:solidFill>
                <a:latin typeface="Barlow"/>
                <a:ea typeface="Barlow"/>
                <a:cs typeface="Barlow"/>
                <a:sym typeface="Barlow"/>
              </a:rPr>
              <a:t>Sample Details:</a:t>
            </a:r>
            <a:endParaRPr sz="1600" b="1">
              <a:solidFill>
                <a:srgbClr val="191919"/>
              </a:solidFill>
              <a:latin typeface="Barlow"/>
              <a:ea typeface="Barlow"/>
              <a:cs typeface="Barlow"/>
              <a:sym typeface="Barlow"/>
            </a:endParaRPr>
          </a:p>
          <a:p>
            <a:pPr marL="457200" lvl="0" indent="-330200" algn="l" rtl="0">
              <a:spcBef>
                <a:spcPts val="0"/>
              </a:spcBef>
              <a:spcAft>
                <a:spcPts val="0"/>
              </a:spcAft>
              <a:buClr>
                <a:schemeClr val="dk1"/>
              </a:buClr>
              <a:buSzPts val="1600"/>
              <a:buFont typeface="Barlow"/>
              <a:buChar char="●"/>
            </a:pPr>
            <a:r>
              <a:rPr lang="en" sz="1600">
                <a:solidFill>
                  <a:schemeClr val="dk1"/>
                </a:solidFill>
                <a:latin typeface="Barlow"/>
                <a:ea typeface="Barlow"/>
                <a:cs typeface="Barlow"/>
                <a:sym typeface="Barlow"/>
              </a:rPr>
              <a:t>Sample size: </a:t>
            </a:r>
            <a:r>
              <a:rPr lang="en" sz="1600" b="1">
                <a:solidFill>
                  <a:schemeClr val="dk1"/>
                </a:solidFill>
                <a:latin typeface="Barlow"/>
                <a:ea typeface="Barlow"/>
                <a:cs typeface="Barlow"/>
                <a:sym typeface="Barlow"/>
              </a:rPr>
              <a:t>267 employees</a:t>
            </a:r>
            <a:endParaRPr sz="1600" b="1">
              <a:solidFill>
                <a:schemeClr val="dk1"/>
              </a:solidFill>
              <a:latin typeface="Barlow"/>
              <a:ea typeface="Barlow"/>
              <a:cs typeface="Barlow"/>
              <a:sym typeface="Barlow"/>
            </a:endParaRPr>
          </a:p>
          <a:p>
            <a:pPr marL="457200" lvl="0" indent="-330200" algn="l" rtl="0">
              <a:spcBef>
                <a:spcPts val="0"/>
              </a:spcBef>
              <a:spcAft>
                <a:spcPts val="0"/>
              </a:spcAft>
              <a:buClr>
                <a:schemeClr val="dk1"/>
              </a:buClr>
              <a:buSzPts val="1600"/>
              <a:buFont typeface="Barlow"/>
              <a:buChar char="●"/>
            </a:pPr>
            <a:r>
              <a:rPr lang="en" sz="1600">
                <a:solidFill>
                  <a:schemeClr val="dk1"/>
                </a:solidFill>
                <a:latin typeface="Barlow"/>
                <a:ea typeface="Barlow"/>
                <a:cs typeface="Barlow"/>
                <a:sym typeface="Barlow"/>
              </a:rPr>
              <a:t>Total variable: </a:t>
            </a:r>
            <a:r>
              <a:rPr lang="en" sz="1600" b="1">
                <a:solidFill>
                  <a:schemeClr val="dk1"/>
                </a:solidFill>
                <a:latin typeface="Barlow"/>
                <a:ea typeface="Barlow"/>
                <a:cs typeface="Barlow"/>
                <a:sym typeface="Barlow"/>
              </a:rPr>
              <a:t>13</a:t>
            </a:r>
            <a:endParaRPr sz="1600" b="1">
              <a:solidFill>
                <a:schemeClr val="dk1"/>
              </a:solidFill>
              <a:latin typeface="Barlow"/>
              <a:ea typeface="Barlow"/>
              <a:cs typeface="Barlow"/>
              <a:sym typeface="Barlow"/>
            </a:endParaRPr>
          </a:p>
          <a:p>
            <a:pPr marL="457200" lvl="0" indent="-330200" algn="l" rtl="0">
              <a:spcBef>
                <a:spcPts val="0"/>
              </a:spcBef>
              <a:spcAft>
                <a:spcPts val="0"/>
              </a:spcAft>
              <a:buClr>
                <a:schemeClr val="dk1"/>
              </a:buClr>
              <a:buSzPts val="1600"/>
              <a:buFont typeface="Barlow"/>
              <a:buChar char="●"/>
            </a:pPr>
            <a:r>
              <a:rPr lang="en" sz="1600">
                <a:solidFill>
                  <a:schemeClr val="dk1"/>
                </a:solidFill>
                <a:latin typeface="Barlow"/>
                <a:ea typeface="Barlow"/>
                <a:cs typeface="Barlow"/>
                <a:sym typeface="Barlow"/>
              </a:rPr>
              <a:t>Unit of observations: </a:t>
            </a:r>
            <a:endParaRPr sz="1600">
              <a:solidFill>
                <a:schemeClr val="dk1"/>
              </a:solidFill>
              <a:latin typeface="Barlow"/>
              <a:ea typeface="Barlow"/>
              <a:cs typeface="Barlow"/>
              <a:sym typeface="Barlow"/>
            </a:endParaRPr>
          </a:p>
          <a:p>
            <a:pPr marL="0" lvl="0" indent="0" algn="l" rtl="0">
              <a:spcBef>
                <a:spcPts val="0"/>
              </a:spcBef>
              <a:spcAft>
                <a:spcPts val="0"/>
              </a:spcAft>
              <a:buNone/>
            </a:pPr>
            <a:r>
              <a:rPr lang="en" sz="1600" b="1">
                <a:solidFill>
                  <a:schemeClr val="dk1"/>
                </a:solidFill>
                <a:latin typeface="Barlow"/>
                <a:ea typeface="Barlow"/>
                <a:cs typeface="Barlow"/>
                <a:sym typeface="Barlow"/>
              </a:rPr>
              <a:t>                        Individual employee</a:t>
            </a:r>
            <a:endParaRPr sz="1600" b="1">
              <a:solidFill>
                <a:schemeClr val="dk1"/>
              </a:solidFill>
              <a:latin typeface="Barlow"/>
              <a:ea typeface="Barlow"/>
              <a:cs typeface="Barlow"/>
              <a:sym typeface="Barlow"/>
            </a:endParaRPr>
          </a:p>
        </p:txBody>
      </p:sp>
      <p:sp>
        <p:nvSpPr>
          <p:cNvPr id="27023" name="Google Shape;27023;p50"/>
          <p:cNvSpPr txBox="1"/>
          <p:nvPr/>
        </p:nvSpPr>
        <p:spPr>
          <a:xfrm>
            <a:off x="523950" y="2923323"/>
            <a:ext cx="3895800" cy="208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b="1">
                <a:solidFill>
                  <a:srgbClr val="191919"/>
                </a:solidFill>
                <a:latin typeface="Barlow"/>
                <a:ea typeface="Barlow"/>
                <a:cs typeface="Barlow"/>
                <a:sym typeface="Barlow"/>
              </a:rPr>
              <a:t>  Scope:</a:t>
            </a:r>
            <a:endParaRPr sz="1600" b="1">
              <a:solidFill>
                <a:srgbClr val="191919"/>
              </a:solidFill>
              <a:latin typeface="Barlow"/>
              <a:ea typeface="Barlow"/>
              <a:cs typeface="Barlow"/>
              <a:sym typeface="Barlow"/>
            </a:endParaRPr>
          </a:p>
          <a:p>
            <a:pPr marL="457200" lvl="0" indent="-330200" algn="l" rtl="0">
              <a:spcBef>
                <a:spcPts val="0"/>
              </a:spcBef>
              <a:spcAft>
                <a:spcPts val="0"/>
              </a:spcAft>
              <a:buSzPts val="1600"/>
              <a:buFont typeface="Barlow"/>
              <a:buChar char="●"/>
            </a:pPr>
            <a:r>
              <a:rPr lang="en" sz="1600">
                <a:solidFill>
                  <a:schemeClr val="dk1"/>
                </a:solidFill>
                <a:latin typeface="Barlow"/>
                <a:ea typeface="Barlow"/>
                <a:cs typeface="Barlow"/>
                <a:sym typeface="Barlow"/>
              </a:rPr>
              <a:t>Data collected from </a:t>
            </a:r>
            <a:r>
              <a:rPr lang="en" sz="1600" b="1">
                <a:solidFill>
                  <a:schemeClr val="dk1"/>
                </a:solidFill>
                <a:latin typeface="Barlow"/>
                <a:ea typeface="Barlow"/>
                <a:cs typeface="Barlow"/>
                <a:sym typeface="Barlow"/>
              </a:rPr>
              <a:t>                          2022 to  2024</a:t>
            </a:r>
            <a:endParaRPr sz="1600" b="1">
              <a:solidFill>
                <a:schemeClr val="dk1"/>
              </a:solidFill>
              <a:latin typeface="Barlow"/>
              <a:ea typeface="Barlow"/>
              <a:cs typeface="Barlow"/>
              <a:sym typeface="Barlow"/>
            </a:endParaRPr>
          </a:p>
          <a:p>
            <a:pPr marL="457200" lvl="0" indent="-330200" algn="l" rtl="0">
              <a:spcBef>
                <a:spcPts val="0"/>
              </a:spcBef>
              <a:spcAft>
                <a:spcPts val="0"/>
              </a:spcAft>
              <a:buClr>
                <a:schemeClr val="dk1"/>
              </a:buClr>
              <a:buSzPts val="1600"/>
              <a:buFont typeface="Barlow"/>
              <a:buChar char="●"/>
            </a:pPr>
            <a:r>
              <a:rPr lang="en" sz="1600">
                <a:solidFill>
                  <a:schemeClr val="dk1"/>
                </a:solidFill>
                <a:latin typeface="Barlow"/>
                <a:ea typeface="Barlow"/>
                <a:cs typeface="Barlow"/>
                <a:sym typeface="Barlow"/>
              </a:rPr>
              <a:t>Focuses on </a:t>
            </a:r>
            <a:r>
              <a:rPr lang="en" sz="1600" b="1">
                <a:solidFill>
                  <a:schemeClr val="dk1"/>
                </a:solidFill>
                <a:latin typeface="Barlow"/>
                <a:ea typeface="Barlow"/>
                <a:cs typeface="Barlow"/>
                <a:sym typeface="Barlow"/>
              </a:rPr>
              <a:t>employee-level retention status</a:t>
            </a:r>
            <a:endParaRPr sz="1600" b="1">
              <a:solidFill>
                <a:schemeClr val="dk1"/>
              </a:solidFill>
              <a:latin typeface="Barlow"/>
              <a:ea typeface="Barlow"/>
              <a:cs typeface="Barlow"/>
              <a:sym typeface="Barlow"/>
            </a:endParaRPr>
          </a:p>
          <a:p>
            <a:pPr marL="457200" lvl="0" indent="-330200" algn="l" rtl="0">
              <a:spcBef>
                <a:spcPts val="0"/>
              </a:spcBef>
              <a:spcAft>
                <a:spcPts val="0"/>
              </a:spcAft>
              <a:buClr>
                <a:schemeClr val="dk1"/>
              </a:buClr>
              <a:buSzPts val="1600"/>
              <a:buFont typeface="Barlow"/>
              <a:buChar char="●"/>
            </a:pPr>
            <a:r>
              <a:rPr lang="en" sz="1600">
                <a:solidFill>
                  <a:schemeClr val="dk1"/>
                </a:solidFill>
                <a:latin typeface="Barlow"/>
                <a:ea typeface="Barlow"/>
                <a:cs typeface="Barlow"/>
                <a:sym typeface="Barlow"/>
              </a:rPr>
              <a:t>Includes </a:t>
            </a:r>
            <a:r>
              <a:rPr lang="en" sz="1600" b="1">
                <a:solidFill>
                  <a:schemeClr val="dk1"/>
                </a:solidFill>
                <a:latin typeface="Barlow"/>
                <a:ea typeface="Barlow"/>
                <a:cs typeface="Barlow"/>
                <a:sym typeface="Barlow"/>
              </a:rPr>
              <a:t>demographics, job data, and performance metrics</a:t>
            </a:r>
            <a:endParaRPr sz="1600" b="1">
              <a:solidFill>
                <a:schemeClr val="dk1"/>
              </a:solidFill>
              <a:latin typeface="Barlow"/>
              <a:ea typeface="Barlow"/>
              <a:cs typeface="Barlow"/>
              <a:sym typeface="Barlow"/>
            </a:endParaRPr>
          </a:p>
          <a:p>
            <a:pPr marL="0" lvl="0" indent="0" algn="l" rtl="0">
              <a:spcBef>
                <a:spcPts val="0"/>
              </a:spcBef>
              <a:spcAft>
                <a:spcPts val="0"/>
              </a:spcAft>
              <a:buNone/>
            </a:pPr>
            <a:endParaRPr sz="1600">
              <a:solidFill>
                <a:schemeClr val="dk1"/>
              </a:solidFill>
              <a:latin typeface="Barlow"/>
              <a:ea typeface="Barlow"/>
              <a:cs typeface="Barlow"/>
              <a:sym typeface="Barlow"/>
            </a:endParaRPr>
          </a:p>
        </p:txBody>
      </p:sp>
      <p:sp>
        <p:nvSpPr>
          <p:cNvPr id="27024" name="Google Shape;27024;p50"/>
          <p:cNvSpPr txBox="1"/>
          <p:nvPr/>
        </p:nvSpPr>
        <p:spPr>
          <a:xfrm>
            <a:off x="614400" y="945313"/>
            <a:ext cx="3714900" cy="1843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b="1">
                <a:solidFill>
                  <a:srgbClr val="191919"/>
                </a:solidFill>
                <a:latin typeface="Barlow"/>
                <a:ea typeface="Barlow"/>
                <a:cs typeface="Barlow"/>
                <a:sym typeface="Barlow"/>
              </a:rPr>
              <a:t>Numerical Variables</a:t>
            </a:r>
            <a:endParaRPr sz="1500" b="1">
              <a:solidFill>
                <a:srgbClr val="191919"/>
              </a:solidFill>
              <a:latin typeface="Barlow"/>
              <a:ea typeface="Barlow"/>
              <a:cs typeface="Barlow"/>
              <a:sym typeface="Barlow"/>
            </a:endParaRPr>
          </a:p>
          <a:p>
            <a:pPr marL="457200" lvl="0" indent="-323850" algn="l" rtl="0">
              <a:spcBef>
                <a:spcPts val="0"/>
              </a:spcBef>
              <a:spcAft>
                <a:spcPts val="0"/>
              </a:spcAft>
              <a:buClr>
                <a:schemeClr val="dk1"/>
              </a:buClr>
              <a:buSzPts val="1500"/>
              <a:buFont typeface="Barlow"/>
              <a:buChar char="●"/>
            </a:pPr>
            <a:r>
              <a:rPr lang="en" sz="1500">
                <a:solidFill>
                  <a:schemeClr val="dk1"/>
                </a:solidFill>
                <a:latin typeface="Barlow"/>
                <a:ea typeface="Barlow"/>
                <a:cs typeface="Barlow"/>
                <a:sym typeface="Barlow"/>
              </a:rPr>
              <a:t>Age; Salary; Performance_Score; Training_Hours; Job_Satisfaction;</a:t>
            </a:r>
            <a:endParaRPr sz="1500">
              <a:solidFill>
                <a:schemeClr val="dk1"/>
              </a:solidFill>
              <a:latin typeface="Barlow"/>
              <a:ea typeface="Barlow"/>
              <a:cs typeface="Barlow"/>
              <a:sym typeface="Barlow"/>
            </a:endParaRPr>
          </a:p>
          <a:p>
            <a:pPr marL="0" lvl="0" indent="457200" algn="l" rtl="0">
              <a:spcBef>
                <a:spcPts val="0"/>
              </a:spcBef>
              <a:spcAft>
                <a:spcPts val="0"/>
              </a:spcAft>
              <a:buNone/>
            </a:pPr>
            <a:r>
              <a:rPr lang="en" sz="1500">
                <a:solidFill>
                  <a:schemeClr val="dk1"/>
                </a:solidFill>
                <a:latin typeface="Barlow"/>
                <a:ea typeface="Barlow"/>
                <a:cs typeface="Barlow"/>
                <a:sym typeface="Barlow"/>
              </a:rPr>
              <a:t>Years_at_Company</a:t>
            </a:r>
            <a:endParaRPr sz="1500">
              <a:solidFill>
                <a:schemeClr val="dk1"/>
              </a:solidFill>
              <a:latin typeface="Barlow"/>
              <a:ea typeface="Barlow"/>
              <a:cs typeface="Barlow"/>
              <a:sym typeface="Barlow"/>
            </a:endParaRPr>
          </a:p>
          <a:p>
            <a:pPr marL="0" lvl="0" indent="0" algn="l" rtl="0">
              <a:spcBef>
                <a:spcPts val="0"/>
              </a:spcBef>
              <a:spcAft>
                <a:spcPts val="0"/>
              </a:spcAft>
              <a:buNone/>
            </a:pPr>
            <a:r>
              <a:rPr lang="en" sz="1500" b="1">
                <a:solidFill>
                  <a:srgbClr val="191919"/>
                </a:solidFill>
                <a:latin typeface="Barlow"/>
                <a:ea typeface="Barlow"/>
                <a:cs typeface="Barlow"/>
                <a:sym typeface="Barlow"/>
              </a:rPr>
              <a:t>Categorical Variables</a:t>
            </a:r>
            <a:endParaRPr sz="1500" b="1">
              <a:solidFill>
                <a:srgbClr val="191919"/>
              </a:solidFill>
              <a:latin typeface="Barlow"/>
              <a:ea typeface="Barlow"/>
              <a:cs typeface="Barlow"/>
              <a:sym typeface="Barlow"/>
            </a:endParaRPr>
          </a:p>
          <a:p>
            <a:pPr marL="457200" lvl="0" indent="-323850" algn="l" rtl="0">
              <a:spcBef>
                <a:spcPts val="0"/>
              </a:spcBef>
              <a:spcAft>
                <a:spcPts val="0"/>
              </a:spcAft>
              <a:buClr>
                <a:schemeClr val="dk1"/>
              </a:buClr>
              <a:buSzPts val="1500"/>
              <a:buFont typeface="Barlow"/>
              <a:buChar char="●"/>
            </a:pPr>
            <a:r>
              <a:rPr lang="en" sz="1500">
                <a:solidFill>
                  <a:schemeClr val="dk1"/>
                </a:solidFill>
                <a:latin typeface="Barlow"/>
                <a:ea typeface="Barlow"/>
                <a:cs typeface="Barlow"/>
                <a:sym typeface="Barlow"/>
              </a:rPr>
              <a:t>Gender; Benefit-Package;</a:t>
            </a:r>
            <a:endParaRPr sz="1500">
              <a:solidFill>
                <a:schemeClr val="dk1"/>
              </a:solidFill>
              <a:latin typeface="Barlow"/>
              <a:ea typeface="Barlow"/>
              <a:cs typeface="Barlow"/>
              <a:sym typeface="Barlow"/>
            </a:endParaRPr>
          </a:p>
          <a:p>
            <a:pPr marL="0" lvl="0" indent="0" algn="l" rtl="0">
              <a:spcBef>
                <a:spcPts val="0"/>
              </a:spcBef>
              <a:spcAft>
                <a:spcPts val="0"/>
              </a:spcAft>
              <a:buNone/>
            </a:pPr>
            <a:r>
              <a:rPr lang="en" sz="1500">
                <a:solidFill>
                  <a:schemeClr val="dk1"/>
                </a:solidFill>
                <a:latin typeface="Barlow"/>
                <a:ea typeface="Barlow"/>
                <a:cs typeface="Barlow"/>
                <a:sym typeface="Barlow"/>
              </a:rPr>
              <a:t>Education; Year; Department, </a:t>
            </a:r>
            <a:endParaRPr sz="1500">
              <a:solidFill>
                <a:schemeClr val="dk1"/>
              </a:solidFill>
              <a:latin typeface="Barlow"/>
              <a:ea typeface="Barlow"/>
              <a:cs typeface="Barlow"/>
              <a:sym typeface="Barlow"/>
            </a:endParaRPr>
          </a:p>
          <a:p>
            <a:pPr marL="0" lvl="0" indent="0" algn="l" rtl="0">
              <a:spcBef>
                <a:spcPts val="0"/>
              </a:spcBef>
              <a:spcAft>
                <a:spcPts val="0"/>
              </a:spcAft>
              <a:buNone/>
            </a:pPr>
            <a:r>
              <a:rPr lang="en" sz="1500">
                <a:solidFill>
                  <a:schemeClr val="dk1"/>
                </a:solidFill>
                <a:latin typeface="Barlow"/>
                <a:ea typeface="Barlow"/>
                <a:cs typeface="Barlow"/>
                <a:sym typeface="Barlow"/>
              </a:rPr>
              <a:t>Employee_ID, Retention_Status</a:t>
            </a:r>
            <a:endParaRPr sz="1500">
              <a:solidFill>
                <a:schemeClr val="dk1"/>
              </a:solidFill>
              <a:latin typeface="Barlow"/>
              <a:ea typeface="Barlow"/>
              <a:cs typeface="Barlow"/>
              <a:sym typeface="Barlow"/>
            </a:endParaRPr>
          </a:p>
          <a:p>
            <a:pPr marL="457200" lvl="0" indent="0" algn="l" rtl="0">
              <a:spcBef>
                <a:spcPts val="0"/>
              </a:spcBef>
              <a:spcAft>
                <a:spcPts val="0"/>
              </a:spcAft>
              <a:buNone/>
            </a:pPr>
            <a:r>
              <a:rPr lang="en">
                <a:solidFill>
                  <a:schemeClr val="dk1"/>
                </a:solidFill>
                <a:latin typeface="Barlow"/>
                <a:ea typeface="Barlow"/>
                <a:cs typeface="Barlow"/>
                <a:sym typeface="Barlow"/>
              </a:rPr>
              <a:t>	</a:t>
            </a:r>
            <a:endParaRPr>
              <a:solidFill>
                <a:schemeClr val="dk1"/>
              </a:solidFill>
              <a:latin typeface="Barlow"/>
              <a:ea typeface="Barlow"/>
              <a:cs typeface="Barlow"/>
              <a:sym typeface="Barlow"/>
            </a:endParaRPr>
          </a:p>
        </p:txBody>
      </p:sp>
      <p:sp>
        <p:nvSpPr>
          <p:cNvPr id="27025" name="Google Shape;27025;p50"/>
          <p:cNvSpPr/>
          <p:nvPr/>
        </p:nvSpPr>
        <p:spPr>
          <a:xfrm>
            <a:off x="3342100" y="1722825"/>
            <a:ext cx="2398500" cy="2404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026" name="Google Shape;27026;p50"/>
          <p:cNvSpPr txBox="1"/>
          <p:nvPr/>
        </p:nvSpPr>
        <p:spPr>
          <a:xfrm>
            <a:off x="3515050" y="2301375"/>
            <a:ext cx="2052600" cy="124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rgbClr val="191919"/>
                </a:solidFill>
                <a:latin typeface="Barlow"/>
                <a:ea typeface="Barlow"/>
                <a:cs typeface="Barlow"/>
                <a:sym typeface="Barlow"/>
              </a:rPr>
              <a:t>Employee Retention and Gender Discrimination     Analysis</a:t>
            </a:r>
            <a:endParaRPr sz="1600" b="1">
              <a:solidFill>
                <a:srgbClr val="191919"/>
              </a:solidFill>
              <a:latin typeface="Barlow"/>
              <a:ea typeface="Barlow"/>
              <a:cs typeface="Barlow"/>
              <a:sym typeface="Barlow"/>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7030"/>
        <p:cNvGrpSpPr/>
        <p:nvPr/>
      </p:nvGrpSpPr>
      <p:grpSpPr>
        <a:xfrm>
          <a:off x="0" y="0"/>
          <a:ext cx="0" cy="0"/>
          <a:chOff x="0" y="0"/>
          <a:chExt cx="0" cy="0"/>
        </a:xfrm>
      </p:grpSpPr>
      <p:sp>
        <p:nvSpPr>
          <p:cNvPr id="27031" name="Google Shape;27031;p51"/>
          <p:cNvSpPr txBox="1">
            <a:spLocks noGrp="1"/>
          </p:cNvSpPr>
          <p:nvPr>
            <p:ph type="title"/>
          </p:nvPr>
        </p:nvSpPr>
        <p:spPr>
          <a:xfrm>
            <a:off x="720100" y="3687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Descriptive Analysis</a:t>
            </a:r>
            <a:endParaRPr/>
          </a:p>
        </p:txBody>
      </p:sp>
      <p:sp>
        <p:nvSpPr>
          <p:cNvPr id="27032" name="Google Shape;27032;p51"/>
          <p:cNvSpPr txBox="1"/>
          <p:nvPr/>
        </p:nvSpPr>
        <p:spPr>
          <a:xfrm>
            <a:off x="966612" y="3483350"/>
            <a:ext cx="3433500" cy="1431600"/>
          </a:xfrm>
          <a:prstGeom prst="rect">
            <a:avLst/>
          </a:prstGeom>
          <a:noFill/>
          <a:ln>
            <a:noFill/>
          </a:ln>
        </p:spPr>
        <p:txBody>
          <a:bodyPr spcFirstLastPara="1" wrap="square" lIns="91425" tIns="91425" rIns="91425" bIns="91425" anchor="t" anchorCtr="0">
            <a:spAutoFit/>
          </a:bodyPr>
          <a:lstStyle/>
          <a:p>
            <a:pPr marL="457200" lvl="0" indent="-317500" algn="l" rtl="0">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Skewed </a:t>
            </a:r>
            <a:r>
              <a:rPr lang="en" b="1">
                <a:solidFill>
                  <a:schemeClr val="dk1"/>
                </a:solidFill>
                <a:latin typeface="Barlow"/>
                <a:ea typeface="Barlow"/>
                <a:cs typeface="Barlow"/>
                <a:sym typeface="Barlow"/>
              </a:rPr>
              <a:t>Right</a:t>
            </a:r>
            <a:endParaRPr b="1">
              <a:solidFill>
                <a:schemeClr val="dk1"/>
              </a:solidFill>
              <a:latin typeface="Barlow"/>
              <a:ea typeface="Barlow"/>
              <a:cs typeface="Barlow"/>
              <a:sym typeface="Barlow"/>
            </a:endParaRPr>
          </a:p>
          <a:p>
            <a:pPr marL="457200" lvl="0" indent="-317500" algn="l" rtl="0">
              <a:spcBef>
                <a:spcPts val="1000"/>
              </a:spcBef>
              <a:spcAft>
                <a:spcPts val="0"/>
              </a:spcAft>
              <a:buClr>
                <a:schemeClr val="dk1"/>
              </a:buClr>
              <a:buSzPts val="1400"/>
              <a:buFont typeface="Barlow"/>
              <a:buChar char="●"/>
            </a:pPr>
            <a:r>
              <a:rPr lang="en" b="1">
                <a:solidFill>
                  <a:schemeClr val="dk1"/>
                </a:solidFill>
                <a:latin typeface="Barlow"/>
                <a:ea typeface="Barlow"/>
                <a:cs typeface="Barlow"/>
                <a:sym typeface="Barlow"/>
              </a:rPr>
              <a:t>No Outliers</a:t>
            </a:r>
            <a:endParaRPr b="1">
              <a:solidFill>
                <a:schemeClr val="dk1"/>
              </a:solidFill>
              <a:latin typeface="Barlow"/>
              <a:ea typeface="Barlow"/>
              <a:cs typeface="Barlow"/>
              <a:sym typeface="Barlow"/>
            </a:endParaRPr>
          </a:p>
          <a:p>
            <a:pPr marL="457200" lvl="0" indent="-317500" algn="l" rtl="0">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Mean of </a:t>
            </a:r>
            <a:r>
              <a:rPr lang="en" b="1">
                <a:solidFill>
                  <a:schemeClr val="dk1"/>
                </a:solidFill>
                <a:latin typeface="Barlow"/>
                <a:ea typeface="Barlow"/>
                <a:cs typeface="Barlow"/>
                <a:sym typeface="Barlow"/>
              </a:rPr>
              <a:t>4.42</a:t>
            </a:r>
            <a:r>
              <a:rPr lang="en">
                <a:solidFill>
                  <a:schemeClr val="dk1"/>
                </a:solidFill>
                <a:latin typeface="Barlow"/>
                <a:ea typeface="Barlow"/>
                <a:cs typeface="Barlow"/>
                <a:sym typeface="Barlow"/>
              </a:rPr>
              <a:t>, Median of </a:t>
            </a:r>
            <a:r>
              <a:rPr lang="en" b="1">
                <a:solidFill>
                  <a:schemeClr val="dk1"/>
                </a:solidFill>
                <a:latin typeface="Barlow"/>
                <a:ea typeface="Barlow"/>
                <a:cs typeface="Barlow"/>
                <a:sym typeface="Barlow"/>
              </a:rPr>
              <a:t>4.0</a:t>
            </a:r>
            <a:endParaRPr b="1">
              <a:solidFill>
                <a:schemeClr val="dk1"/>
              </a:solidFill>
              <a:latin typeface="Barlow"/>
              <a:ea typeface="Barlow"/>
              <a:cs typeface="Barlow"/>
              <a:sym typeface="Barlow"/>
            </a:endParaRPr>
          </a:p>
          <a:p>
            <a:pPr marL="457200" lvl="0" indent="-317500" algn="l" rtl="0">
              <a:spcBef>
                <a:spcPts val="1000"/>
              </a:spcBef>
              <a:spcAft>
                <a:spcPts val="1000"/>
              </a:spcAft>
              <a:buClr>
                <a:schemeClr val="dk1"/>
              </a:buClr>
              <a:buSzPts val="1400"/>
              <a:buFont typeface="Barlow"/>
              <a:buChar char="●"/>
            </a:pPr>
            <a:r>
              <a:rPr lang="en">
                <a:solidFill>
                  <a:schemeClr val="dk1"/>
                </a:solidFill>
                <a:latin typeface="Barlow"/>
                <a:ea typeface="Barlow"/>
                <a:cs typeface="Barlow"/>
                <a:sym typeface="Barlow"/>
              </a:rPr>
              <a:t>Spread of </a:t>
            </a:r>
            <a:r>
              <a:rPr lang="en" b="1">
                <a:solidFill>
                  <a:schemeClr val="dk1"/>
                </a:solidFill>
                <a:latin typeface="Barlow"/>
                <a:ea typeface="Barlow"/>
                <a:cs typeface="Barlow"/>
                <a:sym typeface="Barlow"/>
              </a:rPr>
              <a:t>9</a:t>
            </a:r>
            <a:r>
              <a:rPr lang="en">
                <a:solidFill>
                  <a:schemeClr val="dk1"/>
                </a:solidFill>
                <a:latin typeface="Barlow"/>
                <a:ea typeface="Barlow"/>
                <a:cs typeface="Barlow"/>
                <a:sym typeface="Barlow"/>
              </a:rPr>
              <a:t>  (1 - 10)</a:t>
            </a:r>
            <a:endParaRPr>
              <a:solidFill>
                <a:schemeClr val="dk1"/>
              </a:solidFill>
              <a:latin typeface="Barlow"/>
              <a:ea typeface="Barlow"/>
              <a:cs typeface="Barlow"/>
              <a:sym typeface="Barlow"/>
            </a:endParaRPr>
          </a:p>
        </p:txBody>
      </p:sp>
      <p:sp>
        <p:nvSpPr>
          <p:cNvPr id="27033" name="Google Shape;27033;p51"/>
          <p:cNvSpPr txBox="1"/>
          <p:nvPr/>
        </p:nvSpPr>
        <p:spPr>
          <a:xfrm>
            <a:off x="5111675" y="3483350"/>
            <a:ext cx="3433500" cy="1431600"/>
          </a:xfrm>
          <a:prstGeom prst="rect">
            <a:avLst/>
          </a:prstGeom>
          <a:noFill/>
          <a:ln>
            <a:noFill/>
          </a:ln>
        </p:spPr>
        <p:txBody>
          <a:bodyPr spcFirstLastPara="1" wrap="square" lIns="91425" tIns="91425" rIns="91425" bIns="91425" anchor="t" anchorCtr="0">
            <a:spAutoFit/>
          </a:bodyPr>
          <a:lstStyle/>
          <a:p>
            <a:pPr marL="457200" lvl="0" indent="-317500" algn="l" rtl="0">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Slightly Skewed </a:t>
            </a:r>
            <a:r>
              <a:rPr lang="en" b="1">
                <a:solidFill>
                  <a:schemeClr val="dk1"/>
                </a:solidFill>
                <a:latin typeface="Barlow"/>
                <a:ea typeface="Barlow"/>
                <a:cs typeface="Barlow"/>
                <a:sym typeface="Barlow"/>
              </a:rPr>
              <a:t>Left</a:t>
            </a:r>
            <a:endParaRPr b="1">
              <a:solidFill>
                <a:schemeClr val="dk1"/>
              </a:solidFill>
              <a:latin typeface="Barlow"/>
              <a:ea typeface="Barlow"/>
              <a:cs typeface="Barlow"/>
              <a:sym typeface="Barlow"/>
            </a:endParaRPr>
          </a:p>
          <a:p>
            <a:pPr marL="457200" lvl="0" indent="-317500" algn="l" rtl="0">
              <a:spcBef>
                <a:spcPts val="1000"/>
              </a:spcBef>
              <a:spcAft>
                <a:spcPts val="0"/>
              </a:spcAft>
              <a:buClr>
                <a:schemeClr val="dk1"/>
              </a:buClr>
              <a:buSzPts val="1400"/>
              <a:buFont typeface="Barlow"/>
              <a:buChar char="●"/>
            </a:pPr>
            <a:r>
              <a:rPr lang="en" b="1">
                <a:solidFill>
                  <a:schemeClr val="dk1"/>
                </a:solidFill>
                <a:latin typeface="Barlow"/>
                <a:ea typeface="Barlow"/>
                <a:cs typeface="Barlow"/>
                <a:sym typeface="Barlow"/>
              </a:rPr>
              <a:t>No Outliers</a:t>
            </a:r>
            <a:endParaRPr b="1">
              <a:solidFill>
                <a:schemeClr val="dk1"/>
              </a:solidFill>
              <a:latin typeface="Barlow"/>
              <a:ea typeface="Barlow"/>
              <a:cs typeface="Barlow"/>
              <a:sym typeface="Barlow"/>
            </a:endParaRPr>
          </a:p>
          <a:p>
            <a:pPr marL="457200" lvl="0" indent="-317500" algn="l" rtl="0">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Mean of </a:t>
            </a:r>
            <a:r>
              <a:rPr lang="en" b="1">
                <a:solidFill>
                  <a:schemeClr val="dk1"/>
                </a:solidFill>
                <a:latin typeface="Barlow"/>
                <a:ea typeface="Barlow"/>
                <a:cs typeface="Barlow"/>
                <a:sym typeface="Barlow"/>
              </a:rPr>
              <a:t>2.7</a:t>
            </a:r>
            <a:r>
              <a:rPr lang="en">
                <a:solidFill>
                  <a:schemeClr val="dk1"/>
                </a:solidFill>
                <a:latin typeface="Barlow"/>
                <a:ea typeface="Barlow"/>
                <a:cs typeface="Barlow"/>
                <a:sym typeface="Barlow"/>
              </a:rPr>
              <a:t>, Median of </a:t>
            </a:r>
            <a:r>
              <a:rPr lang="en" b="1">
                <a:solidFill>
                  <a:schemeClr val="dk1"/>
                </a:solidFill>
                <a:latin typeface="Barlow"/>
                <a:ea typeface="Barlow"/>
                <a:cs typeface="Barlow"/>
                <a:sym typeface="Barlow"/>
              </a:rPr>
              <a:t>3.0</a:t>
            </a:r>
            <a:endParaRPr b="1">
              <a:solidFill>
                <a:schemeClr val="dk1"/>
              </a:solidFill>
              <a:latin typeface="Barlow"/>
              <a:ea typeface="Barlow"/>
              <a:cs typeface="Barlow"/>
              <a:sym typeface="Barlow"/>
            </a:endParaRPr>
          </a:p>
          <a:p>
            <a:pPr marL="457200" lvl="0" indent="-317500" algn="l" rtl="0">
              <a:spcBef>
                <a:spcPts val="1000"/>
              </a:spcBef>
              <a:spcAft>
                <a:spcPts val="1000"/>
              </a:spcAft>
              <a:buClr>
                <a:schemeClr val="dk1"/>
              </a:buClr>
              <a:buSzPts val="1400"/>
              <a:buFont typeface="Barlow"/>
              <a:buChar char="●"/>
            </a:pPr>
            <a:r>
              <a:rPr lang="en">
                <a:solidFill>
                  <a:schemeClr val="dk1"/>
                </a:solidFill>
                <a:latin typeface="Barlow"/>
                <a:ea typeface="Barlow"/>
                <a:cs typeface="Barlow"/>
                <a:sym typeface="Barlow"/>
              </a:rPr>
              <a:t>Spread of </a:t>
            </a:r>
            <a:r>
              <a:rPr lang="en" b="1">
                <a:solidFill>
                  <a:schemeClr val="dk1"/>
                </a:solidFill>
                <a:latin typeface="Barlow"/>
                <a:ea typeface="Barlow"/>
                <a:cs typeface="Barlow"/>
                <a:sym typeface="Barlow"/>
              </a:rPr>
              <a:t>4</a:t>
            </a:r>
            <a:r>
              <a:rPr lang="en">
                <a:solidFill>
                  <a:schemeClr val="dk1"/>
                </a:solidFill>
                <a:latin typeface="Barlow"/>
                <a:ea typeface="Barlow"/>
                <a:cs typeface="Barlow"/>
                <a:sym typeface="Barlow"/>
              </a:rPr>
              <a:t>  (1 - 5)</a:t>
            </a:r>
            <a:endParaRPr>
              <a:solidFill>
                <a:schemeClr val="dk1"/>
              </a:solidFill>
              <a:latin typeface="Barlow"/>
              <a:ea typeface="Barlow"/>
              <a:cs typeface="Barlow"/>
              <a:sym typeface="Barlow"/>
            </a:endParaRPr>
          </a:p>
        </p:txBody>
      </p:sp>
      <p:pic>
        <p:nvPicPr>
          <p:cNvPr id="27034" name="Google Shape;27034;p51"/>
          <p:cNvPicPr preferRelativeResize="0"/>
          <p:nvPr/>
        </p:nvPicPr>
        <p:blipFill>
          <a:blip r:embed="rId3">
            <a:alphaModFix/>
          </a:blip>
          <a:stretch>
            <a:fillRect/>
          </a:stretch>
        </p:blipFill>
        <p:spPr>
          <a:xfrm>
            <a:off x="914275" y="1042832"/>
            <a:ext cx="3192350" cy="2394256"/>
          </a:xfrm>
          <a:prstGeom prst="rect">
            <a:avLst/>
          </a:prstGeom>
          <a:noFill/>
          <a:ln>
            <a:noFill/>
          </a:ln>
        </p:spPr>
      </p:pic>
      <p:pic>
        <p:nvPicPr>
          <p:cNvPr id="27035" name="Google Shape;27035;p51"/>
          <p:cNvPicPr preferRelativeResize="0"/>
          <p:nvPr/>
        </p:nvPicPr>
        <p:blipFill>
          <a:blip r:embed="rId4">
            <a:alphaModFix/>
          </a:blip>
          <a:stretch>
            <a:fillRect/>
          </a:stretch>
        </p:blipFill>
        <p:spPr>
          <a:xfrm>
            <a:off x="5028475" y="1042825"/>
            <a:ext cx="3192350" cy="2394276"/>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7039"/>
        <p:cNvGrpSpPr/>
        <p:nvPr/>
      </p:nvGrpSpPr>
      <p:grpSpPr>
        <a:xfrm>
          <a:off x="0" y="0"/>
          <a:ext cx="0" cy="0"/>
          <a:chOff x="0" y="0"/>
          <a:chExt cx="0" cy="0"/>
        </a:xfrm>
      </p:grpSpPr>
      <p:sp>
        <p:nvSpPr>
          <p:cNvPr id="27040" name="Google Shape;27040;p52"/>
          <p:cNvSpPr txBox="1">
            <a:spLocks noGrp="1"/>
          </p:cNvSpPr>
          <p:nvPr>
            <p:ph type="title"/>
          </p:nvPr>
        </p:nvSpPr>
        <p:spPr>
          <a:xfrm>
            <a:off x="720000" y="1745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Job Satisfaction Between Employees Who Left or Stayed</a:t>
            </a:r>
            <a:endParaRPr/>
          </a:p>
        </p:txBody>
      </p:sp>
      <p:sp>
        <p:nvSpPr>
          <p:cNvPr id="27041" name="Google Shape;27041;p52"/>
          <p:cNvSpPr txBox="1"/>
          <p:nvPr/>
        </p:nvSpPr>
        <p:spPr>
          <a:xfrm>
            <a:off x="4551025" y="3650425"/>
            <a:ext cx="4303200" cy="831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1000"/>
              </a:spcAft>
              <a:buNone/>
            </a:pPr>
            <a:r>
              <a:rPr lang="en">
                <a:solidFill>
                  <a:schemeClr val="dk1"/>
                </a:solidFill>
                <a:latin typeface="Barlow"/>
                <a:ea typeface="Barlow"/>
                <a:cs typeface="Barlow"/>
                <a:sym typeface="Barlow"/>
              </a:rPr>
              <a:t>However, at the 95% confidence level, we find that the difference of job satisfaction between retention status is </a:t>
            </a:r>
            <a:r>
              <a:rPr lang="en" b="1">
                <a:solidFill>
                  <a:schemeClr val="dk1"/>
                </a:solidFill>
                <a:latin typeface="Barlow"/>
                <a:ea typeface="Barlow"/>
                <a:cs typeface="Barlow"/>
                <a:sym typeface="Barlow"/>
              </a:rPr>
              <a:t>not statistically significant</a:t>
            </a:r>
            <a:endParaRPr>
              <a:solidFill>
                <a:schemeClr val="dk1"/>
              </a:solidFill>
              <a:latin typeface="Barlow"/>
              <a:ea typeface="Barlow"/>
              <a:cs typeface="Barlow"/>
              <a:sym typeface="Barlow"/>
            </a:endParaRPr>
          </a:p>
        </p:txBody>
      </p:sp>
      <p:pic>
        <p:nvPicPr>
          <p:cNvPr id="27042" name="Google Shape;27042;p52"/>
          <p:cNvPicPr preferRelativeResize="0"/>
          <p:nvPr/>
        </p:nvPicPr>
        <p:blipFill>
          <a:blip r:embed="rId3">
            <a:alphaModFix/>
          </a:blip>
          <a:stretch>
            <a:fillRect/>
          </a:stretch>
        </p:blipFill>
        <p:spPr>
          <a:xfrm>
            <a:off x="178650" y="1397150"/>
            <a:ext cx="4418600" cy="3313950"/>
          </a:xfrm>
          <a:prstGeom prst="rect">
            <a:avLst/>
          </a:prstGeom>
          <a:noFill/>
          <a:ln>
            <a:noFill/>
          </a:ln>
        </p:spPr>
      </p:pic>
      <p:sp>
        <p:nvSpPr>
          <p:cNvPr id="27043" name="Google Shape;27043;p52"/>
          <p:cNvSpPr/>
          <p:nvPr/>
        </p:nvSpPr>
        <p:spPr>
          <a:xfrm rot="-2475">
            <a:off x="5244175" y="2070038"/>
            <a:ext cx="29169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a:t>
            </a:r>
            <a:r>
              <a:rPr lang="en" b="1">
                <a:latin typeface="Barlow"/>
                <a:ea typeface="Barlow"/>
                <a:cs typeface="Barlow"/>
                <a:sym typeface="Barlow"/>
              </a:rPr>
              <a:t>Left</a:t>
            </a:r>
            <a:r>
              <a:rPr lang="en">
                <a:latin typeface="Barlow"/>
                <a:ea typeface="Barlow"/>
                <a:cs typeface="Barlow"/>
                <a:sym typeface="Barlow"/>
              </a:rPr>
              <a:t> the Company        :    </a:t>
            </a:r>
            <a:r>
              <a:rPr lang="en" b="1">
                <a:latin typeface="Barlow"/>
                <a:ea typeface="Barlow"/>
                <a:cs typeface="Barlow"/>
                <a:sym typeface="Barlow"/>
              </a:rPr>
              <a:t>4.1</a:t>
            </a:r>
            <a:r>
              <a:rPr lang="en">
                <a:latin typeface="Barlow"/>
                <a:ea typeface="Barlow"/>
                <a:cs typeface="Barlow"/>
                <a:sym typeface="Barlow"/>
              </a:rPr>
              <a:t>/10</a:t>
            </a:r>
            <a:endParaRPr>
              <a:latin typeface="Barlow"/>
              <a:ea typeface="Barlow"/>
              <a:cs typeface="Barlow"/>
              <a:sym typeface="Barlow"/>
            </a:endParaRPr>
          </a:p>
        </p:txBody>
      </p:sp>
      <p:sp>
        <p:nvSpPr>
          <p:cNvPr id="27044" name="Google Shape;27044;p52"/>
          <p:cNvSpPr/>
          <p:nvPr/>
        </p:nvSpPr>
        <p:spPr>
          <a:xfrm rot="-2475">
            <a:off x="5244175" y="2528913"/>
            <a:ext cx="29169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a:t>
            </a:r>
            <a:r>
              <a:rPr lang="en" b="1">
                <a:latin typeface="Barlow"/>
                <a:ea typeface="Barlow"/>
                <a:cs typeface="Barlow"/>
                <a:sym typeface="Barlow"/>
              </a:rPr>
              <a:t>    Stayed</a:t>
            </a:r>
            <a:r>
              <a:rPr lang="en">
                <a:latin typeface="Barlow"/>
                <a:ea typeface="Barlow"/>
                <a:cs typeface="Barlow"/>
                <a:sym typeface="Barlow"/>
              </a:rPr>
              <a:t> at Company      :    </a:t>
            </a:r>
            <a:r>
              <a:rPr lang="en" b="1">
                <a:latin typeface="Barlow"/>
                <a:ea typeface="Barlow"/>
                <a:cs typeface="Barlow"/>
                <a:sym typeface="Barlow"/>
              </a:rPr>
              <a:t>4.6</a:t>
            </a:r>
            <a:r>
              <a:rPr lang="en">
                <a:latin typeface="Barlow"/>
                <a:ea typeface="Barlow"/>
                <a:cs typeface="Barlow"/>
                <a:sym typeface="Barlow"/>
              </a:rPr>
              <a:t>/10</a:t>
            </a:r>
            <a:endParaRPr>
              <a:latin typeface="Barlow"/>
              <a:ea typeface="Barlow"/>
              <a:cs typeface="Barlow"/>
              <a:sym typeface="Barlow"/>
            </a:endParaRPr>
          </a:p>
        </p:txBody>
      </p:sp>
      <p:sp>
        <p:nvSpPr>
          <p:cNvPr id="27045" name="Google Shape;27045;p52"/>
          <p:cNvSpPr/>
          <p:nvPr/>
        </p:nvSpPr>
        <p:spPr>
          <a:xfrm rot="-2475">
            <a:off x="5244175" y="2991388"/>
            <a:ext cx="29169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Job Satisfaction </a:t>
            </a:r>
            <a:r>
              <a:rPr lang="en" b="1">
                <a:latin typeface="Barlow"/>
                <a:ea typeface="Barlow"/>
                <a:cs typeface="Barlow"/>
                <a:sym typeface="Barlow"/>
              </a:rPr>
              <a:t>Difference</a:t>
            </a:r>
            <a:r>
              <a:rPr lang="en">
                <a:latin typeface="Barlow"/>
                <a:ea typeface="Barlow"/>
                <a:cs typeface="Barlow"/>
                <a:sym typeface="Barlow"/>
              </a:rPr>
              <a:t>  :  </a:t>
            </a:r>
            <a:r>
              <a:rPr lang="en" b="1">
                <a:latin typeface="Barlow"/>
                <a:ea typeface="Barlow"/>
                <a:cs typeface="Barlow"/>
                <a:sym typeface="Barlow"/>
              </a:rPr>
              <a:t>0.51</a:t>
            </a:r>
            <a:endParaRPr b="1">
              <a:latin typeface="Barlow"/>
              <a:ea typeface="Barlow"/>
              <a:cs typeface="Barlow"/>
              <a:sym typeface="Barlow"/>
            </a:endParaRPr>
          </a:p>
        </p:txBody>
      </p:sp>
      <p:sp>
        <p:nvSpPr>
          <p:cNvPr id="27046" name="Google Shape;27046;p52"/>
          <p:cNvSpPr txBox="1"/>
          <p:nvPr/>
        </p:nvSpPr>
        <p:spPr>
          <a:xfrm>
            <a:off x="4574125" y="1590938"/>
            <a:ext cx="42570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rlow Medium"/>
                <a:ea typeface="Barlow Medium"/>
                <a:cs typeface="Barlow Medium"/>
                <a:sym typeface="Barlow Medium"/>
              </a:rPr>
              <a:t>Average Job Satisfactions across Retention Status:</a:t>
            </a:r>
            <a:endParaRPr>
              <a:solidFill>
                <a:schemeClr val="dk1"/>
              </a:solidFill>
              <a:latin typeface="Barlow Medium"/>
              <a:ea typeface="Barlow Medium"/>
              <a:cs typeface="Barlow Medium"/>
              <a:sym typeface="Barlow Medium"/>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7050"/>
        <p:cNvGrpSpPr/>
        <p:nvPr/>
      </p:nvGrpSpPr>
      <p:grpSpPr>
        <a:xfrm>
          <a:off x="0" y="0"/>
          <a:ext cx="0" cy="0"/>
          <a:chOff x="0" y="0"/>
          <a:chExt cx="0" cy="0"/>
        </a:xfrm>
      </p:grpSpPr>
      <p:sp>
        <p:nvSpPr>
          <p:cNvPr id="27051" name="Google Shape;27051;p53"/>
          <p:cNvSpPr txBox="1">
            <a:spLocks noGrp="1"/>
          </p:cNvSpPr>
          <p:nvPr>
            <p:ph type="title"/>
          </p:nvPr>
        </p:nvSpPr>
        <p:spPr>
          <a:xfrm>
            <a:off x="720000" y="3332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Benefits Package Regressions</a:t>
            </a:r>
            <a:endParaRPr/>
          </a:p>
        </p:txBody>
      </p:sp>
      <p:pic>
        <p:nvPicPr>
          <p:cNvPr id="27052" name="Google Shape;27052;p53"/>
          <p:cNvPicPr preferRelativeResize="0"/>
          <p:nvPr/>
        </p:nvPicPr>
        <p:blipFill>
          <a:blip r:embed="rId3">
            <a:alphaModFix/>
          </a:blip>
          <a:stretch>
            <a:fillRect/>
          </a:stretch>
        </p:blipFill>
        <p:spPr>
          <a:xfrm>
            <a:off x="745146" y="863625"/>
            <a:ext cx="3133842" cy="2350375"/>
          </a:xfrm>
          <a:prstGeom prst="rect">
            <a:avLst/>
          </a:prstGeom>
          <a:noFill/>
          <a:ln>
            <a:noFill/>
          </a:ln>
        </p:spPr>
      </p:pic>
      <p:pic>
        <p:nvPicPr>
          <p:cNvPr id="27053" name="Google Shape;27053;p53"/>
          <p:cNvPicPr preferRelativeResize="0"/>
          <p:nvPr/>
        </p:nvPicPr>
        <p:blipFill>
          <a:blip r:embed="rId4">
            <a:alphaModFix/>
          </a:blip>
          <a:stretch>
            <a:fillRect/>
          </a:stretch>
        </p:blipFill>
        <p:spPr>
          <a:xfrm>
            <a:off x="5371563" y="909213"/>
            <a:ext cx="3012242" cy="2259200"/>
          </a:xfrm>
          <a:prstGeom prst="rect">
            <a:avLst/>
          </a:prstGeom>
          <a:noFill/>
          <a:ln>
            <a:noFill/>
          </a:ln>
        </p:spPr>
      </p:pic>
      <p:sp>
        <p:nvSpPr>
          <p:cNvPr id="27054" name="Google Shape;27054;p53"/>
          <p:cNvSpPr txBox="1"/>
          <p:nvPr/>
        </p:nvSpPr>
        <p:spPr>
          <a:xfrm>
            <a:off x="522113" y="3178725"/>
            <a:ext cx="35799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rlow Medium"/>
                <a:ea typeface="Barlow Medium"/>
                <a:cs typeface="Barlow Medium"/>
                <a:sym typeface="Barlow Medium"/>
              </a:rPr>
              <a:t>Average Job Satisfactions across Benefits:</a:t>
            </a:r>
            <a:endParaRPr>
              <a:solidFill>
                <a:schemeClr val="dk1"/>
              </a:solidFill>
              <a:latin typeface="Barlow Medium"/>
              <a:ea typeface="Barlow Medium"/>
              <a:cs typeface="Barlow Medium"/>
              <a:sym typeface="Barlow Medium"/>
            </a:endParaRPr>
          </a:p>
        </p:txBody>
      </p:sp>
      <p:sp>
        <p:nvSpPr>
          <p:cNvPr id="27055" name="Google Shape;27055;p53"/>
          <p:cNvSpPr/>
          <p:nvPr/>
        </p:nvSpPr>
        <p:spPr>
          <a:xfrm rot="-2883">
            <a:off x="745140" y="3600632"/>
            <a:ext cx="17886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Premium :  </a:t>
            </a:r>
            <a:r>
              <a:rPr lang="en" b="1">
                <a:latin typeface="Barlow"/>
                <a:ea typeface="Barlow"/>
                <a:cs typeface="Barlow"/>
                <a:sym typeface="Barlow"/>
              </a:rPr>
              <a:t>5.4</a:t>
            </a:r>
            <a:r>
              <a:rPr lang="en">
                <a:latin typeface="Barlow"/>
                <a:ea typeface="Barlow"/>
                <a:cs typeface="Barlow"/>
                <a:sym typeface="Barlow"/>
              </a:rPr>
              <a:t>/10</a:t>
            </a:r>
            <a:endParaRPr>
              <a:latin typeface="Barlow"/>
              <a:ea typeface="Barlow"/>
              <a:cs typeface="Barlow"/>
              <a:sym typeface="Barlow"/>
            </a:endParaRPr>
          </a:p>
        </p:txBody>
      </p:sp>
      <p:sp>
        <p:nvSpPr>
          <p:cNvPr id="27056" name="Google Shape;27056;p53"/>
          <p:cNvSpPr/>
          <p:nvPr/>
        </p:nvSpPr>
        <p:spPr>
          <a:xfrm rot="-2883">
            <a:off x="745140" y="4059507"/>
            <a:ext cx="17886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Standard :  </a:t>
            </a:r>
            <a:r>
              <a:rPr lang="en" b="1">
                <a:latin typeface="Barlow"/>
                <a:ea typeface="Barlow"/>
                <a:cs typeface="Barlow"/>
                <a:sym typeface="Barlow"/>
              </a:rPr>
              <a:t>3.5</a:t>
            </a:r>
            <a:r>
              <a:rPr lang="en">
                <a:latin typeface="Barlow"/>
                <a:ea typeface="Barlow"/>
                <a:cs typeface="Barlow"/>
                <a:sym typeface="Barlow"/>
              </a:rPr>
              <a:t>/10</a:t>
            </a:r>
            <a:endParaRPr>
              <a:latin typeface="Barlow"/>
              <a:ea typeface="Barlow"/>
              <a:cs typeface="Barlow"/>
              <a:sym typeface="Barlow"/>
            </a:endParaRPr>
          </a:p>
        </p:txBody>
      </p:sp>
      <p:sp>
        <p:nvSpPr>
          <p:cNvPr id="27057" name="Google Shape;27057;p53"/>
          <p:cNvSpPr/>
          <p:nvPr/>
        </p:nvSpPr>
        <p:spPr>
          <a:xfrm rot="-2883">
            <a:off x="745140" y="4521966"/>
            <a:ext cx="17886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a:latin typeface="Barlow"/>
                <a:ea typeface="Barlow"/>
                <a:cs typeface="Barlow"/>
                <a:sym typeface="Barlow"/>
              </a:rPr>
              <a:t>    </a:t>
            </a:r>
            <a:r>
              <a:rPr lang="en">
                <a:latin typeface="Barlow"/>
                <a:ea typeface="Barlow"/>
                <a:cs typeface="Barlow"/>
                <a:sym typeface="Barlow"/>
              </a:rPr>
              <a:t>Basic</a:t>
            </a:r>
            <a:r>
              <a:rPr lang="en" b="1">
                <a:latin typeface="Barlow"/>
                <a:ea typeface="Barlow"/>
                <a:cs typeface="Barlow"/>
                <a:sym typeface="Barlow"/>
              </a:rPr>
              <a:t> </a:t>
            </a:r>
            <a:r>
              <a:rPr lang="en">
                <a:latin typeface="Barlow"/>
                <a:ea typeface="Barlow"/>
                <a:cs typeface="Barlow"/>
                <a:sym typeface="Barlow"/>
              </a:rPr>
              <a:t>    :  </a:t>
            </a:r>
            <a:r>
              <a:rPr lang="en" b="1">
                <a:latin typeface="Barlow"/>
                <a:ea typeface="Barlow"/>
                <a:cs typeface="Barlow"/>
                <a:sym typeface="Barlow"/>
              </a:rPr>
              <a:t>3.2</a:t>
            </a:r>
            <a:r>
              <a:rPr lang="en">
                <a:latin typeface="Barlow"/>
                <a:ea typeface="Barlow"/>
                <a:cs typeface="Barlow"/>
                <a:sym typeface="Barlow"/>
              </a:rPr>
              <a:t>/10</a:t>
            </a:r>
            <a:endParaRPr>
              <a:latin typeface="Barlow"/>
              <a:ea typeface="Barlow"/>
              <a:cs typeface="Barlow"/>
              <a:sym typeface="Barlow"/>
            </a:endParaRPr>
          </a:p>
        </p:txBody>
      </p:sp>
      <p:sp>
        <p:nvSpPr>
          <p:cNvPr id="27058" name="Google Shape;27058;p53"/>
          <p:cNvSpPr/>
          <p:nvPr/>
        </p:nvSpPr>
        <p:spPr>
          <a:xfrm rot="-2883">
            <a:off x="5224750" y="3603993"/>
            <a:ext cx="17886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Premium :  </a:t>
            </a:r>
            <a:r>
              <a:rPr lang="en" b="1">
                <a:latin typeface="Barlow"/>
                <a:ea typeface="Barlow"/>
                <a:cs typeface="Barlow"/>
                <a:sym typeface="Barlow"/>
              </a:rPr>
              <a:t>67%</a:t>
            </a:r>
            <a:endParaRPr b="1">
              <a:latin typeface="Barlow"/>
              <a:ea typeface="Barlow"/>
              <a:cs typeface="Barlow"/>
              <a:sym typeface="Barlow"/>
            </a:endParaRPr>
          </a:p>
        </p:txBody>
      </p:sp>
      <p:sp>
        <p:nvSpPr>
          <p:cNvPr id="27059" name="Google Shape;27059;p53"/>
          <p:cNvSpPr/>
          <p:nvPr/>
        </p:nvSpPr>
        <p:spPr>
          <a:xfrm rot="-2883">
            <a:off x="5224750" y="4062868"/>
            <a:ext cx="17886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Standard :  </a:t>
            </a:r>
            <a:r>
              <a:rPr lang="en" b="1">
                <a:latin typeface="Barlow"/>
                <a:ea typeface="Barlow"/>
                <a:cs typeface="Barlow"/>
                <a:sym typeface="Barlow"/>
              </a:rPr>
              <a:t>52%</a:t>
            </a:r>
            <a:endParaRPr b="1">
              <a:latin typeface="Barlow"/>
              <a:ea typeface="Barlow"/>
              <a:cs typeface="Barlow"/>
              <a:sym typeface="Barlow"/>
            </a:endParaRPr>
          </a:p>
        </p:txBody>
      </p:sp>
      <p:sp>
        <p:nvSpPr>
          <p:cNvPr id="27060" name="Google Shape;27060;p53"/>
          <p:cNvSpPr/>
          <p:nvPr/>
        </p:nvSpPr>
        <p:spPr>
          <a:xfrm rot="-2883">
            <a:off x="5224750" y="4525335"/>
            <a:ext cx="17886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Basic     :  </a:t>
            </a:r>
            <a:r>
              <a:rPr lang="en" b="1">
                <a:latin typeface="Barlow"/>
                <a:ea typeface="Barlow"/>
                <a:cs typeface="Barlow"/>
                <a:sym typeface="Barlow"/>
              </a:rPr>
              <a:t>63%</a:t>
            </a:r>
            <a:endParaRPr b="1">
              <a:latin typeface="Barlow"/>
              <a:ea typeface="Barlow"/>
              <a:cs typeface="Barlow"/>
              <a:sym typeface="Barlow"/>
            </a:endParaRPr>
          </a:p>
        </p:txBody>
      </p:sp>
      <p:sp>
        <p:nvSpPr>
          <p:cNvPr id="27061" name="Google Shape;27061;p53"/>
          <p:cNvSpPr txBox="1"/>
          <p:nvPr/>
        </p:nvSpPr>
        <p:spPr>
          <a:xfrm>
            <a:off x="5133488" y="3178725"/>
            <a:ext cx="3488400" cy="34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rlow Medium"/>
                <a:ea typeface="Barlow Medium"/>
                <a:cs typeface="Barlow Medium"/>
                <a:sym typeface="Barlow Medium"/>
              </a:rPr>
              <a:t>Average Retention Status across Benefits:</a:t>
            </a:r>
            <a:endParaRPr>
              <a:solidFill>
                <a:schemeClr val="dk1"/>
              </a:solidFill>
              <a:latin typeface="Barlow Medium"/>
              <a:ea typeface="Barlow Medium"/>
              <a:cs typeface="Barlow Medium"/>
              <a:sym typeface="Barlow Medium"/>
            </a:endParaRPr>
          </a:p>
        </p:txBody>
      </p:sp>
      <p:sp>
        <p:nvSpPr>
          <p:cNvPr id="27062" name="Google Shape;27062;p53"/>
          <p:cNvSpPr/>
          <p:nvPr/>
        </p:nvSpPr>
        <p:spPr>
          <a:xfrm rot="-2253">
            <a:off x="7157512" y="3599432"/>
            <a:ext cx="1373100" cy="1384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latin typeface="Barlow"/>
                <a:ea typeface="Barlow"/>
                <a:cs typeface="Barlow"/>
                <a:sym typeface="Barlow"/>
              </a:rPr>
              <a:t>No</a:t>
            </a:r>
            <a:r>
              <a:rPr lang="en">
                <a:latin typeface="Barlow"/>
                <a:ea typeface="Barlow"/>
                <a:cs typeface="Barlow"/>
                <a:sym typeface="Barlow"/>
              </a:rPr>
              <a:t> Statistical Significance</a:t>
            </a:r>
            <a:endParaRPr>
              <a:latin typeface="Barlow"/>
              <a:ea typeface="Barlow"/>
              <a:cs typeface="Barlow"/>
              <a:sym typeface="Barlow"/>
            </a:endParaRPr>
          </a:p>
        </p:txBody>
      </p:sp>
      <p:sp>
        <p:nvSpPr>
          <p:cNvPr id="27063" name="Google Shape;27063;p53"/>
          <p:cNvSpPr/>
          <p:nvPr/>
        </p:nvSpPr>
        <p:spPr>
          <a:xfrm rot="-2253">
            <a:off x="2687012" y="3601732"/>
            <a:ext cx="1373100" cy="1384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Statistical Significance</a:t>
            </a:r>
            <a:endParaRPr>
              <a:latin typeface="Barlow"/>
              <a:ea typeface="Barlow"/>
              <a:cs typeface="Barlow"/>
              <a:sym typeface="Barlow"/>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7067"/>
        <p:cNvGrpSpPr/>
        <p:nvPr/>
      </p:nvGrpSpPr>
      <p:grpSpPr>
        <a:xfrm>
          <a:off x="0" y="0"/>
          <a:ext cx="0" cy="0"/>
          <a:chOff x="0" y="0"/>
          <a:chExt cx="0" cy="0"/>
        </a:xfrm>
      </p:grpSpPr>
      <p:sp>
        <p:nvSpPr>
          <p:cNvPr id="27068" name="Google Shape;27068;p54"/>
          <p:cNvSpPr txBox="1">
            <a:spLocks noGrp="1"/>
          </p:cNvSpPr>
          <p:nvPr>
            <p:ph type="title"/>
          </p:nvPr>
        </p:nvSpPr>
        <p:spPr>
          <a:xfrm>
            <a:off x="720100" y="3687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Salary and Gender Regressions</a:t>
            </a:r>
            <a:endParaRPr/>
          </a:p>
        </p:txBody>
      </p:sp>
      <p:pic>
        <p:nvPicPr>
          <p:cNvPr id="27069" name="Google Shape;27069;p54"/>
          <p:cNvPicPr preferRelativeResize="0"/>
          <p:nvPr/>
        </p:nvPicPr>
        <p:blipFill>
          <a:blip r:embed="rId3">
            <a:alphaModFix/>
          </a:blip>
          <a:stretch>
            <a:fillRect/>
          </a:stretch>
        </p:blipFill>
        <p:spPr>
          <a:xfrm>
            <a:off x="235925" y="1218375"/>
            <a:ext cx="4605426" cy="3454075"/>
          </a:xfrm>
          <a:prstGeom prst="rect">
            <a:avLst/>
          </a:prstGeom>
          <a:noFill/>
          <a:ln>
            <a:noFill/>
          </a:ln>
        </p:spPr>
      </p:pic>
      <p:sp>
        <p:nvSpPr>
          <p:cNvPr id="27070" name="Google Shape;27070;p54"/>
          <p:cNvSpPr/>
          <p:nvPr/>
        </p:nvSpPr>
        <p:spPr>
          <a:xfrm rot="-2475">
            <a:off x="5419875" y="1767138"/>
            <a:ext cx="29169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Female            :         </a:t>
            </a:r>
            <a:r>
              <a:rPr lang="en" b="1">
                <a:latin typeface="Barlow"/>
                <a:ea typeface="Barlow"/>
                <a:cs typeface="Barlow"/>
                <a:sym typeface="Barlow"/>
              </a:rPr>
              <a:t>$80,888</a:t>
            </a:r>
            <a:endParaRPr>
              <a:latin typeface="Barlow"/>
              <a:ea typeface="Barlow"/>
              <a:cs typeface="Barlow"/>
              <a:sym typeface="Barlow"/>
            </a:endParaRPr>
          </a:p>
        </p:txBody>
      </p:sp>
      <p:sp>
        <p:nvSpPr>
          <p:cNvPr id="27071" name="Google Shape;27071;p54"/>
          <p:cNvSpPr/>
          <p:nvPr/>
        </p:nvSpPr>
        <p:spPr>
          <a:xfrm rot="-2475">
            <a:off x="5419875" y="2226013"/>
            <a:ext cx="29169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a:t>
            </a:r>
            <a:r>
              <a:rPr lang="en" b="1">
                <a:latin typeface="Barlow"/>
                <a:ea typeface="Barlow"/>
                <a:cs typeface="Barlow"/>
                <a:sym typeface="Barlow"/>
              </a:rPr>
              <a:t>          </a:t>
            </a:r>
            <a:r>
              <a:rPr lang="en">
                <a:latin typeface="Barlow"/>
                <a:ea typeface="Barlow"/>
                <a:cs typeface="Barlow"/>
                <a:sym typeface="Barlow"/>
              </a:rPr>
              <a:t>Male               :         </a:t>
            </a:r>
            <a:r>
              <a:rPr lang="en" b="1">
                <a:latin typeface="Barlow"/>
                <a:ea typeface="Barlow"/>
                <a:cs typeface="Barlow"/>
                <a:sym typeface="Barlow"/>
              </a:rPr>
              <a:t>$86,625</a:t>
            </a:r>
            <a:endParaRPr>
              <a:latin typeface="Barlow"/>
              <a:ea typeface="Barlow"/>
              <a:cs typeface="Barlow"/>
              <a:sym typeface="Barlow"/>
            </a:endParaRPr>
          </a:p>
        </p:txBody>
      </p:sp>
      <p:sp>
        <p:nvSpPr>
          <p:cNvPr id="27072" name="Google Shape;27072;p54"/>
          <p:cNvSpPr/>
          <p:nvPr/>
        </p:nvSpPr>
        <p:spPr>
          <a:xfrm rot="-2475">
            <a:off x="5419875" y="2688488"/>
            <a:ext cx="2916901" cy="4626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Barlow"/>
                <a:ea typeface="Barlow"/>
                <a:cs typeface="Barlow"/>
                <a:sym typeface="Barlow"/>
              </a:rPr>
              <a:t>      Difference        :  </a:t>
            </a:r>
            <a:r>
              <a:rPr lang="en" b="1">
                <a:latin typeface="Barlow"/>
                <a:ea typeface="Barlow"/>
                <a:cs typeface="Barlow"/>
                <a:sym typeface="Barlow"/>
              </a:rPr>
              <a:t>         $5,737</a:t>
            </a:r>
            <a:endParaRPr b="1">
              <a:latin typeface="Barlow"/>
              <a:ea typeface="Barlow"/>
              <a:cs typeface="Barlow"/>
              <a:sym typeface="Barlow"/>
            </a:endParaRPr>
          </a:p>
        </p:txBody>
      </p:sp>
      <p:sp>
        <p:nvSpPr>
          <p:cNvPr id="27073" name="Google Shape;27073;p54"/>
          <p:cNvSpPr txBox="1"/>
          <p:nvPr/>
        </p:nvSpPr>
        <p:spPr>
          <a:xfrm>
            <a:off x="4954875" y="3308800"/>
            <a:ext cx="38469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dk1"/>
                </a:solidFill>
                <a:latin typeface="Barlow"/>
                <a:ea typeface="Barlow"/>
                <a:cs typeface="Barlow"/>
                <a:sym typeface="Barlow"/>
              </a:rPr>
              <a:t>The </a:t>
            </a:r>
            <a:r>
              <a:rPr lang="en" b="1">
                <a:solidFill>
                  <a:schemeClr val="dk1"/>
                </a:solidFill>
                <a:latin typeface="Barlow"/>
                <a:ea typeface="Barlow"/>
                <a:cs typeface="Barlow"/>
                <a:sym typeface="Barlow"/>
              </a:rPr>
              <a:t>expected change</a:t>
            </a:r>
            <a:r>
              <a:rPr lang="en">
                <a:solidFill>
                  <a:schemeClr val="dk1"/>
                </a:solidFill>
                <a:latin typeface="Barlow"/>
                <a:ea typeface="Barlow"/>
                <a:cs typeface="Barlow"/>
                <a:sym typeface="Barlow"/>
              </a:rPr>
              <a:t> in salary is </a:t>
            </a:r>
            <a:r>
              <a:rPr lang="en" b="1">
                <a:solidFill>
                  <a:schemeClr val="dk1"/>
                </a:solidFill>
                <a:latin typeface="Barlow"/>
                <a:ea typeface="Barlow"/>
                <a:cs typeface="Barlow"/>
                <a:sym typeface="Barlow"/>
              </a:rPr>
              <a:t>$5,661</a:t>
            </a:r>
            <a:r>
              <a:rPr lang="en">
                <a:solidFill>
                  <a:schemeClr val="dk1"/>
                </a:solidFill>
                <a:latin typeface="Barlow"/>
                <a:ea typeface="Barlow"/>
                <a:cs typeface="Barlow"/>
                <a:sym typeface="Barlow"/>
              </a:rPr>
              <a:t> from female to male employee </a:t>
            </a:r>
            <a:endParaRPr>
              <a:solidFill>
                <a:schemeClr val="dk1"/>
              </a:solidFill>
              <a:latin typeface="Barlow"/>
              <a:ea typeface="Barlow"/>
              <a:cs typeface="Barlow"/>
              <a:sym typeface="Barlow"/>
            </a:endParaRPr>
          </a:p>
        </p:txBody>
      </p:sp>
      <p:sp>
        <p:nvSpPr>
          <p:cNvPr id="27074" name="Google Shape;27074;p54"/>
          <p:cNvSpPr txBox="1"/>
          <p:nvPr/>
        </p:nvSpPr>
        <p:spPr>
          <a:xfrm>
            <a:off x="4954875" y="3868925"/>
            <a:ext cx="38469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dk1"/>
                </a:solidFill>
                <a:latin typeface="Barlow"/>
                <a:ea typeface="Barlow"/>
                <a:cs typeface="Barlow"/>
                <a:sym typeface="Barlow"/>
              </a:rPr>
              <a:t>The difference </a:t>
            </a:r>
            <a:r>
              <a:rPr lang="en" b="1">
                <a:solidFill>
                  <a:schemeClr val="dk1"/>
                </a:solidFill>
                <a:latin typeface="Barlow"/>
                <a:ea typeface="Barlow"/>
                <a:cs typeface="Barlow"/>
                <a:sym typeface="Barlow"/>
              </a:rPr>
              <a:t>is statistically significant</a:t>
            </a:r>
            <a:r>
              <a:rPr lang="en">
                <a:solidFill>
                  <a:schemeClr val="dk1"/>
                </a:solidFill>
                <a:latin typeface="Barlow"/>
                <a:ea typeface="Barlow"/>
                <a:cs typeface="Barlow"/>
                <a:sym typeface="Barlow"/>
              </a:rPr>
              <a:t> at the 95% confidence level</a:t>
            </a:r>
            <a:endParaRPr>
              <a:solidFill>
                <a:schemeClr val="dk1"/>
              </a:solidFill>
              <a:latin typeface="Barlow"/>
              <a:ea typeface="Barlow"/>
              <a:cs typeface="Barlow"/>
              <a:sym typeface="Barlow"/>
            </a:endParaRPr>
          </a:p>
        </p:txBody>
      </p:sp>
      <p:sp>
        <p:nvSpPr>
          <p:cNvPr id="27075" name="Google Shape;27075;p54"/>
          <p:cNvSpPr txBox="1"/>
          <p:nvPr/>
        </p:nvSpPr>
        <p:spPr>
          <a:xfrm>
            <a:off x="4749825" y="1301000"/>
            <a:ext cx="4257000" cy="34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rlow Medium"/>
                <a:ea typeface="Barlow Medium"/>
                <a:cs typeface="Barlow Medium"/>
                <a:sym typeface="Barlow Medium"/>
              </a:rPr>
              <a:t>Average Salary across Genders:</a:t>
            </a:r>
            <a:endParaRPr>
              <a:solidFill>
                <a:schemeClr val="dk1"/>
              </a:solidFill>
              <a:latin typeface="Barlow Medium"/>
              <a:ea typeface="Barlow Medium"/>
              <a:cs typeface="Barlow Medium"/>
              <a:sym typeface="Barlow Medium"/>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7079"/>
        <p:cNvGrpSpPr/>
        <p:nvPr/>
      </p:nvGrpSpPr>
      <p:grpSpPr>
        <a:xfrm>
          <a:off x="0" y="0"/>
          <a:ext cx="0" cy="0"/>
          <a:chOff x="0" y="0"/>
          <a:chExt cx="0" cy="0"/>
        </a:xfrm>
      </p:grpSpPr>
      <p:sp>
        <p:nvSpPr>
          <p:cNvPr id="27080" name="Google Shape;27080;p55"/>
          <p:cNvSpPr txBox="1">
            <a:spLocks noGrp="1"/>
          </p:cNvSpPr>
          <p:nvPr>
            <p:ph type="title"/>
          </p:nvPr>
        </p:nvSpPr>
        <p:spPr>
          <a:xfrm>
            <a:off x="720100" y="3687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Identifying Confounding Variables</a:t>
            </a:r>
            <a:endParaRPr/>
          </a:p>
        </p:txBody>
      </p:sp>
      <p:sp>
        <p:nvSpPr>
          <p:cNvPr id="27081" name="Google Shape;27081;p55"/>
          <p:cNvSpPr/>
          <p:nvPr/>
        </p:nvSpPr>
        <p:spPr>
          <a:xfrm flipH="1">
            <a:off x="6761898" y="2820432"/>
            <a:ext cx="1155600" cy="3498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Age</a:t>
            </a:r>
            <a:endParaRPr>
              <a:latin typeface="Barlow"/>
              <a:ea typeface="Barlow"/>
              <a:cs typeface="Barlow"/>
              <a:sym typeface="Barlow"/>
            </a:endParaRPr>
          </a:p>
        </p:txBody>
      </p:sp>
      <p:sp>
        <p:nvSpPr>
          <p:cNvPr id="27082" name="Google Shape;27082;p55"/>
          <p:cNvSpPr/>
          <p:nvPr/>
        </p:nvSpPr>
        <p:spPr>
          <a:xfrm flipH="1">
            <a:off x="7765692" y="3345192"/>
            <a:ext cx="901500" cy="349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latin typeface="Barlow"/>
                <a:ea typeface="Barlow"/>
                <a:cs typeface="Barlow"/>
                <a:sym typeface="Barlow"/>
              </a:rPr>
              <a:t>Job Satisfaction</a:t>
            </a:r>
            <a:endParaRPr sz="1300">
              <a:latin typeface="Barlow"/>
              <a:ea typeface="Barlow"/>
              <a:cs typeface="Barlow"/>
              <a:sym typeface="Barlow"/>
            </a:endParaRPr>
          </a:p>
        </p:txBody>
      </p:sp>
      <p:sp>
        <p:nvSpPr>
          <p:cNvPr id="27083" name="Google Shape;27083;p55"/>
          <p:cNvSpPr/>
          <p:nvPr/>
        </p:nvSpPr>
        <p:spPr>
          <a:xfrm flipH="1">
            <a:off x="6069283" y="3345198"/>
            <a:ext cx="844500" cy="349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Gender</a:t>
            </a:r>
            <a:endParaRPr sz="1300">
              <a:latin typeface="Barlow"/>
              <a:ea typeface="Barlow"/>
              <a:cs typeface="Barlow"/>
              <a:sym typeface="Barlow"/>
            </a:endParaRPr>
          </a:p>
        </p:txBody>
      </p:sp>
      <p:cxnSp>
        <p:nvCxnSpPr>
          <p:cNvPr id="27084" name="Google Shape;27084;p55"/>
          <p:cNvCxnSpPr>
            <a:stCxn id="27081" idx="2"/>
            <a:endCxn id="27082" idx="0"/>
          </p:cNvCxnSpPr>
          <p:nvPr/>
        </p:nvCxnSpPr>
        <p:spPr>
          <a:xfrm>
            <a:off x="7339698" y="3170232"/>
            <a:ext cx="876600" cy="174900"/>
          </a:xfrm>
          <a:prstGeom prst="straightConnector1">
            <a:avLst/>
          </a:prstGeom>
          <a:noFill/>
          <a:ln w="9525" cap="flat" cmpd="sng">
            <a:solidFill>
              <a:schemeClr val="dk2"/>
            </a:solidFill>
            <a:prstDash val="solid"/>
            <a:round/>
            <a:headEnd type="none" w="med" len="med"/>
            <a:tailEnd type="triangle" w="med" len="med"/>
          </a:ln>
        </p:spPr>
      </p:cxnSp>
      <p:cxnSp>
        <p:nvCxnSpPr>
          <p:cNvPr id="27085" name="Google Shape;27085;p55"/>
          <p:cNvCxnSpPr>
            <a:stCxn id="27081" idx="2"/>
            <a:endCxn id="27083" idx="0"/>
          </p:cNvCxnSpPr>
          <p:nvPr/>
        </p:nvCxnSpPr>
        <p:spPr>
          <a:xfrm flipH="1">
            <a:off x="6491598" y="3170232"/>
            <a:ext cx="848100" cy="174900"/>
          </a:xfrm>
          <a:prstGeom prst="straightConnector1">
            <a:avLst/>
          </a:prstGeom>
          <a:noFill/>
          <a:ln w="9525" cap="flat" cmpd="sng">
            <a:solidFill>
              <a:schemeClr val="dk2"/>
            </a:solidFill>
            <a:prstDash val="solid"/>
            <a:round/>
            <a:headEnd type="none" w="med" len="med"/>
            <a:tailEnd type="triangle" w="med" len="med"/>
          </a:ln>
        </p:spPr>
      </p:cxnSp>
      <p:sp>
        <p:nvSpPr>
          <p:cNvPr id="27086" name="Google Shape;27086;p55"/>
          <p:cNvSpPr/>
          <p:nvPr/>
        </p:nvSpPr>
        <p:spPr>
          <a:xfrm flipH="1">
            <a:off x="6761898" y="3926520"/>
            <a:ext cx="1155600" cy="3498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Salary</a:t>
            </a:r>
            <a:endParaRPr>
              <a:latin typeface="Barlow"/>
              <a:ea typeface="Barlow"/>
              <a:cs typeface="Barlow"/>
              <a:sym typeface="Barlow"/>
            </a:endParaRPr>
          </a:p>
        </p:txBody>
      </p:sp>
      <p:sp>
        <p:nvSpPr>
          <p:cNvPr id="27087" name="Google Shape;27087;p55"/>
          <p:cNvSpPr/>
          <p:nvPr/>
        </p:nvSpPr>
        <p:spPr>
          <a:xfrm flipH="1">
            <a:off x="7765692" y="4451280"/>
            <a:ext cx="901500" cy="349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latin typeface="Barlow"/>
                <a:ea typeface="Barlow"/>
                <a:cs typeface="Barlow"/>
                <a:sym typeface="Barlow"/>
              </a:rPr>
              <a:t>Job Satisfaction</a:t>
            </a:r>
            <a:endParaRPr sz="1300">
              <a:latin typeface="Barlow"/>
              <a:ea typeface="Barlow"/>
              <a:cs typeface="Barlow"/>
              <a:sym typeface="Barlow"/>
            </a:endParaRPr>
          </a:p>
        </p:txBody>
      </p:sp>
      <p:sp>
        <p:nvSpPr>
          <p:cNvPr id="27088" name="Google Shape;27088;p55"/>
          <p:cNvSpPr/>
          <p:nvPr/>
        </p:nvSpPr>
        <p:spPr>
          <a:xfrm flipH="1">
            <a:off x="6069283" y="4451286"/>
            <a:ext cx="844500" cy="349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Gender</a:t>
            </a:r>
            <a:endParaRPr sz="1300">
              <a:latin typeface="Barlow"/>
              <a:ea typeface="Barlow"/>
              <a:cs typeface="Barlow"/>
              <a:sym typeface="Barlow"/>
            </a:endParaRPr>
          </a:p>
        </p:txBody>
      </p:sp>
      <p:cxnSp>
        <p:nvCxnSpPr>
          <p:cNvPr id="27089" name="Google Shape;27089;p55"/>
          <p:cNvCxnSpPr>
            <a:stCxn id="27086" idx="2"/>
            <a:endCxn id="27087" idx="0"/>
          </p:cNvCxnSpPr>
          <p:nvPr/>
        </p:nvCxnSpPr>
        <p:spPr>
          <a:xfrm>
            <a:off x="7339698" y="4276320"/>
            <a:ext cx="876600" cy="174900"/>
          </a:xfrm>
          <a:prstGeom prst="straightConnector1">
            <a:avLst/>
          </a:prstGeom>
          <a:noFill/>
          <a:ln w="9525" cap="flat" cmpd="sng">
            <a:solidFill>
              <a:schemeClr val="dk2"/>
            </a:solidFill>
            <a:prstDash val="solid"/>
            <a:round/>
            <a:headEnd type="none" w="med" len="med"/>
            <a:tailEnd type="triangle" w="med" len="med"/>
          </a:ln>
        </p:spPr>
      </p:cxnSp>
      <p:cxnSp>
        <p:nvCxnSpPr>
          <p:cNvPr id="27090" name="Google Shape;27090;p55"/>
          <p:cNvCxnSpPr>
            <a:stCxn id="27086" idx="2"/>
            <a:endCxn id="27088" idx="0"/>
          </p:cNvCxnSpPr>
          <p:nvPr/>
        </p:nvCxnSpPr>
        <p:spPr>
          <a:xfrm flipH="1">
            <a:off x="6491598" y="4276320"/>
            <a:ext cx="848100" cy="174900"/>
          </a:xfrm>
          <a:prstGeom prst="straightConnector1">
            <a:avLst/>
          </a:prstGeom>
          <a:noFill/>
          <a:ln w="9525" cap="flat" cmpd="sng">
            <a:solidFill>
              <a:schemeClr val="dk2"/>
            </a:solidFill>
            <a:prstDash val="solid"/>
            <a:round/>
            <a:headEnd type="none" w="med" len="med"/>
            <a:tailEnd type="triangle" w="med" len="med"/>
          </a:ln>
        </p:spPr>
      </p:cxnSp>
      <p:sp>
        <p:nvSpPr>
          <p:cNvPr id="27091" name="Google Shape;27091;p55"/>
          <p:cNvSpPr/>
          <p:nvPr/>
        </p:nvSpPr>
        <p:spPr>
          <a:xfrm>
            <a:off x="3980800" y="2025125"/>
            <a:ext cx="1471500" cy="3330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t" anchorCtr="0">
            <a:noAutofit/>
          </a:bodyPr>
          <a:lstStyle/>
          <a:p>
            <a:pPr marL="0" lvl="0" indent="0" algn="ctr" rtl="0">
              <a:spcBef>
                <a:spcPts val="0"/>
              </a:spcBef>
              <a:spcAft>
                <a:spcPts val="0"/>
              </a:spcAft>
              <a:buNone/>
            </a:pPr>
            <a:r>
              <a:rPr lang="en" sz="1100" b="1">
                <a:latin typeface="Barlow"/>
                <a:ea typeface="Barlow"/>
                <a:cs typeface="Barlow"/>
                <a:sym typeface="Barlow"/>
              </a:rPr>
              <a:t>Lap 1 </a:t>
            </a:r>
            <a:endParaRPr sz="1100" b="1">
              <a:latin typeface="Barlow"/>
              <a:ea typeface="Barlow"/>
              <a:cs typeface="Barlow"/>
              <a:sym typeface="Barlow"/>
            </a:endParaRPr>
          </a:p>
          <a:p>
            <a:pPr marL="0" lvl="0" indent="0" algn="l" rtl="0">
              <a:spcBef>
                <a:spcPts val="0"/>
              </a:spcBef>
              <a:spcAft>
                <a:spcPts val="0"/>
              </a:spcAft>
              <a:buNone/>
            </a:pPr>
            <a:endParaRPr sz="1200">
              <a:latin typeface="Barlow"/>
              <a:ea typeface="Barlow"/>
              <a:cs typeface="Barlow"/>
              <a:sym typeface="Barlow"/>
            </a:endParaRPr>
          </a:p>
          <a:p>
            <a:pPr marL="0" lvl="0" indent="0" algn="l" rtl="0">
              <a:spcBef>
                <a:spcPts val="0"/>
              </a:spcBef>
              <a:spcAft>
                <a:spcPts val="0"/>
              </a:spcAft>
              <a:buNone/>
            </a:pPr>
            <a:endParaRPr sz="1200">
              <a:latin typeface="Barlow"/>
              <a:ea typeface="Barlow"/>
              <a:cs typeface="Barlow"/>
              <a:sym typeface="Barlow"/>
            </a:endParaRPr>
          </a:p>
          <a:p>
            <a:pPr marL="0" lvl="0" indent="0" algn="l" rtl="0">
              <a:spcBef>
                <a:spcPts val="0"/>
              </a:spcBef>
              <a:spcAft>
                <a:spcPts val="0"/>
              </a:spcAft>
              <a:buNone/>
            </a:pPr>
            <a:endParaRPr sz="1200" baseline="30000">
              <a:latin typeface="Barlow"/>
              <a:ea typeface="Barlow"/>
              <a:cs typeface="Barlow"/>
              <a:sym typeface="Barlow"/>
            </a:endParaRPr>
          </a:p>
          <a:p>
            <a:pPr marL="0" lvl="0" indent="0" algn="l" rtl="0">
              <a:spcBef>
                <a:spcPts val="0"/>
              </a:spcBef>
              <a:spcAft>
                <a:spcPts val="0"/>
              </a:spcAft>
              <a:buNone/>
            </a:pPr>
            <a:r>
              <a:rPr lang="en" sz="1200">
                <a:latin typeface="Barlow"/>
                <a:ea typeface="Barlow"/>
                <a:cs typeface="Barlow"/>
                <a:sym typeface="Barlow"/>
              </a:rPr>
              <a:t> </a:t>
            </a:r>
            <a:endParaRPr sz="1200">
              <a:latin typeface="Barlow"/>
              <a:ea typeface="Barlow"/>
              <a:cs typeface="Barlow"/>
              <a:sym typeface="Barlow"/>
            </a:endParaRPr>
          </a:p>
        </p:txBody>
      </p:sp>
      <p:sp>
        <p:nvSpPr>
          <p:cNvPr id="27092" name="Google Shape;27092;p55"/>
          <p:cNvSpPr/>
          <p:nvPr/>
        </p:nvSpPr>
        <p:spPr>
          <a:xfrm>
            <a:off x="3953900" y="3091163"/>
            <a:ext cx="1471500" cy="3330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t" anchorCtr="0">
            <a:noAutofit/>
          </a:bodyPr>
          <a:lstStyle/>
          <a:p>
            <a:pPr marL="0" lvl="0" indent="0" algn="ctr" rtl="0">
              <a:spcBef>
                <a:spcPts val="0"/>
              </a:spcBef>
              <a:spcAft>
                <a:spcPts val="0"/>
              </a:spcAft>
              <a:buNone/>
            </a:pPr>
            <a:r>
              <a:rPr lang="en" sz="1100" b="1">
                <a:latin typeface="Barlow"/>
                <a:ea typeface="Barlow"/>
                <a:cs typeface="Barlow"/>
                <a:sym typeface="Barlow"/>
              </a:rPr>
              <a:t>Lap 2 </a:t>
            </a:r>
            <a:endParaRPr sz="1100" b="1">
              <a:latin typeface="Barlow"/>
              <a:ea typeface="Barlow"/>
              <a:cs typeface="Barlow"/>
              <a:sym typeface="Barlow"/>
            </a:endParaRPr>
          </a:p>
          <a:p>
            <a:pPr marL="0" lvl="0" indent="0" algn="l" rtl="0">
              <a:spcBef>
                <a:spcPts val="0"/>
              </a:spcBef>
              <a:spcAft>
                <a:spcPts val="0"/>
              </a:spcAft>
              <a:buNone/>
            </a:pPr>
            <a:endParaRPr sz="1200">
              <a:latin typeface="Barlow"/>
              <a:ea typeface="Barlow"/>
              <a:cs typeface="Barlow"/>
              <a:sym typeface="Barlow"/>
            </a:endParaRPr>
          </a:p>
          <a:p>
            <a:pPr marL="0" lvl="0" indent="0" algn="l" rtl="0">
              <a:spcBef>
                <a:spcPts val="0"/>
              </a:spcBef>
              <a:spcAft>
                <a:spcPts val="0"/>
              </a:spcAft>
              <a:buNone/>
            </a:pPr>
            <a:endParaRPr sz="1200">
              <a:latin typeface="Barlow"/>
              <a:ea typeface="Barlow"/>
              <a:cs typeface="Barlow"/>
              <a:sym typeface="Barlow"/>
            </a:endParaRPr>
          </a:p>
          <a:p>
            <a:pPr marL="0" lvl="0" indent="0" algn="l" rtl="0">
              <a:spcBef>
                <a:spcPts val="0"/>
              </a:spcBef>
              <a:spcAft>
                <a:spcPts val="0"/>
              </a:spcAft>
              <a:buNone/>
            </a:pPr>
            <a:endParaRPr sz="1200" baseline="30000">
              <a:latin typeface="Barlow"/>
              <a:ea typeface="Barlow"/>
              <a:cs typeface="Barlow"/>
              <a:sym typeface="Barlow"/>
            </a:endParaRPr>
          </a:p>
          <a:p>
            <a:pPr marL="0" lvl="0" indent="0" algn="l" rtl="0">
              <a:spcBef>
                <a:spcPts val="0"/>
              </a:spcBef>
              <a:spcAft>
                <a:spcPts val="0"/>
              </a:spcAft>
              <a:buNone/>
            </a:pPr>
            <a:r>
              <a:rPr lang="en" sz="1200">
                <a:latin typeface="Barlow"/>
                <a:ea typeface="Barlow"/>
                <a:cs typeface="Barlow"/>
                <a:sym typeface="Barlow"/>
              </a:rPr>
              <a:t> </a:t>
            </a:r>
            <a:endParaRPr sz="1200">
              <a:latin typeface="Barlow"/>
              <a:ea typeface="Barlow"/>
              <a:cs typeface="Barlow"/>
              <a:sym typeface="Barlow"/>
            </a:endParaRPr>
          </a:p>
        </p:txBody>
      </p:sp>
      <p:sp>
        <p:nvSpPr>
          <p:cNvPr id="27093" name="Google Shape;27093;p55"/>
          <p:cNvSpPr/>
          <p:nvPr/>
        </p:nvSpPr>
        <p:spPr>
          <a:xfrm>
            <a:off x="3953900" y="4076650"/>
            <a:ext cx="1471500" cy="5193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a:latin typeface="Barlow"/>
                <a:ea typeface="Barlow"/>
                <a:cs typeface="Barlow"/>
                <a:sym typeface="Barlow"/>
              </a:rPr>
              <a:t>Lap 3</a:t>
            </a:r>
            <a:endParaRPr sz="1100" b="1">
              <a:latin typeface="Barlow"/>
              <a:ea typeface="Barlow"/>
              <a:cs typeface="Barlow"/>
              <a:sym typeface="Barlow"/>
            </a:endParaRPr>
          </a:p>
          <a:p>
            <a:pPr marL="0" lvl="0" indent="0" algn="ctr" rtl="0">
              <a:spcBef>
                <a:spcPts val="0"/>
              </a:spcBef>
              <a:spcAft>
                <a:spcPts val="0"/>
              </a:spcAft>
              <a:buNone/>
            </a:pPr>
            <a:r>
              <a:rPr lang="en" sz="1100" b="1">
                <a:latin typeface="Barlow"/>
                <a:ea typeface="Barlow"/>
                <a:cs typeface="Barlow"/>
                <a:sym typeface="Barlow"/>
              </a:rPr>
              <a:t>Confounder Found</a:t>
            </a:r>
            <a:endParaRPr sz="1200">
              <a:latin typeface="Barlow"/>
              <a:ea typeface="Barlow"/>
              <a:cs typeface="Barlow"/>
              <a:sym typeface="Barlow"/>
            </a:endParaRPr>
          </a:p>
        </p:txBody>
      </p:sp>
      <p:sp>
        <p:nvSpPr>
          <p:cNvPr id="27094" name="Google Shape;27094;p55"/>
          <p:cNvSpPr/>
          <p:nvPr/>
        </p:nvSpPr>
        <p:spPr>
          <a:xfrm flipH="1">
            <a:off x="6761898" y="1754320"/>
            <a:ext cx="1155600" cy="3498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Education</a:t>
            </a:r>
            <a:endParaRPr>
              <a:latin typeface="Barlow"/>
              <a:ea typeface="Barlow"/>
              <a:cs typeface="Barlow"/>
              <a:sym typeface="Barlow"/>
            </a:endParaRPr>
          </a:p>
        </p:txBody>
      </p:sp>
      <p:sp>
        <p:nvSpPr>
          <p:cNvPr id="27095" name="Google Shape;27095;p55"/>
          <p:cNvSpPr/>
          <p:nvPr/>
        </p:nvSpPr>
        <p:spPr>
          <a:xfrm flipH="1">
            <a:off x="7765692" y="2279080"/>
            <a:ext cx="901500" cy="349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latin typeface="Barlow"/>
                <a:ea typeface="Barlow"/>
                <a:cs typeface="Barlow"/>
                <a:sym typeface="Barlow"/>
              </a:rPr>
              <a:t>Job Satisfaction</a:t>
            </a:r>
            <a:endParaRPr sz="1300">
              <a:latin typeface="Barlow"/>
              <a:ea typeface="Barlow"/>
              <a:cs typeface="Barlow"/>
              <a:sym typeface="Barlow"/>
            </a:endParaRPr>
          </a:p>
        </p:txBody>
      </p:sp>
      <p:sp>
        <p:nvSpPr>
          <p:cNvPr id="27096" name="Google Shape;27096;p55"/>
          <p:cNvSpPr/>
          <p:nvPr/>
        </p:nvSpPr>
        <p:spPr>
          <a:xfrm flipH="1">
            <a:off x="6069283" y="2279086"/>
            <a:ext cx="844500" cy="349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Gender</a:t>
            </a:r>
            <a:endParaRPr sz="1300">
              <a:latin typeface="Barlow"/>
              <a:ea typeface="Barlow"/>
              <a:cs typeface="Barlow"/>
              <a:sym typeface="Barlow"/>
            </a:endParaRPr>
          </a:p>
        </p:txBody>
      </p:sp>
      <p:cxnSp>
        <p:nvCxnSpPr>
          <p:cNvPr id="27097" name="Google Shape;27097;p55"/>
          <p:cNvCxnSpPr>
            <a:stCxn id="27094" idx="2"/>
            <a:endCxn id="27095" idx="0"/>
          </p:cNvCxnSpPr>
          <p:nvPr/>
        </p:nvCxnSpPr>
        <p:spPr>
          <a:xfrm>
            <a:off x="7339698" y="2104120"/>
            <a:ext cx="876600" cy="174900"/>
          </a:xfrm>
          <a:prstGeom prst="straightConnector1">
            <a:avLst/>
          </a:prstGeom>
          <a:noFill/>
          <a:ln w="9525" cap="flat" cmpd="sng">
            <a:solidFill>
              <a:schemeClr val="dk2"/>
            </a:solidFill>
            <a:prstDash val="solid"/>
            <a:round/>
            <a:headEnd type="none" w="med" len="med"/>
            <a:tailEnd type="triangle" w="med" len="med"/>
          </a:ln>
        </p:spPr>
      </p:cxnSp>
      <p:cxnSp>
        <p:nvCxnSpPr>
          <p:cNvPr id="27098" name="Google Shape;27098;p55"/>
          <p:cNvCxnSpPr>
            <a:stCxn id="27094" idx="2"/>
            <a:endCxn id="27096" idx="0"/>
          </p:cNvCxnSpPr>
          <p:nvPr/>
        </p:nvCxnSpPr>
        <p:spPr>
          <a:xfrm flipH="1">
            <a:off x="6491598" y="2104120"/>
            <a:ext cx="848100" cy="174900"/>
          </a:xfrm>
          <a:prstGeom prst="straightConnector1">
            <a:avLst/>
          </a:prstGeom>
          <a:noFill/>
          <a:ln w="9525" cap="flat" cmpd="sng">
            <a:solidFill>
              <a:schemeClr val="dk2"/>
            </a:solidFill>
            <a:prstDash val="solid"/>
            <a:round/>
            <a:headEnd type="none" w="med" len="med"/>
            <a:tailEnd type="triangle" w="med" len="med"/>
          </a:ln>
        </p:spPr>
      </p:cxnSp>
      <p:sp>
        <p:nvSpPr>
          <p:cNvPr id="27099" name="Google Shape;27099;p55"/>
          <p:cNvSpPr/>
          <p:nvPr/>
        </p:nvSpPr>
        <p:spPr>
          <a:xfrm flipH="1">
            <a:off x="7711200" y="3171570"/>
            <a:ext cx="234600" cy="212400"/>
          </a:xfrm>
          <a:prstGeom prst="mathMultiply">
            <a:avLst>
              <a:gd name="adj1" fmla="val 23520"/>
            </a:avLst>
          </a:prstGeom>
          <a:solidFill>
            <a:srgbClr val="FF000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100" name="Google Shape;27100;p55"/>
          <p:cNvSpPr/>
          <p:nvPr/>
        </p:nvSpPr>
        <p:spPr>
          <a:xfrm flipH="1">
            <a:off x="6798275" y="2085432"/>
            <a:ext cx="234600" cy="212400"/>
          </a:xfrm>
          <a:prstGeom prst="mathMultiply">
            <a:avLst>
              <a:gd name="adj1" fmla="val 23520"/>
            </a:avLst>
          </a:prstGeom>
          <a:solidFill>
            <a:srgbClr val="FF000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101" name="Google Shape;27101;p55"/>
          <p:cNvSpPr txBox="1"/>
          <p:nvPr/>
        </p:nvSpPr>
        <p:spPr>
          <a:xfrm>
            <a:off x="296375" y="1825475"/>
            <a:ext cx="3382200" cy="23397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a:solidFill>
                  <a:schemeClr val="dk1"/>
                </a:solidFill>
                <a:latin typeface="Barlow"/>
                <a:ea typeface="Barlow"/>
                <a:cs typeface="Barlow"/>
                <a:sym typeface="Barlow"/>
              </a:rPr>
              <a:t>We used </a:t>
            </a:r>
            <a:r>
              <a:rPr lang="en" b="1">
                <a:solidFill>
                  <a:schemeClr val="dk1"/>
                </a:solidFill>
                <a:latin typeface="Barlow"/>
                <a:ea typeface="Barlow"/>
                <a:cs typeface="Barlow"/>
                <a:sym typeface="Barlow"/>
              </a:rPr>
              <a:t>bivariate significance screening</a:t>
            </a:r>
            <a:r>
              <a:rPr lang="en">
                <a:solidFill>
                  <a:schemeClr val="dk1"/>
                </a:solidFill>
                <a:latin typeface="Barlow"/>
                <a:ea typeface="Barlow"/>
                <a:cs typeface="Barlow"/>
                <a:sym typeface="Barlow"/>
              </a:rPr>
              <a:t> to find confounders.</a:t>
            </a:r>
            <a:endParaRPr>
              <a:solidFill>
                <a:schemeClr val="dk1"/>
              </a:solidFill>
              <a:latin typeface="Barlow"/>
              <a:ea typeface="Barlow"/>
              <a:cs typeface="Barlow"/>
              <a:sym typeface="Barlow"/>
            </a:endParaRPr>
          </a:p>
          <a:p>
            <a:pPr marL="0" lvl="0" indent="0" algn="l" rtl="0">
              <a:spcBef>
                <a:spcPts val="0"/>
              </a:spcBef>
              <a:spcAft>
                <a:spcPts val="0"/>
              </a:spcAft>
              <a:buNone/>
            </a:pPr>
            <a:endParaRPr>
              <a:solidFill>
                <a:schemeClr val="dk1"/>
              </a:solidFill>
              <a:latin typeface="Barlow"/>
              <a:ea typeface="Barlow"/>
              <a:cs typeface="Barlow"/>
              <a:sym typeface="Barlow"/>
            </a:endParaRPr>
          </a:p>
          <a:p>
            <a:pPr marL="0" lvl="0" indent="0" algn="l" rtl="0">
              <a:spcBef>
                <a:spcPts val="0"/>
              </a:spcBef>
              <a:spcAft>
                <a:spcPts val="0"/>
              </a:spcAft>
              <a:buNone/>
            </a:pPr>
            <a:r>
              <a:rPr lang="en">
                <a:solidFill>
                  <a:schemeClr val="dk1"/>
                </a:solidFill>
                <a:latin typeface="Barlow"/>
                <a:ea typeface="Barlow"/>
                <a:cs typeface="Barlow"/>
                <a:sym typeface="Barlow"/>
              </a:rPr>
              <a:t> If the potential confounding variable is significant for </a:t>
            </a:r>
            <a:r>
              <a:rPr lang="en" b="1">
                <a:solidFill>
                  <a:schemeClr val="dk1"/>
                </a:solidFill>
                <a:latin typeface="Barlow"/>
                <a:ea typeface="Barlow"/>
                <a:cs typeface="Barlow"/>
                <a:sym typeface="Barlow"/>
              </a:rPr>
              <a:t>both dependent and independent</a:t>
            </a:r>
            <a:r>
              <a:rPr lang="en">
                <a:solidFill>
                  <a:schemeClr val="dk1"/>
                </a:solidFill>
                <a:latin typeface="Barlow"/>
                <a:ea typeface="Barlow"/>
                <a:cs typeface="Barlow"/>
                <a:sym typeface="Barlow"/>
              </a:rPr>
              <a:t> variables, it’s a confounding variable. </a:t>
            </a:r>
            <a:endParaRPr>
              <a:solidFill>
                <a:schemeClr val="dk1"/>
              </a:solidFill>
              <a:latin typeface="Barlow"/>
              <a:ea typeface="Barlow"/>
              <a:cs typeface="Barlow"/>
              <a:sym typeface="Barlow"/>
            </a:endParaRPr>
          </a:p>
          <a:p>
            <a:pPr marL="0" lvl="0" indent="0" algn="l" rtl="0">
              <a:spcBef>
                <a:spcPts val="0"/>
              </a:spcBef>
              <a:spcAft>
                <a:spcPts val="0"/>
              </a:spcAft>
              <a:buNone/>
            </a:pPr>
            <a:endParaRPr>
              <a:solidFill>
                <a:schemeClr val="dk1"/>
              </a:solidFill>
              <a:latin typeface="Barlow"/>
              <a:ea typeface="Barlow"/>
              <a:cs typeface="Barlow"/>
              <a:sym typeface="Barlow"/>
            </a:endParaRPr>
          </a:p>
          <a:p>
            <a:pPr marL="0" lvl="0" indent="0" algn="l" rtl="0">
              <a:spcBef>
                <a:spcPts val="0"/>
              </a:spcBef>
              <a:spcAft>
                <a:spcPts val="0"/>
              </a:spcAft>
              <a:buNone/>
            </a:pPr>
            <a:r>
              <a:rPr lang="en">
                <a:solidFill>
                  <a:schemeClr val="dk1"/>
                </a:solidFill>
                <a:latin typeface="Barlow"/>
                <a:ea typeface="Barlow"/>
                <a:cs typeface="Barlow"/>
                <a:sym typeface="Barlow"/>
              </a:rPr>
              <a:t>We repeat this with every relevant variable.</a:t>
            </a:r>
            <a:endParaRPr>
              <a:solidFill>
                <a:schemeClr val="dk1"/>
              </a:solidFill>
              <a:latin typeface="Barlow"/>
              <a:ea typeface="Barlow"/>
              <a:cs typeface="Barlow"/>
              <a:sym typeface="Barlow"/>
            </a:endParaRPr>
          </a:p>
        </p:txBody>
      </p:sp>
      <p:sp>
        <p:nvSpPr>
          <p:cNvPr id="27102" name="Google Shape;27102;p55"/>
          <p:cNvSpPr/>
          <p:nvPr/>
        </p:nvSpPr>
        <p:spPr>
          <a:xfrm>
            <a:off x="3980800" y="1272338"/>
            <a:ext cx="4968600" cy="3498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t" anchorCtr="0">
            <a:noAutofit/>
          </a:bodyPr>
          <a:lstStyle/>
          <a:p>
            <a:pPr marL="0" lvl="0" indent="0" algn="ctr" rtl="0">
              <a:spcBef>
                <a:spcPts val="0"/>
              </a:spcBef>
              <a:spcAft>
                <a:spcPts val="0"/>
              </a:spcAft>
              <a:buNone/>
            </a:pPr>
            <a:r>
              <a:rPr lang="en" sz="1100" b="1">
                <a:latin typeface="Barlow"/>
                <a:ea typeface="Barlow"/>
                <a:cs typeface="Barlow"/>
                <a:sym typeface="Barlow"/>
              </a:rPr>
              <a:t>Job Satisfaction Example:</a:t>
            </a:r>
            <a:endParaRPr sz="1200" baseline="30000">
              <a:latin typeface="Barlow"/>
              <a:ea typeface="Barlow"/>
              <a:cs typeface="Barlow"/>
              <a:sym typeface="Barlow"/>
            </a:endParaRPr>
          </a:p>
          <a:p>
            <a:pPr marL="0" lvl="0" indent="0" algn="l" rtl="0">
              <a:spcBef>
                <a:spcPts val="0"/>
              </a:spcBef>
              <a:spcAft>
                <a:spcPts val="0"/>
              </a:spcAft>
              <a:buNone/>
            </a:pPr>
            <a:r>
              <a:rPr lang="en" sz="1200">
                <a:latin typeface="Barlow"/>
                <a:ea typeface="Barlow"/>
                <a:cs typeface="Barlow"/>
                <a:sym typeface="Barlow"/>
              </a:rPr>
              <a:t> </a:t>
            </a:r>
            <a:endParaRPr sz="1200">
              <a:latin typeface="Barlow"/>
              <a:ea typeface="Barlow"/>
              <a:cs typeface="Barlow"/>
              <a:sym typeface="Barlow"/>
            </a:endParaRPr>
          </a:p>
        </p:txBody>
      </p:sp>
      <p:sp>
        <p:nvSpPr>
          <p:cNvPr id="27103" name="Google Shape;27103;p55"/>
          <p:cNvSpPr txBox="1"/>
          <p:nvPr/>
        </p:nvSpPr>
        <p:spPr>
          <a:xfrm flipH="1">
            <a:off x="7571750" y="1927318"/>
            <a:ext cx="412500" cy="435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rgbClr val="93C47D"/>
                </a:solidFill>
              </a:rPr>
              <a:t>✔</a:t>
            </a:r>
            <a:endParaRPr>
              <a:solidFill>
                <a:srgbClr val="93C47D"/>
              </a:solidFill>
              <a:latin typeface="Barlow"/>
              <a:ea typeface="Barlow"/>
              <a:cs typeface="Barlow"/>
              <a:sym typeface="Barlow"/>
            </a:endParaRPr>
          </a:p>
        </p:txBody>
      </p:sp>
      <p:sp>
        <p:nvSpPr>
          <p:cNvPr id="27104" name="Google Shape;27104;p55"/>
          <p:cNvSpPr txBox="1"/>
          <p:nvPr/>
        </p:nvSpPr>
        <p:spPr>
          <a:xfrm flipH="1">
            <a:off x="6709325" y="3009668"/>
            <a:ext cx="412500" cy="435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rgbClr val="93C47D"/>
                </a:solidFill>
              </a:rPr>
              <a:t>✔</a:t>
            </a:r>
            <a:endParaRPr>
              <a:solidFill>
                <a:srgbClr val="93C47D"/>
              </a:solidFill>
              <a:latin typeface="Barlow"/>
              <a:ea typeface="Barlow"/>
              <a:cs typeface="Barlow"/>
              <a:sym typeface="Barlow"/>
            </a:endParaRPr>
          </a:p>
        </p:txBody>
      </p:sp>
      <p:sp>
        <p:nvSpPr>
          <p:cNvPr id="27105" name="Google Shape;27105;p55"/>
          <p:cNvSpPr txBox="1"/>
          <p:nvPr/>
        </p:nvSpPr>
        <p:spPr>
          <a:xfrm flipH="1">
            <a:off x="7571750" y="4118643"/>
            <a:ext cx="412500" cy="435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rgbClr val="93C47D"/>
                </a:solidFill>
              </a:rPr>
              <a:t>✔</a:t>
            </a:r>
            <a:endParaRPr>
              <a:solidFill>
                <a:srgbClr val="93C47D"/>
              </a:solidFill>
              <a:latin typeface="Barlow"/>
              <a:ea typeface="Barlow"/>
              <a:cs typeface="Barlow"/>
              <a:sym typeface="Barlow"/>
            </a:endParaRPr>
          </a:p>
        </p:txBody>
      </p:sp>
      <p:sp>
        <p:nvSpPr>
          <p:cNvPr id="27106" name="Google Shape;27106;p55"/>
          <p:cNvSpPr txBox="1"/>
          <p:nvPr/>
        </p:nvSpPr>
        <p:spPr>
          <a:xfrm flipH="1">
            <a:off x="6736225" y="4118643"/>
            <a:ext cx="412500" cy="435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rgbClr val="93C47D"/>
                </a:solidFill>
              </a:rPr>
              <a:t>✔</a:t>
            </a:r>
            <a:endParaRPr>
              <a:solidFill>
                <a:srgbClr val="93C47D"/>
              </a:solidFill>
              <a:latin typeface="Barlow"/>
              <a:ea typeface="Barlow"/>
              <a:cs typeface="Barlow"/>
              <a:sym typeface="Barlow"/>
            </a:endParaRPr>
          </a:p>
        </p:txBody>
      </p:sp>
      <p:sp>
        <p:nvSpPr>
          <p:cNvPr id="27107" name="Google Shape;27107;p55"/>
          <p:cNvSpPr/>
          <p:nvPr/>
        </p:nvSpPr>
        <p:spPr>
          <a:xfrm flipH="1">
            <a:off x="7045887" y="2315425"/>
            <a:ext cx="587700" cy="293700"/>
          </a:xfrm>
          <a:prstGeom prst="leftArrow">
            <a:avLst>
              <a:gd name="adj1" fmla="val 50000"/>
              <a:gd name="adj2" fmla="val 500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108" name="Google Shape;27108;p55"/>
          <p:cNvSpPr/>
          <p:nvPr/>
        </p:nvSpPr>
        <p:spPr>
          <a:xfrm flipH="1">
            <a:off x="7045900" y="3381525"/>
            <a:ext cx="587700" cy="293700"/>
          </a:xfrm>
          <a:prstGeom prst="leftArrow">
            <a:avLst>
              <a:gd name="adj1" fmla="val 50000"/>
              <a:gd name="adj2" fmla="val 500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109" name="Google Shape;27109;p55"/>
          <p:cNvSpPr/>
          <p:nvPr/>
        </p:nvSpPr>
        <p:spPr>
          <a:xfrm flipH="1">
            <a:off x="7045900" y="4479325"/>
            <a:ext cx="587700" cy="293700"/>
          </a:xfrm>
          <a:prstGeom prst="leftArrow">
            <a:avLst>
              <a:gd name="adj1" fmla="val 50000"/>
              <a:gd name="adj2" fmla="val 500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7113"/>
        <p:cNvGrpSpPr/>
        <p:nvPr/>
      </p:nvGrpSpPr>
      <p:grpSpPr>
        <a:xfrm>
          <a:off x="0" y="0"/>
          <a:ext cx="0" cy="0"/>
          <a:chOff x="0" y="0"/>
          <a:chExt cx="0" cy="0"/>
        </a:xfrm>
      </p:grpSpPr>
      <p:sp>
        <p:nvSpPr>
          <p:cNvPr id="27114" name="Google Shape;27114;p56"/>
          <p:cNvSpPr/>
          <p:nvPr/>
        </p:nvSpPr>
        <p:spPr>
          <a:xfrm>
            <a:off x="305825" y="1047225"/>
            <a:ext cx="8432700" cy="10461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t" anchorCtr="0">
            <a:noAutofit/>
          </a:bodyPr>
          <a:lstStyle/>
          <a:p>
            <a:pPr marL="0" lvl="0" indent="0" algn="l" rtl="0">
              <a:spcBef>
                <a:spcPts val="0"/>
              </a:spcBef>
              <a:spcAft>
                <a:spcPts val="0"/>
              </a:spcAft>
              <a:buNone/>
            </a:pPr>
            <a:r>
              <a:rPr lang="en" b="1">
                <a:latin typeface="Barlow"/>
                <a:ea typeface="Barlow"/>
                <a:cs typeface="Barlow"/>
                <a:sym typeface="Barlow"/>
              </a:rPr>
              <a:t>OVB </a:t>
            </a:r>
            <a:r>
              <a:rPr lang="en">
                <a:latin typeface="Barlow"/>
                <a:ea typeface="Barlow"/>
                <a:cs typeface="Barlow"/>
                <a:sym typeface="Barlow"/>
              </a:rPr>
              <a:t>occurs when a relevant predictor is left out of the model and distorts the expected effects of included variables.</a:t>
            </a:r>
            <a:endParaRPr>
              <a:latin typeface="Barlow"/>
              <a:ea typeface="Barlow"/>
              <a:cs typeface="Barlow"/>
              <a:sym typeface="Barlow"/>
            </a:endParaRPr>
          </a:p>
          <a:p>
            <a:pPr marL="0" lvl="0" indent="0" algn="l" rtl="0">
              <a:spcBef>
                <a:spcPts val="1000"/>
              </a:spcBef>
              <a:spcAft>
                <a:spcPts val="0"/>
              </a:spcAft>
              <a:buNone/>
            </a:pPr>
            <a:r>
              <a:rPr lang="en" b="1">
                <a:latin typeface="Barlow"/>
                <a:ea typeface="Barlow"/>
                <a:cs typeface="Barlow"/>
                <a:sym typeface="Barlow"/>
              </a:rPr>
              <a:t>Confounding Factors </a:t>
            </a:r>
            <a:r>
              <a:rPr lang="en">
                <a:latin typeface="Barlow"/>
                <a:ea typeface="Barlow"/>
                <a:cs typeface="Barlow"/>
                <a:sym typeface="Barlow"/>
              </a:rPr>
              <a:t>affect both the outcome and one or more predictors.</a:t>
            </a:r>
            <a:endParaRPr>
              <a:latin typeface="Barlow"/>
              <a:ea typeface="Barlow"/>
              <a:cs typeface="Barlow"/>
              <a:sym typeface="Barlow"/>
            </a:endParaRPr>
          </a:p>
        </p:txBody>
      </p:sp>
      <p:sp>
        <p:nvSpPr>
          <p:cNvPr id="27115" name="Google Shape;27115;p56"/>
          <p:cNvSpPr/>
          <p:nvPr/>
        </p:nvSpPr>
        <p:spPr>
          <a:xfrm>
            <a:off x="2298150" y="2281363"/>
            <a:ext cx="4547700" cy="389700"/>
          </a:xfrm>
          <a:prstGeom prst="rect">
            <a:avLst/>
          </a:prstGeom>
          <a:solidFill>
            <a:srgbClr val="5F819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Barlow"/>
                <a:ea typeface="Barlow"/>
                <a:cs typeface="Barlow"/>
                <a:sym typeface="Barlow"/>
              </a:rPr>
              <a:t>OVB Results</a:t>
            </a:r>
            <a:endParaRPr sz="2000" b="1">
              <a:solidFill>
                <a:schemeClr val="lt1"/>
              </a:solidFill>
              <a:latin typeface="Barlow"/>
              <a:ea typeface="Barlow"/>
              <a:cs typeface="Barlow"/>
              <a:sym typeface="Barlow"/>
            </a:endParaRPr>
          </a:p>
        </p:txBody>
      </p:sp>
      <p:sp>
        <p:nvSpPr>
          <p:cNvPr id="27116" name="Google Shape;27116;p56"/>
          <p:cNvSpPr txBox="1">
            <a:spLocks noGrp="1"/>
          </p:cNvSpPr>
          <p:nvPr>
            <p:ph type="title"/>
          </p:nvPr>
        </p:nvSpPr>
        <p:spPr>
          <a:xfrm>
            <a:off x="720000" y="429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sz="2800"/>
              <a:t>Reducing Omitted Variable Bias (OVB)</a:t>
            </a:r>
            <a:endParaRPr sz="2800"/>
          </a:p>
          <a:p>
            <a:pPr marL="0" lvl="0" indent="0" algn="ctr" rtl="0">
              <a:spcBef>
                <a:spcPts val="0"/>
              </a:spcBef>
              <a:spcAft>
                <a:spcPts val="0"/>
              </a:spcAft>
              <a:buNone/>
            </a:pPr>
            <a:r>
              <a:rPr lang="en" sz="2500"/>
              <a:t>Job Satisfaction</a:t>
            </a:r>
            <a:endParaRPr sz="2500"/>
          </a:p>
        </p:txBody>
      </p:sp>
      <p:graphicFrame>
        <p:nvGraphicFramePr>
          <p:cNvPr id="27117" name="Google Shape;27117;p56"/>
          <p:cNvGraphicFramePr/>
          <p:nvPr/>
        </p:nvGraphicFramePr>
        <p:xfrm>
          <a:off x="2298150" y="2671063"/>
          <a:ext cx="3000000" cy="3000000"/>
        </p:xfrm>
        <a:graphic>
          <a:graphicData uri="http://schemas.openxmlformats.org/drawingml/2006/table">
            <a:tbl>
              <a:tblPr>
                <a:noFill/>
                <a:tableStyleId>{74099DDC-5081-4392-A6FF-06610BA4A3F5}</a:tableStyleId>
              </a:tblPr>
              <a:tblGrid>
                <a:gridCol w="1689275">
                  <a:extLst>
                    <a:ext uri="{9D8B030D-6E8A-4147-A177-3AD203B41FA5}">
                      <a16:colId xmlns:a16="http://schemas.microsoft.com/office/drawing/2014/main" val="20000"/>
                    </a:ext>
                  </a:extLst>
                </a:gridCol>
                <a:gridCol w="1857125">
                  <a:extLst>
                    <a:ext uri="{9D8B030D-6E8A-4147-A177-3AD203B41FA5}">
                      <a16:colId xmlns:a16="http://schemas.microsoft.com/office/drawing/2014/main" val="20001"/>
                    </a:ext>
                  </a:extLst>
                </a:gridCol>
                <a:gridCol w="1001300">
                  <a:extLst>
                    <a:ext uri="{9D8B030D-6E8A-4147-A177-3AD203B41FA5}">
                      <a16:colId xmlns:a16="http://schemas.microsoft.com/office/drawing/2014/main" val="20002"/>
                    </a:ext>
                  </a:extLst>
                </a:gridCol>
              </a:tblGrid>
              <a:tr h="506000">
                <a:tc>
                  <a:txBody>
                    <a:bodyPr/>
                    <a:lstStyle/>
                    <a:p>
                      <a:pPr marL="0" lvl="0" indent="0" algn="ctr" rtl="0">
                        <a:spcBef>
                          <a:spcPts val="0"/>
                        </a:spcBef>
                        <a:spcAft>
                          <a:spcPts val="0"/>
                        </a:spcAft>
                        <a:buNone/>
                      </a:pPr>
                      <a:r>
                        <a:rPr lang="en" sz="1300"/>
                        <a:t>Dependent Variables</a:t>
                      </a:r>
                      <a:endParaRPr sz="1300"/>
                    </a:p>
                  </a:txBody>
                  <a:tcPr marL="91425" marR="91425" marT="91425" marB="91425" anchor="ctr"/>
                </a:tc>
                <a:tc>
                  <a:txBody>
                    <a:bodyPr/>
                    <a:lstStyle/>
                    <a:p>
                      <a:pPr marL="0" lvl="0" indent="0" algn="ctr" rtl="0">
                        <a:spcBef>
                          <a:spcPts val="0"/>
                        </a:spcBef>
                        <a:spcAft>
                          <a:spcPts val="0"/>
                        </a:spcAft>
                        <a:buNone/>
                      </a:pPr>
                      <a:r>
                        <a:rPr lang="en" sz="1300"/>
                        <a:t>Independent (predictors)</a:t>
                      </a:r>
                      <a:endParaRPr sz="1300"/>
                    </a:p>
                  </a:txBody>
                  <a:tcPr marL="91425" marR="91425" marT="91425" marB="91425" anchor="ctr"/>
                </a:tc>
                <a:tc>
                  <a:txBody>
                    <a:bodyPr/>
                    <a:lstStyle/>
                    <a:p>
                      <a:pPr marL="0" lvl="0" indent="0" algn="ctr" rtl="0">
                        <a:spcBef>
                          <a:spcPts val="0"/>
                        </a:spcBef>
                        <a:spcAft>
                          <a:spcPts val="0"/>
                        </a:spcAft>
                        <a:buNone/>
                      </a:pPr>
                      <a:r>
                        <a:rPr lang="en" sz="1300"/>
                        <a:t>Gender Coef.</a:t>
                      </a:r>
                      <a:endParaRPr sz="1300"/>
                    </a:p>
                  </a:txBody>
                  <a:tcPr marL="91425" marR="91425" marT="91425" marB="91425" anchor="ctr"/>
                </a:tc>
                <a:extLst>
                  <a:ext uri="{0D108BD9-81ED-4DB2-BD59-A6C34878D82A}">
                    <a16:rowId xmlns:a16="http://schemas.microsoft.com/office/drawing/2014/main" val="10000"/>
                  </a:ext>
                </a:extLst>
              </a:tr>
              <a:tr h="516325">
                <a:tc>
                  <a:txBody>
                    <a:bodyPr/>
                    <a:lstStyle/>
                    <a:p>
                      <a:pPr marL="0" lvl="0" indent="0" algn="ctr" rtl="0">
                        <a:spcBef>
                          <a:spcPts val="0"/>
                        </a:spcBef>
                        <a:spcAft>
                          <a:spcPts val="0"/>
                        </a:spcAft>
                        <a:buNone/>
                      </a:pPr>
                      <a:r>
                        <a:rPr lang="en" sz="1500"/>
                        <a:t>Job Satisfaction</a:t>
                      </a:r>
                      <a:endParaRPr sz="1500"/>
                    </a:p>
                  </a:txBody>
                  <a:tcPr marL="91425" marR="91425" marT="91425" marB="91425" anchor="ctr"/>
                </a:tc>
                <a:tc>
                  <a:txBody>
                    <a:bodyPr/>
                    <a:lstStyle/>
                    <a:p>
                      <a:pPr marL="0" lvl="0" indent="0" algn="ctr" rtl="0">
                        <a:spcBef>
                          <a:spcPts val="0"/>
                        </a:spcBef>
                        <a:spcAft>
                          <a:spcPts val="0"/>
                        </a:spcAft>
                        <a:buNone/>
                      </a:pPr>
                      <a:r>
                        <a:rPr lang="en" sz="1500"/>
                        <a:t>Gender</a:t>
                      </a:r>
                      <a:endParaRPr sz="1500"/>
                    </a:p>
                  </a:txBody>
                  <a:tcPr marL="91425" marR="91425" marT="91425" marB="91425" anchor="ctr"/>
                </a:tc>
                <a:tc>
                  <a:txBody>
                    <a:bodyPr/>
                    <a:lstStyle/>
                    <a:p>
                      <a:pPr marL="0" lvl="0" indent="0" algn="ctr" rtl="0">
                        <a:spcBef>
                          <a:spcPts val="0"/>
                        </a:spcBef>
                        <a:spcAft>
                          <a:spcPts val="0"/>
                        </a:spcAft>
                        <a:buNone/>
                      </a:pPr>
                      <a:r>
                        <a:rPr lang="en" sz="1700"/>
                        <a:t>0.55</a:t>
                      </a:r>
                      <a:endParaRPr sz="1700"/>
                    </a:p>
                  </a:txBody>
                  <a:tcPr marL="91425" marR="91425" marT="91425" marB="91425" anchor="ctr"/>
                </a:tc>
                <a:extLst>
                  <a:ext uri="{0D108BD9-81ED-4DB2-BD59-A6C34878D82A}">
                    <a16:rowId xmlns:a16="http://schemas.microsoft.com/office/drawing/2014/main" val="10001"/>
                  </a:ext>
                </a:extLst>
              </a:tr>
              <a:tr h="526200">
                <a:tc>
                  <a:txBody>
                    <a:bodyPr/>
                    <a:lstStyle/>
                    <a:p>
                      <a:pPr marL="0" lvl="0" indent="0" algn="ctr" rtl="0">
                        <a:spcBef>
                          <a:spcPts val="0"/>
                        </a:spcBef>
                        <a:spcAft>
                          <a:spcPts val="0"/>
                        </a:spcAft>
                        <a:buNone/>
                      </a:pPr>
                      <a:r>
                        <a:rPr lang="en" sz="1500"/>
                        <a:t>Job Satisfaction</a:t>
                      </a:r>
                      <a:endParaRPr sz="1500"/>
                    </a:p>
                  </a:txBody>
                  <a:tcPr marL="91425" marR="91425" marT="91425" marB="91425" anchor="ctr"/>
                </a:tc>
                <a:tc>
                  <a:txBody>
                    <a:bodyPr/>
                    <a:lstStyle/>
                    <a:p>
                      <a:pPr marL="0" lvl="0" indent="0" algn="ctr" rtl="0">
                        <a:spcBef>
                          <a:spcPts val="0"/>
                        </a:spcBef>
                        <a:spcAft>
                          <a:spcPts val="0"/>
                        </a:spcAft>
                        <a:buNone/>
                      </a:pPr>
                      <a:r>
                        <a:rPr lang="en" sz="1500"/>
                        <a:t>Gender + Salary</a:t>
                      </a:r>
                      <a:endParaRPr sz="1500"/>
                    </a:p>
                  </a:txBody>
                  <a:tcPr marL="91425" marR="91425" marT="91425" marB="91425" anchor="ctr"/>
                </a:tc>
                <a:tc>
                  <a:txBody>
                    <a:bodyPr/>
                    <a:lstStyle/>
                    <a:p>
                      <a:pPr marL="0" lvl="0" indent="0" algn="ctr" rtl="0">
                        <a:spcBef>
                          <a:spcPts val="0"/>
                        </a:spcBef>
                        <a:spcAft>
                          <a:spcPts val="0"/>
                        </a:spcAft>
                        <a:buNone/>
                      </a:pPr>
                      <a:r>
                        <a:rPr lang="en" sz="1700" b="1"/>
                        <a:t>0.15</a:t>
                      </a:r>
                      <a:endParaRPr sz="1700" b="1"/>
                    </a:p>
                  </a:txBody>
                  <a:tcPr marL="91425" marR="91425" marT="91425" marB="91425" anchor="ctr"/>
                </a:tc>
                <a:extLst>
                  <a:ext uri="{0D108BD9-81ED-4DB2-BD59-A6C34878D82A}">
                    <a16:rowId xmlns:a16="http://schemas.microsoft.com/office/drawing/2014/main" val="10002"/>
                  </a:ext>
                </a:extLst>
              </a:tr>
            </a:tbl>
          </a:graphicData>
        </a:graphic>
      </p:graphicFrame>
      <p:sp>
        <p:nvSpPr>
          <p:cNvPr id="27118" name="Google Shape;27118;p56"/>
          <p:cNvSpPr txBox="1"/>
          <p:nvPr/>
        </p:nvSpPr>
        <p:spPr>
          <a:xfrm>
            <a:off x="2298150" y="4365800"/>
            <a:ext cx="4547700" cy="43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dk1"/>
                </a:solidFill>
                <a:latin typeface="Barlow"/>
                <a:ea typeface="Barlow"/>
                <a:cs typeface="Barlow"/>
                <a:sym typeface="Barlow"/>
              </a:rPr>
              <a:t>Coefficient interpretation:</a:t>
            </a:r>
            <a:r>
              <a:rPr lang="en">
                <a:solidFill>
                  <a:schemeClr val="dk1"/>
                </a:solidFill>
                <a:latin typeface="Barlow"/>
                <a:ea typeface="Barlow"/>
                <a:cs typeface="Barlow"/>
                <a:sym typeface="Barlow"/>
              </a:rPr>
              <a:t> On average, males report job satisfaction scores that are X higher than women. </a:t>
            </a:r>
            <a:endParaRPr>
              <a:solidFill>
                <a:schemeClr val="dk1"/>
              </a:solidFill>
              <a:latin typeface="Barlow"/>
              <a:ea typeface="Barlow"/>
              <a:cs typeface="Barlow"/>
              <a:sym typeface="Barlow"/>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7122"/>
        <p:cNvGrpSpPr/>
        <p:nvPr/>
      </p:nvGrpSpPr>
      <p:grpSpPr>
        <a:xfrm>
          <a:off x="0" y="0"/>
          <a:ext cx="0" cy="0"/>
          <a:chOff x="0" y="0"/>
          <a:chExt cx="0" cy="0"/>
        </a:xfrm>
      </p:grpSpPr>
      <p:sp>
        <p:nvSpPr>
          <p:cNvPr id="27123" name="Google Shape;27123;p57"/>
          <p:cNvSpPr/>
          <p:nvPr/>
        </p:nvSpPr>
        <p:spPr>
          <a:xfrm>
            <a:off x="4654200" y="1619225"/>
            <a:ext cx="4126800" cy="33663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124" name="Google Shape;27124;p57"/>
          <p:cNvSpPr/>
          <p:nvPr/>
        </p:nvSpPr>
        <p:spPr>
          <a:xfrm>
            <a:off x="286300" y="1619225"/>
            <a:ext cx="4126800" cy="33663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Barlow"/>
              <a:ea typeface="Barlow"/>
              <a:cs typeface="Barlow"/>
              <a:sym typeface="Barlow"/>
            </a:endParaRPr>
          </a:p>
        </p:txBody>
      </p:sp>
      <p:sp>
        <p:nvSpPr>
          <p:cNvPr id="27125" name="Google Shape;27125;p57"/>
          <p:cNvSpPr txBox="1">
            <a:spLocks noGrp="1"/>
          </p:cNvSpPr>
          <p:nvPr>
            <p:ph type="title"/>
          </p:nvPr>
        </p:nvSpPr>
        <p:spPr>
          <a:xfrm>
            <a:off x="720000" y="11207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Predicting Job Satisfaction</a:t>
            </a:r>
            <a:endParaRPr/>
          </a:p>
          <a:p>
            <a:pPr marL="0" lvl="0" indent="0" algn="ctr" rtl="0">
              <a:spcBef>
                <a:spcPts val="0"/>
              </a:spcBef>
              <a:spcAft>
                <a:spcPts val="0"/>
              </a:spcAft>
              <a:buNone/>
            </a:pPr>
            <a:r>
              <a:rPr lang="en" sz="2000"/>
              <a:t>How we found the best predictors of Job Satisfaction</a:t>
            </a:r>
            <a:endParaRPr sz="2000"/>
          </a:p>
          <a:p>
            <a:pPr marL="0" lvl="0" indent="0" algn="ctr" rtl="0">
              <a:spcBef>
                <a:spcPts val="0"/>
              </a:spcBef>
              <a:spcAft>
                <a:spcPts val="0"/>
              </a:spcAft>
              <a:buNone/>
            </a:pPr>
            <a:endParaRPr/>
          </a:p>
        </p:txBody>
      </p:sp>
      <p:sp>
        <p:nvSpPr>
          <p:cNvPr id="27126" name="Google Shape;27126;p57"/>
          <p:cNvSpPr/>
          <p:nvPr/>
        </p:nvSpPr>
        <p:spPr>
          <a:xfrm>
            <a:off x="286300" y="1135325"/>
            <a:ext cx="4126800" cy="483900"/>
          </a:xfrm>
          <a:prstGeom prst="rect">
            <a:avLst/>
          </a:prstGeom>
          <a:solidFill>
            <a:srgbClr val="5F819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lt1"/>
                </a:solidFill>
                <a:latin typeface="Barlow"/>
                <a:ea typeface="Barlow"/>
                <a:cs typeface="Barlow"/>
                <a:sym typeface="Barlow"/>
              </a:rPr>
              <a:t>Forward Selection</a:t>
            </a:r>
            <a:endParaRPr sz="1800">
              <a:solidFill>
                <a:schemeClr val="lt1"/>
              </a:solidFill>
              <a:latin typeface="Barlow"/>
              <a:ea typeface="Barlow"/>
              <a:cs typeface="Barlow"/>
              <a:sym typeface="Barlow"/>
            </a:endParaRPr>
          </a:p>
        </p:txBody>
      </p:sp>
      <p:sp>
        <p:nvSpPr>
          <p:cNvPr id="27127" name="Google Shape;27127;p57"/>
          <p:cNvSpPr/>
          <p:nvPr/>
        </p:nvSpPr>
        <p:spPr>
          <a:xfrm>
            <a:off x="4654200" y="1135325"/>
            <a:ext cx="4126800" cy="4839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latin typeface="Barlow"/>
                <a:ea typeface="Barlow"/>
                <a:cs typeface="Barlow"/>
                <a:sym typeface="Barlow"/>
              </a:rPr>
              <a:t>Backward Selection</a:t>
            </a:r>
            <a:endParaRPr sz="1800">
              <a:latin typeface="Barlow"/>
              <a:ea typeface="Barlow"/>
              <a:cs typeface="Barlow"/>
              <a:sym typeface="Barlow"/>
            </a:endParaRPr>
          </a:p>
        </p:txBody>
      </p:sp>
      <p:sp>
        <p:nvSpPr>
          <p:cNvPr id="27128" name="Google Shape;27128;p57"/>
          <p:cNvSpPr/>
          <p:nvPr/>
        </p:nvSpPr>
        <p:spPr>
          <a:xfrm>
            <a:off x="3049043" y="1778100"/>
            <a:ext cx="1237200" cy="2397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Empty Model</a:t>
            </a:r>
            <a:endParaRPr sz="1300">
              <a:latin typeface="Barlow"/>
              <a:ea typeface="Barlow"/>
              <a:cs typeface="Barlow"/>
              <a:sym typeface="Barlow"/>
            </a:endParaRPr>
          </a:p>
        </p:txBody>
      </p:sp>
      <p:sp>
        <p:nvSpPr>
          <p:cNvPr id="27129" name="Google Shape;27129;p57"/>
          <p:cNvSpPr txBox="1"/>
          <p:nvPr/>
        </p:nvSpPr>
        <p:spPr>
          <a:xfrm>
            <a:off x="1009128" y="1719703"/>
            <a:ext cx="1315800" cy="357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Barlow"/>
                <a:ea typeface="Barlow"/>
                <a:cs typeface="Barlow"/>
                <a:sym typeface="Barlow"/>
              </a:rPr>
              <a:t>Start</a:t>
            </a:r>
            <a:endParaRPr sz="1800">
              <a:solidFill>
                <a:schemeClr val="dk1"/>
              </a:solidFill>
              <a:latin typeface="Barlow"/>
              <a:ea typeface="Barlow"/>
              <a:cs typeface="Barlow"/>
              <a:sym typeface="Barlow"/>
            </a:endParaRPr>
          </a:p>
        </p:txBody>
      </p:sp>
      <p:sp>
        <p:nvSpPr>
          <p:cNvPr id="27130" name="Google Shape;27130;p57"/>
          <p:cNvSpPr/>
          <p:nvPr/>
        </p:nvSpPr>
        <p:spPr>
          <a:xfrm>
            <a:off x="3059456" y="2254038"/>
            <a:ext cx="1237200" cy="4266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Test Each Variable</a:t>
            </a:r>
            <a:endParaRPr sz="1300">
              <a:latin typeface="Barlow"/>
              <a:ea typeface="Barlow"/>
              <a:cs typeface="Barlow"/>
              <a:sym typeface="Barlow"/>
            </a:endParaRPr>
          </a:p>
        </p:txBody>
      </p:sp>
      <p:sp>
        <p:nvSpPr>
          <p:cNvPr id="27131" name="Google Shape;27131;p57"/>
          <p:cNvSpPr txBox="1"/>
          <p:nvPr/>
        </p:nvSpPr>
        <p:spPr>
          <a:xfrm>
            <a:off x="354237" y="2229025"/>
            <a:ext cx="2441100" cy="426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Does it improve adjusted R</a:t>
            </a:r>
            <a:r>
              <a:rPr lang="en" baseline="30000">
                <a:solidFill>
                  <a:schemeClr val="dk1"/>
                </a:solidFill>
                <a:latin typeface="Barlow"/>
                <a:ea typeface="Barlow"/>
                <a:cs typeface="Barlow"/>
                <a:sym typeface="Barlow"/>
              </a:rPr>
              <a:t>2 </a:t>
            </a:r>
            <a:r>
              <a:rPr lang="en">
                <a:solidFill>
                  <a:schemeClr val="dk1"/>
                </a:solidFill>
                <a:latin typeface="Barlow"/>
                <a:ea typeface="Barlow"/>
                <a:cs typeface="Barlow"/>
                <a:sym typeface="Barlow"/>
              </a:rPr>
              <a:t>?</a:t>
            </a:r>
            <a:endParaRPr>
              <a:solidFill>
                <a:schemeClr val="dk1"/>
              </a:solidFill>
              <a:latin typeface="Barlow"/>
              <a:ea typeface="Barlow"/>
              <a:cs typeface="Barlow"/>
              <a:sym typeface="Barlow"/>
            </a:endParaRPr>
          </a:p>
        </p:txBody>
      </p:sp>
      <p:sp>
        <p:nvSpPr>
          <p:cNvPr id="27132" name="Google Shape;27132;p57"/>
          <p:cNvSpPr/>
          <p:nvPr/>
        </p:nvSpPr>
        <p:spPr>
          <a:xfrm>
            <a:off x="3049043" y="2950562"/>
            <a:ext cx="1237200" cy="4266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Add Best Variable</a:t>
            </a:r>
            <a:endParaRPr sz="1300">
              <a:latin typeface="Barlow"/>
              <a:ea typeface="Barlow"/>
              <a:cs typeface="Barlow"/>
              <a:sym typeface="Barlow"/>
            </a:endParaRPr>
          </a:p>
        </p:txBody>
      </p:sp>
      <p:sp>
        <p:nvSpPr>
          <p:cNvPr id="27133" name="Google Shape;27133;p57"/>
          <p:cNvSpPr txBox="1"/>
          <p:nvPr/>
        </p:nvSpPr>
        <p:spPr>
          <a:xfrm>
            <a:off x="392175" y="2950550"/>
            <a:ext cx="2549700" cy="426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Add the variable that improved adjusted R</a:t>
            </a:r>
            <a:r>
              <a:rPr lang="en" baseline="30000">
                <a:solidFill>
                  <a:schemeClr val="dk1"/>
                </a:solidFill>
                <a:latin typeface="Barlow"/>
                <a:ea typeface="Barlow"/>
                <a:cs typeface="Barlow"/>
                <a:sym typeface="Barlow"/>
              </a:rPr>
              <a:t>2</a:t>
            </a:r>
            <a:r>
              <a:rPr lang="en">
                <a:solidFill>
                  <a:schemeClr val="dk1"/>
                </a:solidFill>
                <a:latin typeface="Barlow"/>
                <a:ea typeface="Barlow"/>
                <a:cs typeface="Barlow"/>
                <a:sym typeface="Barlow"/>
              </a:rPr>
              <a:t> the most</a:t>
            </a:r>
            <a:endParaRPr>
              <a:solidFill>
                <a:schemeClr val="dk1"/>
              </a:solidFill>
              <a:latin typeface="Barlow"/>
              <a:ea typeface="Barlow"/>
              <a:cs typeface="Barlow"/>
              <a:sym typeface="Barlow"/>
            </a:endParaRPr>
          </a:p>
        </p:txBody>
      </p:sp>
      <p:sp>
        <p:nvSpPr>
          <p:cNvPr id="27134" name="Google Shape;27134;p57"/>
          <p:cNvSpPr/>
          <p:nvPr/>
        </p:nvSpPr>
        <p:spPr>
          <a:xfrm>
            <a:off x="3159300" y="3486525"/>
            <a:ext cx="1016400" cy="1016400"/>
          </a:xfrm>
          <a:prstGeom prst="octagon">
            <a:avLst>
              <a:gd name="adj" fmla="val 29289"/>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Barlow"/>
              <a:ea typeface="Barlow"/>
              <a:cs typeface="Barlow"/>
              <a:sym typeface="Barlow"/>
            </a:endParaRPr>
          </a:p>
        </p:txBody>
      </p:sp>
      <p:sp>
        <p:nvSpPr>
          <p:cNvPr id="27135" name="Google Shape;27135;p57"/>
          <p:cNvSpPr txBox="1"/>
          <p:nvPr/>
        </p:nvSpPr>
        <p:spPr>
          <a:xfrm>
            <a:off x="3198902" y="3792390"/>
            <a:ext cx="937500" cy="4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Barlow"/>
                <a:ea typeface="Barlow"/>
                <a:cs typeface="Barlow"/>
                <a:sym typeface="Barlow"/>
              </a:rPr>
              <a:t>STOP?</a:t>
            </a:r>
            <a:endParaRPr sz="2000" b="1">
              <a:solidFill>
                <a:schemeClr val="lt1"/>
              </a:solidFill>
              <a:latin typeface="Barlow"/>
              <a:ea typeface="Barlow"/>
              <a:cs typeface="Barlow"/>
              <a:sym typeface="Barlow"/>
            </a:endParaRPr>
          </a:p>
        </p:txBody>
      </p:sp>
      <p:sp>
        <p:nvSpPr>
          <p:cNvPr id="27136" name="Google Shape;27136;p57"/>
          <p:cNvSpPr txBox="1"/>
          <p:nvPr/>
        </p:nvSpPr>
        <p:spPr>
          <a:xfrm>
            <a:off x="354225" y="3781450"/>
            <a:ext cx="2625600" cy="426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Stop when no remaining variables improve adjusted R</a:t>
            </a:r>
            <a:r>
              <a:rPr lang="en" baseline="30000">
                <a:solidFill>
                  <a:schemeClr val="dk1"/>
                </a:solidFill>
                <a:latin typeface="Barlow"/>
                <a:ea typeface="Barlow"/>
                <a:cs typeface="Barlow"/>
                <a:sym typeface="Barlow"/>
              </a:rPr>
              <a:t>2</a:t>
            </a:r>
            <a:endParaRPr>
              <a:solidFill>
                <a:schemeClr val="dk1"/>
              </a:solidFill>
              <a:latin typeface="Barlow"/>
              <a:ea typeface="Barlow"/>
              <a:cs typeface="Barlow"/>
              <a:sym typeface="Barlow"/>
            </a:endParaRPr>
          </a:p>
        </p:txBody>
      </p:sp>
      <p:sp>
        <p:nvSpPr>
          <p:cNvPr id="27137" name="Google Shape;27137;p57"/>
          <p:cNvSpPr/>
          <p:nvPr/>
        </p:nvSpPr>
        <p:spPr>
          <a:xfrm>
            <a:off x="7191313" y="1698988"/>
            <a:ext cx="1401900" cy="2715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Full Model</a:t>
            </a:r>
            <a:endParaRPr sz="1300">
              <a:latin typeface="Barlow"/>
              <a:ea typeface="Barlow"/>
              <a:cs typeface="Barlow"/>
              <a:sym typeface="Barlow"/>
            </a:endParaRPr>
          </a:p>
        </p:txBody>
      </p:sp>
      <p:sp>
        <p:nvSpPr>
          <p:cNvPr id="27138" name="Google Shape;27138;p57"/>
          <p:cNvSpPr txBox="1"/>
          <p:nvPr/>
        </p:nvSpPr>
        <p:spPr>
          <a:xfrm>
            <a:off x="5304001" y="1698988"/>
            <a:ext cx="1307100" cy="4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dk1"/>
                </a:solidFill>
                <a:latin typeface="Barlow"/>
                <a:ea typeface="Barlow"/>
                <a:cs typeface="Barlow"/>
                <a:sym typeface="Barlow"/>
              </a:rPr>
              <a:t>Start</a:t>
            </a:r>
            <a:endParaRPr sz="1800">
              <a:solidFill>
                <a:schemeClr val="dk1"/>
              </a:solidFill>
              <a:latin typeface="Barlow"/>
              <a:ea typeface="Barlow"/>
              <a:cs typeface="Barlow"/>
              <a:sym typeface="Barlow"/>
            </a:endParaRPr>
          </a:p>
        </p:txBody>
      </p:sp>
      <p:sp>
        <p:nvSpPr>
          <p:cNvPr id="27139" name="Google Shape;27139;p57"/>
          <p:cNvSpPr/>
          <p:nvPr/>
        </p:nvSpPr>
        <p:spPr>
          <a:xfrm>
            <a:off x="7191313" y="2172638"/>
            <a:ext cx="1401900" cy="4839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Test Each Variable</a:t>
            </a:r>
            <a:endParaRPr sz="1300">
              <a:latin typeface="Barlow"/>
              <a:ea typeface="Barlow"/>
              <a:cs typeface="Barlow"/>
              <a:sym typeface="Barlow"/>
            </a:endParaRPr>
          </a:p>
        </p:txBody>
      </p:sp>
      <p:sp>
        <p:nvSpPr>
          <p:cNvPr id="27140" name="Google Shape;27140;p57"/>
          <p:cNvSpPr txBox="1"/>
          <p:nvPr/>
        </p:nvSpPr>
        <p:spPr>
          <a:xfrm>
            <a:off x="4940672" y="2183463"/>
            <a:ext cx="1955400" cy="48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What is the variables significance?</a:t>
            </a:r>
            <a:endParaRPr>
              <a:solidFill>
                <a:schemeClr val="dk1"/>
              </a:solidFill>
              <a:latin typeface="Barlow"/>
              <a:ea typeface="Barlow"/>
              <a:cs typeface="Barlow"/>
              <a:sym typeface="Barlow"/>
            </a:endParaRPr>
          </a:p>
        </p:txBody>
      </p:sp>
      <p:sp>
        <p:nvSpPr>
          <p:cNvPr id="27141" name="Google Shape;27141;p57"/>
          <p:cNvSpPr/>
          <p:nvPr/>
        </p:nvSpPr>
        <p:spPr>
          <a:xfrm>
            <a:off x="7191313" y="2858663"/>
            <a:ext cx="1401900" cy="4839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latin typeface="Barlow"/>
                <a:ea typeface="Barlow"/>
                <a:cs typeface="Barlow"/>
                <a:sym typeface="Barlow"/>
              </a:rPr>
              <a:t>Remove variable?</a:t>
            </a:r>
            <a:endParaRPr sz="1300">
              <a:latin typeface="Barlow"/>
              <a:ea typeface="Barlow"/>
              <a:cs typeface="Barlow"/>
              <a:sym typeface="Barlow"/>
            </a:endParaRPr>
          </a:p>
        </p:txBody>
      </p:sp>
      <p:sp>
        <p:nvSpPr>
          <p:cNvPr id="27142" name="Google Shape;27142;p57"/>
          <p:cNvSpPr txBox="1"/>
          <p:nvPr/>
        </p:nvSpPr>
        <p:spPr>
          <a:xfrm>
            <a:off x="4979850" y="2858675"/>
            <a:ext cx="2054100" cy="48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Remove variable with the largest insignificant p-value</a:t>
            </a:r>
            <a:endParaRPr>
              <a:solidFill>
                <a:schemeClr val="dk1"/>
              </a:solidFill>
              <a:latin typeface="Barlow"/>
              <a:ea typeface="Barlow"/>
              <a:cs typeface="Barlow"/>
              <a:sym typeface="Barlow"/>
            </a:endParaRPr>
          </a:p>
        </p:txBody>
      </p:sp>
      <p:sp>
        <p:nvSpPr>
          <p:cNvPr id="27143" name="Google Shape;27143;p57"/>
          <p:cNvSpPr/>
          <p:nvPr/>
        </p:nvSpPr>
        <p:spPr>
          <a:xfrm>
            <a:off x="7384063" y="3486513"/>
            <a:ext cx="1016400" cy="1016400"/>
          </a:xfrm>
          <a:prstGeom prst="octagon">
            <a:avLst>
              <a:gd name="adj" fmla="val 29289"/>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Barlow"/>
              <a:ea typeface="Barlow"/>
              <a:cs typeface="Barlow"/>
              <a:sym typeface="Barlow"/>
            </a:endParaRPr>
          </a:p>
        </p:txBody>
      </p:sp>
      <p:sp>
        <p:nvSpPr>
          <p:cNvPr id="27144" name="Google Shape;27144;p57"/>
          <p:cNvSpPr txBox="1"/>
          <p:nvPr/>
        </p:nvSpPr>
        <p:spPr>
          <a:xfrm>
            <a:off x="7423663" y="3792363"/>
            <a:ext cx="937200" cy="4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lt1"/>
                </a:solidFill>
                <a:latin typeface="Barlow"/>
                <a:ea typeface="Barlow"/>
                <a:cs typeface="Barlow"/>
                <a:sym typeface="Barlow"/>
              </a:rPr>
              <a:t>STOP?</a:t>
            </a:r>
            <a:endParaRPr sz="2000" b="1">
              <a:solidFill>
                <a:schemeClr val="lt1"/>
              </a:solidFill>
              <a:latin typeface="Barlow"/>
              <a:ea typeface="Barlow"/>
              <a:cs typeface="Barlow"/>
              <a:sym typeface="Barlow"/>
            </a:endParaRPr>
          </a:p>
        </p:txBody>
      </p:sp>
      <p:sp>
        <p:nvSpPr>
          <p:cNvPr id="27145" name="Google Shape;27145;p57"/>
          <p:cNvSpPr txBox="1"/>
          <p:nvPr/>
        </p:nvSpPr>
        <p:spPr>
          <a:xfrm>
            <a:off x="4802825" y="3752763"/>
            <a:ext cx="2231100" cy="48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Stop when every remaining variable in the model is significant</a:t>
            </a:r>
            <a:endParaRPr>
              <a:solidFill>
                <a:schemeClr val="dk1"/>
              </a:solidFill>
              <a:latin typeface="Barlow"/>
              <a:ea typeface="Barlow"/>
              <a:cs typeface="Barlow"/>
              <a:sym typeface="Barlow"/>
            </a:endParaRPr>
          </a:p>
        </p:txBody>
      </p:sp>
      <p:graphicFrame>
        <p:nvGraphicFramePr>
          <p:cNvPr id="27146" name="Google Shape;27146;p57"/>
          <p:cNvGraphicFramePr/>
          <p:nvPr/>
        </p:nvGraphicFramePr>
        <p:xfrm>
          <a:off x="286300" y="4582025"/>
          <a:ext cx="3000000" cy="3000000"/>
        </p:xfrm>
        <a:graphic>
          <a:graphicData uri="http://schemas.openxmlformats.org/drawingml/2006/table">
            <a:tbl>
              <a:tblPr>
                <a:noFill/>
                <a:tableStyleId>{74099DDC-5081-4392-A6FF-06610BA4A3F5}</a:tableStyleId>
              </a:tblPr>
              <a:tblGrid>
                <a:gridCol w="2063400">
                  <a:extLst>
                    <a:ext uri="{9D8B030D-6E8A-4147-A177-3AD203B41FA5}">
                      <a16:colId xmlns:a16="http://schemas.microsoft.com/office/drawing/2014/main" val="20000"/>
                    </a:ext>
                  </a:extLst>
                </a:gridCol>
                <a:gridCol w="2063400">
                  <a:extLst>
                    <a:ext uri="{9D8B030D-6E8A-4147-A177-3AD203B41FA5}">
                      <a16:colId xmlns:a16="http://schemas.microsoft.com/office/drawing/2014/main" val="20001"/>
                    </a:ext>
                  </a:extLst>
                </a:gridCol>
              </a:tblGrid>
              <a:tr h="404700">
                <a:tc>
                  <a:txBody>
                    <a:bodyPr/>
                    <a:lstStyle/>
                    <a:p>
                      <a:pPr marL="0" lvl="0" indent="0" algn="ctr" rtl="0">
                        <a:spcBef>
                          <a:spcPts val="0"/>
                        </a:spcBef>
                        <a:spcAft>
                          <a:spcPts val="0"/>
                        </a:spcAft>
                        <a:buNone/>
                      </a:pPr>
                      <a:r>
                        <a:rPr lang="en">
                          <a:solidFill>
                            <a:schemeClr val="lt1"/>
                          </a:solidFill>
                          <a:latin typeface="Barlow"/>
                          <a:ea typeface="Barlow"/>
                          <a:cs typeface="Barlow"/>
                          <a:sym typeface="Barlow"/>
                        </a:rPr>
                        <a:t>Adjusted R</a:t>
                      </a:r>
                      <a:r>
                        <a:rPr lang="en" baseline="30000">
                          <a:solidFill>
                            <a:schemeClr val="lt1"/>
                          </a:solidFill>
                          <a:latin typeface="Barlow"/>
                          <a:ea typeface="Barlow"/>
                          <a:cs typeface="Barlow"/>
                          <a:sym typeface="Barlow"/>
                        </a:rPr>
                        <a:t>2</a:t>
                      </a:r>
                      <a:endParaRPr baseline="30000">
                        <a:solidFill>
                          <a:schemeClr val="lt1"/>
                        </a:solidFill>
                        <a:latin typeface="Barlow"/>
                        <a:ea typeface="Barlow"/>
                        <a:cs typeface="Barlow"/>
                        <a:sym typeface="Barlow"/>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5F8195"/>
                    </a:solidFill>
                  </a:tcPr>
                </a:tc>
                <a:tc>
                  <a:txBody>
                    <a:bodyPr/>
                    <a:lstStyle/>
                    <a:p>
                      <a:pPr marL="0" lvl="0" indent="0" algn="ctr" rtl="0">
                        <a:spcBef>
                          <a:spcPts val="0"/>
                        </a:spcBef>
                        <a:spcAft>
                          <a:spcPts val="0"/>
                        </a:spcAft>
                        <a:buNone/>
                      </a:pPr>
                      <a:r>
                        <a:rPr lang="en" sz="1500" b="1"/>
                        <a:t>0.35</a:t>
                      </a:r>
                      <a:endParaRPr sz="1500" b="1"/>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00C3B1"/>
                    </a:solidFill>
                  </a:tcPr>
                </a:tc>
                <a:extLst>
                  <a:ext uri="{0D108BD9-81ED-4DB2-BD59-A6C34878D82A}">
                    <a16:rowId xmlns:a16="http://schemas.microsoft.com/office/drawing/2014/main" val="10000"/>
                  </a:ext>
                </a:extLst>
              </a:tr>
            </a:tbl>
          </a:graphicData>
        </a:graphic>
      </p:graphicFrame>
      <p:graphicFrame>
        <p:nvGraphicFramePr>
          <p:cNvPr id="27147" name="Google Shape;27147;p57"/>
          <p:cNvGraphicFramePr/>
          <p:nvPr/>
        </p:nvGraphicFramePr>
        <p:xfrm>
          <a:off x="4654200" y="4582025"/>
          <a:ext cx="3000000" cy="3000000"/>
        </p:xfrm>
        <a:graphic>
          <a:graphicData uri="http://schemas.openxmlformats.org/drawingml/2006/table">
            <a:tbl>
              <a:tblPr>
                <a:noFill/>
                <a:tableStyleId>{74099DDC-5081-4392-A6FF-06610BA4A3F5}</a:tableStyleId>
              </a:tblPr>
              <a:tblGrid>
                <a:gridCol w="2063400">
                  <a:extLst>
                    <a:ext uri="{9D8B030D-6E8A-4147-A177-3AD203B41FA5}">
                      <a16:colId xmlns:a16="http://schemas.microsoft.com/office/drawing/2014/main" val="20000"/>
                    </a:ext>
                  </a:extLst>
                </a:gridCol>
                <a:gridCol w="2063400">
                  <a:extLst>
                    <a:ext uri="{9D8B030D-6E8A-4147-A177-3AD203B41FA5}">
                      <a16:colId xmlns:a16="http://schemas.microsoft.com/office/drawing/2014/main" val="20001"/>
                    </a:ext>
                  </a:extLst>
                </a:gridCol>
              </a:tblGrid>
              <a:tr h="404700">
                <a:tc>
                  <a:txBody>
                    <a:bodyPr/>
                    <a:lstStyle/>
                    <a:p>
                      <a:pPr marL="0" lvl="0" indent="0" algn="ctr" rtl="0">
                        <a:spcBef>
                          <a:spcPts val="0"/>
                        </a:spcBef>
                        <a:spcAft>
                          <a:spcPts val="0"/>
                        </a:spcAft>
                        <a:buNone/>
                      </a:pPr>
                      <a:r>
                        <a:rPr lang="en">
                          <a:solidFill>
                            <a:schemeClr val="dk1"/>
                          </a:solidFill>
                          <a:latin typeface="Barlow"/>
                          <a:ea typeface="Barlow"/>
                          <a:cs typeface="Barlow"/>
                          <a:sym typeface="Barlow"/>
                        </a:rPr>
                        <a:t>Adjusted R</a:t>
                      </a:r>
                      <a:r>
                        <a:rPr lang="en" baseline="30000">
                          <a:solidFill>
                            <a:schemeClr val="dk1"/>
                          </a:solidFill>
                          <a:latin typeface="Barlow"/>
                          <a:ea typeface="Barlow"/>
                          <a:cs typeface="Barlow"/>
                          <a:sym typeface="Barlow"/>
                        </a:rPr>
                        <a:t>2</a:t>
                      </a:r>
                      <a:endParaRPr baseline="30000">
                        <a:solidFill>
                          <a:schemeClr val="dk1"/>
                        </a:solidFill>
                        <a:latin typeface="Barlow"/>
                        <a:ea typeface="Barlow"/>
                        <a:cs typeface="Barlow"/>
                        <a:sym typeface="Barlow"/>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500">
                          <a:solidFill>
                            <a:schemeClr val="dk1"/>
                          </a:solidFill>
                        </a:rPr>
                        <a:t>0.34</a:t>
                      </a:r>
                      <a:endParaRPr sz="1500">
                        <a:solidFill>
                          <a:schemeClr val="dk1"/>
                        </a:solidFill>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7151"/>
        <p:cNvGrpSpPr/>
        <p:nvPr/>
      </p:nvGrpSpPr>
      <p:grpSpPr>
        <a:xfrm>
          <a:off x="0" y="0"/>
          <a:ext cx="0" cy="0"/>
          <a:chOff x="0" y="0"/>
          <a:chExt cx="0" cy="0"/>
        </a:xfrm>
      </p:grpSpPr>
      <p:sp>
        <p:nvSpPr>
          <p:cNvPr id="27152" name="Google Shape;27152;p58"/>
          <p:cNvSpPr txBox="1">
            <a:spLocks noGrp="1"/>
          </p:cNvSpPr>
          <p:nvPr>
            <p:ph type="title"/>
          </p:nvPr>
        </p:nvSpPr>
        <p:spPr>
          <a:xfrm>
            <a:off x="720000" y="200950"/>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Predicting Job Satisfaction</a:t>
            </a:r>
            <a:endParaRPr/>
          </a:p>
          <a:p>
            <a:pPr marL="0" lvl="0" indent="0" algn="ctr" rtl="0">
              <a:spcBef>
                <a:spcPts val="0"/>
              </a:spcBef>
              <a:spcAft>
                <a:spcPts val="0"/>
              </a:spcAft>
              <a:buNone/>
            </a:pPr>
            <a:r>
              <a:rPr lang="en" sz="2000"/>
              <a:t>Key Predictors of Job Satisfaction and Results</a:t>
            </a:r>
            <a:endParaRPr/>
          </a:p>
        </p:txBody>
      </p:sp>
      <p:graphicFrame>
        <p:nvGraphicFramePr>
          <p:cNvPr id="27153" name="Google Shape;27153;p58"/>
          <p:cNvGraphicFramePr/>
          <p:nvPr/>
        </p:nvGraphicFramePr>
        <p:xfrm>
          <a:off x="315725" y="1122700"/>
          <a:ext cx="3000000" cy="3000000"/>
        </p:xfrm>
        <a:graphic>
          <a:graphicData uri="http://schemas.openxmlformats.org/drawingml/2006/table">
            <a:tbl>
              <a:tblPr>
                <a:noFill/>
                <a:tableStyleId>{74099DDC-5081-4392-A6FF-06610BA4A3F5}</a:tableStyleId>
              </a:tblPr>
              <a:tblGrid>
                <a:gridCol w="1864925">
                  <a:extLst>
                    <a:ext uri="{9D8B030D-6E8A-4147-A177-3AD203B41FA5}">
                      <a16:colId xmlns:a16="http://schemas.microsoft.com/office/drawing/2014/main" val="20000"/>
                    </a:ext>
                  </a:extLst>
                </a:gridCol>
                <a:gridCol w="1268950">
                  <a:extLst>
                    <a:ext uri="{9D8B030D-6E8A-4147-A177-3AD203B41FA5}">
                      <a16:colId xmlns:a16="http://schemas.microsoft.com/office/drawing/2014/main" val="20001"/>
                    </a:ext>
                  </a:extLst>
                </a:gridCol>
                <a:gridCol w="1151375">
                  <a:extLst>
                    <a:ext uri="{9D8B030D-6E8A-4147-A177-3AD203B41FA5}">
                      <a16:colId xmlns:a16="http://schemas.microsoft.com/office/drawing/2014/main" val="20002"/>
                    </a:ext>
                  </a:extLst>
                </a:gridCol>
                <a:gridCol w="4227275">
                  <a:extLst>
                    <a:ext uri="{9D8B030D-6E8A-4147-A177-3AD203B41FA5}">
                      <a16:colId xmlns:a16="http://schemas.microsoft.com/office/drawing/2014/main" val="20003"/>
                    </a:ext>
                  </a:extLst>
                </a:gridCol>
              </a:tblGrid>
              <a:tr h="381000">
                <a:tc>
                  <a:txBody>
                    <a:bodyPr/>
                    <a:lstStyle/>
                    <a:p>
                      <a:pPr marL="0" lvl="0" indent="0" algn="ctr" rtl="0">
                        <a:spcBef>
                          <a:spcPts val="0"/>
                        </a:spcBef>
                        <a:spcAft>
                          <a:spcPts val="0"/>
                        </a:spcAft>
                        <a:buNone/>
                      </a:pPr>
                      <a:r>
                        <a:rPr lang="en" b="1">
                          <a:solidFill>
                            <a:schemeClr val="lt1"/>
                          </a:solidFill>
                        </a:rPr>
                        <a:t>Variable</a:t>
                      </a:r>
                      <a:endParaRPr b="1">
                        <a:solidFill>
                          <a:schemeClr val="lt1"/>
                        </a:solidFill>
                      </a:endParaRPr>
                    </a:p>
                  </a:txBody>
                  <a:tcPr marL="91425" marR="91425" marT="91425" marB="91425" anchor="ctr">
                    <a:lnB w="9525" cap="flat" cmpd="sng">
                      <a:solidFill>
                        <a:srgbClr val="9E9E9E"/>
                      </a:solidFill>
                      <a:prstDash val="solid"/>
                      <a:round/>
                      <a:headEnd type="none" w="sm" len="sm"/>
                      <a:tailEnd type="none" w="sm" len="sm"/>
                    </a:lnB>
                    <a:solidFill>
                      <a:srgbClr val="5F8195"/>
                    </a:solidFill>
                  </a:tcPr>
                </a:tc>
                <a:tc>
                  <a:txBody>
                    <a:bodyPr/>
                    <a:lstStyle/>
                    <a:p>
                      <a:pPr marL="0" lvl="0" indent="0" algn="ctr" rtl="0">
                        <a:spcBef>
                          <a:spcPts val="0"/>
                        </a:spcBef>
                        <a:spcAft>
                          <a:spcPts val="0"/>
                        </a:spcAft>
                        <a:buNone/>
                      </a:pPr>
                      <a:r>
                        <a:rPr lang="en" b="1"/>
                        <a:t>Significant?</a:t>
                      </a:r>
                      <a:endParaRPr b="1"/>
                    </a:p>
                  </a:txBody>
                  <a:tcPr marL="91425" marR="91425" marT="91425" marB="91425" anchor="ctr">
                    <a:lnB w="9525" cap="flat" cmpd="sng">
                      <a:solidFill>
                        <a:srgbClr val="9E9E9E"/>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b="1"/>
                        <a:t>Coefficient</a:t>
                      </a:r>
                      <a:endParaRPr b="1"/>
                    </a:p>
                  </a:txBody>
                  <a:tcPr marL="91425" marR="91425" marT="91425" marB="91425" anchor="ctr">
                    <a:lnB w="9525" cap="flat" cmpd="sng">
                      <a:solidFill>
                        <a:srgbClr val="9E9E9E"/>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b="1">
                          <a:solidFill>
                            <a:srgbClr val="191919"/>
                          </a:solidFill>
                        </a:rPr>
                        <a:t>Interpretation (on average)</a:t>
                      </a:r>
                      <a:endParaRPr b="1">
                        <a:solidFill>
                          <a:srgbClr val="191919"/>
                        </a:solidFill>
                      </a:endParaRPr>
                    </a:p>
                  </a:txBody>
                  <a:tcPr marL="91425" marR="91425" marT="91425" marB="91425" anchor="ctr">
                    <a:lnB w="9525" cap="flat" cmpd="sng">
                      <a:solidFill>
                        <a:srgbClr val="9E9E9E"/>
                      </a:solidFill>
                      <a:prstDash val="solid"/>
                      <a:round/>
                      <a:headEnd type="none" w="sm" len="sm"/>
                      <a:tailEnd type="none" w="sm" len="sm"/>
                    </a:lnB>
                    <a:solidFill>
                      <a:srgbClr val="00C3B1"/>
                    </a:solidFill>
                  </a:tcPr>
                </a:tc>
                <a:extLst>
                  <a:ext uri="{0D108BD9-81ED-4DB2-BD59-A6C34878D82A}">
                    <a16:rowId xmlns:a16="http://schemas.microsoft.com/office/drawing/2014/main" val="10000"/>
                  </a:ext>
                </a:extLst>
              </a:tr>
              <a:tr h="598525">
                <a:tc>
                  <a:txBody>
                    <a:bodyPr/>
                    <a:lstStyle/>
                    <a:p>
                      <a:pPr marL="0" lvl="0" indent="0" algn="ctr" rtl="0">
                        <a:spcBef>
                          <a:spcPts val="0"/>
                        </a:spcBef>
                        <a:spcAft>
                          <a:spcPts val="0"/>
                        </a:spcAft>
                        <a:buNone/>
                      </a:pPr>
                      <a:r>
                        <a:rPr lang="en" b="1"/>
                        <a:t>Salary</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900"/>
                        <a:t>✔</a:t>
                      </a:r>
                      <a:endParaRPr sz="19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solidFill>
                      <a:srgbClr val="FFE599"/>
                    </a:solidFill>
                  </a:tcPr>
                </a:tc>
                <a:tc>
                  <a:txBody>
                    <a:bodyPr/>
                    <a:lstStyle/>
                    <a:p>
                      <a:pPr marL="0" lvl="0" indent="0" algn="ctr" rtl="0">
                        <a:spcBef>
                          <a:spcPts val="0"/>
                        </a:spcBef>
                        <a:spcAft>
                          <a:spcPts val="0"/>
                        </a:spcAft>
                        <a:buNone/>
                      </a:pPr>
                      <a:r>
                        <a:rPr lang="en" b="1"/>
                        <a:t>0.42*</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300"/>
                        <a:t>Each additional $10k* in salary increases Job Satisfaction on average by 0.42 points.</a:t>
                      </a:r>
                      <a:endParaRPr sz="13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1"/>
                  </a:ext>
                </a:extLst>
              </a:tr>
              <a:tr h="588800">
                <a:tc>
                  <a:txBody>
                    <a:bodyPr/>
                    <a:lstStyle/>
                    <a:p>
                      <a:pPr marL="0" lvl="0" indent="0" algn="ctr" rtl="0">
                        <a:spcBef>
                          <a:spcPts val="0"/>
                        </a:spcBef>
                        <a:spcAft>
                          <a:spcPts val="0"/>
                        </a:spcAft>
                        <a:buNone/>
                      </a:pPr>
                      <a:r>
                        <a:rPr lang="en" b="1"/>
                        <a:t>Years at Company</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900"/>
                        <a:t>✔</a:t>
                      </a:r>
                      <a:endParaRPr sz="31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solidFill>
                      <a:srgbClr val="FFE599"/>
                    </a:solidFill>
                  </a:tcPr>
                </a:tc>
                <a:tc>
                  <a:txBody>
                    <a:bodyPr/>
                    <a:lstStyle/>
                    <a:p>
                      <a:pPr marL="0" lvl="0" indent="0" algn="ctr" rtl="0">
                        <a:spcBef>
                          <a:spcPts val="0"/>
                        </a:spcBef>
                        <a:spcAft>
                          <a:spcPts val="0"/>
                        </a:spcAft>
                        <a:buNone/>
                      </a:pPr>
                      <a:r>
                        <a:rPr lang="en" b="1"/>
                        <a:t>0.21</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300"/>
                        <a:t>Each additional year at the company increases Job Satisfaction on average by 0.21 points.</a:t>
                      </a:r>
                      <a:endParaRPr sz="13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2"/>
                  </a:ext>
                </a:extLst>
              </a:tr>
              <a:tr h="637375">
                <a:tc>
                  <a:txBody>
                    <a:bodyPr/>
                    <a:lstStyle/>
                    <a:p>
                      <a:pPr marL="0" lvl="0" indent="0" algn="ctr" rtl="0">
                        <a:spcBef>
                          <a:spcPts val="0"/>
                        </a:spcBef>
                        <a:spcAft>
                          <a:spcPts val="0"/>
                        </a:spcAft>
                        <a:buNone/>
                      </a:pPr>
                      <a:r>
                        <a:rPr lang="en" b="1"/>
                        <a:t>Training Hours</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2857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900"/>
                        <a:t>✔</a:t>
                      </a:r>
                      <a:endParaRPr sz="19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solidFill>
                      <a:srgbClr val="FFE599"/>
                    </a:solidFill>
                  </a:tcPr>
                </a:tc>
                <a:tc>
                  <a:txBody>
                    <a:bodyPr/>
                    <a:lstStyle/>
                    <a:p>
                      <a:pPr marL="0" lvl="0" indent="0" algn="ctr" rtl="0">
                        <a:spcBef>
                          <a:spcPts val="0"/>
                        </a:spcBef>
                        <a:spcAft>
                          <a:spcPts val="0"/>
                        </a:spcAft>
                        <a:buNone/>
                      </a:pPr>
                      <a:r>
                        <a:rPr lang="en" b="1"/>
                        <a:t>-0.02</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2857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300"/>
                        <a:t>For each additional training hour, Job Satisfaction decreases by 0.02 points on average.</a:t>
                      </a:r>
                      <a:endParaRPr sz="13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28575" cap="flat" cmpd="sng">
                      <a:solidFill>
                        <a:srgbClr val="9E9E9E"/>
                      </a:solidFill>
                      <a:prstDash val="solid"/>
                      <a:round/>
                      <a:headEnd type="none" w="sm" len="sm"/>
                      <a:tailEnd type="none" w="sm" len="sm"/>
                    </a:lnB>
                  </a:tcPr>
                </a:tc>
                <a:extLst>
                  <a:ext uri="{0D108BD9-81ED-4DB2-BD59-A6C34878D82A}">
                    <a16:rowId xmlns:a16="http://schemas.microsoft.com/office/drawing/2014/main" val="10003"/>
                  </a:ext>
                </a:extLst>
              </a:tr>
              <a:tr h="381000">
                <a:tc>
                  <a:txBody>
                    <a:bodyPr/>
                    <a:lstStyle/>
                    <a:p>
                      <a:pPr marL="0" lvl="0" indent="0" algn="ctr" rtl="0">
                        <a:spcBef>
                          <a:spcPts val="0"/>
                        </a:spcBef>
                        <a:spcAft>
                          <a:spcPts val="0"/>
                        </a:spcAft>
                        <a:buNone/>
                      </a:pPr>
                      <a:r>
                        <a:rPr lang="en" sz="1200">
                          <a:solidFill>
                            <a:srgbClr val="666666"/>
                          </a:solidFill>
                        </a:rPr>
                        <a:t>Gender (Female)</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2857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Caveat"/>
                          <a:ea typeface="Caveat"/>
                          <a:cs typeface="Caveat"/>
                          <a:sym typeface="Caveat"/>
                        </a:rPr>
                        <a:t>X</a:t>
                      </a:r>
                      <a:endParaRPr>
                        <a:solidFill>
                          <a:schemeClr val="dk1"/>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200">
                          <a:solidFill>
                            <a:srgbClr val="666666"/>
                          </a:solidFill>
                        </a:rPr>
                        <a:t>-0.41</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2857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100">
                          <a:solidFill>
                            <a:srgbClr val="666666"/>
                          </a:solidFill>
                        </a:rPr>
                        <a:t>Females on average report 0.41 lower Job Satisfaction.</a:t>
                      </a:r>
                      <a:endParaRPr sz="11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2857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4"/>
                  </a:ext>
                </a:extLst>
              </a:tr>
              <a:tr h="381000">
                <a:tc>
                  <a:txBody>
                    <a:bodyPr/>
                    <a:lstStyle/>
                    <a:p>
                      <a:pPr marL="0" lvl="0" indent="0" algn="ctr" rtl="0">
                        <a:spcBef>
                          <a:spcPts val="0"/>
                        </a:spcBef>
                        <a:spcAft>
                          <a:spcPts val="0"/>
                        </a:spcAft>
                        <a:buNone/>
                      </a:pPr>
                      <a:r>
                        <a:rPr lang="en" sz="1200">
                          <a:solidFill>
                            <a:srgbClr val="666666"/>
                          </a:solidFill>
                        </a:rPr>
                        <a:t>*IT Department</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Caveat"/>
                          <a:ea typeface="Caveat"/>
                          <a:cs typeface="Caveat"/>
                          <a:sym typeface="Caveat"/>
                        </a:rPr>
                        <a:t>X</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200">
                          <a:solidFill>
                            <a:srgbClr val="666666"/>
                          </a:solidFill>
                        </a:rPr>
                        <a:t>-0.36</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100">
                          <a:solidFill>
                            <a:srgbClr val="666666"/>
                          </a:solidFill>
                        </a:rPr>
                        <a:t>IT employees report 0.36 lower job satisfaction.</a:t>
                      </a:r>
                      <a:endParaRPr sz="11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5"/>
                  </a:ext>
                </a:extLst>
              </a:tr>
              <a:tr h="381000">
                <a:tc>
                  <a:txBody>
                    <a:bodyPr/>
                    <a:lstStyle/>
                    <a:p>
                      <a:pPr marL="0" lvl="0" indent="0" algn="ctr" rtl="0">
                        <a:spcBef>
                          <a:spcPts val="0"/>
                        </a:spcBef>
                        <a:spcAft>
                          <a:spcPts val="0"/>
                        </a:spcAft>
                        <a:buNone/>
                      </a:pPr>
                      <a:r>
                        <a:rPr lang="en" sz="1200">
                          <a:solidFill>
                            <a:srgbClr val="666666"/>
                          </a:solidFill>
                        </a:rPr>
                        <a:t>*Finance Department</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1"/>
                          </a:solidFill>
                          <a:latin typeface="Caveat"/>
                          <a:ea typeface="Caveat"/>
                          <a:cs typeface="Caveat"/>
                          <a:sym typeface="Caveat"/>
                        </a:rPr>
                        <a:t>X</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200">
                          <a:solidFill>
                            <a:srgbClr val="666666"/>
                          </a:solidFill>
                        </a:rPr>
                        <a:t>0.35</a:t>
                      </a:r>
                      <a:endParaRPr sz="12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100">
                          <a:solidFill>
                            <a:srgbClr val="666666"/>
                          </a:solidFill>
                        </a:rPr>
                        <a:t>Finance report 0.35 higher job satisfaction.</a:t>
                      </a:r>
                      <a:endParaRPr sz="1100">
                        <a:solidFill>
                          <a:srgbClr val="666666"/>
                        </a:solidFill>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
        <p:nvSpPr>
          <p:cNvPr id="27154" name="Google Shape;27154;p58"/>
          <p:cNvSpPr txBox="1"/>
          <p:nvPr/>
        </p:nvSpPr>
        <p:spPr>
          <a:xfrm rot="-5400000">
            <a:off x="-478800" y="3734925"/>
            <a:ext cx="1204500" cy="246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Insignificant</a:t>
            </a:r>
            <a:endParaRPr>
              <a:solidFill>
                <a:schemeClr val="dk1"/>
              </a:solidFill>
              <a:latin typeface="Barlow"/>
              <a:ea typeface="Barlow"/>
              <a:cs typeface="Barlow"/>
              <a:sym typeface="Barlow"/>
            </a:endParaRPr>
          </a:p>
        </p:txBody>
      </p:sp>
      <p:sp>
        <p:nvSpPr>
          <p:cNvPr id="27155" name="Google Shape;27155;p58"/>
          <p:cNvSpPr txBox="1"/>
          <p:nvPr/>
        </p:nvSpPr>
        <p:spPr>
          <a:xfrm>
            <a:off x="315738" y="4501800"/>
            <a:ext cx="8512500" cy="4740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200"/>
              </a:spcBef>
              <a:spcAft>
                <a:spcPts val="1200"/>
              </a:spcAft>
              <a:buNone/>
            </a:pPr>
            <a:r>
              <a:rPr lang="en" sz="1100" b="1">
                <a:solidFill>
                  <a:schemeClr val="dk1"/>
                </a:solidFill>
                <a:latin typeface="Barlow"/>
                <a:ea typeface="Barlow"/>
                <a:cs typeface="Barlow"/>
                <a:sym typeface="Barlow"/>
              </a:rPr>
              <a:t>*</a:t>
            </a:r>
            <a:r>
              <a:rPr lang="en" sz="1100" b="1" i="1">
                <a:solidFill>
                  <a:schemeClr val="dk1"/>
                </a:solidFill>
                <a:latin typeface="Barlow"/>
                <a:ea typeface="Barlow"/>
                <a:cs typeface="Barlow"/>
                <a:sym typeface="Barlow"/>
              </a:rPr>
              <a:t>Disclaimer:</a:t>
            </a:r>
            <a:r>
              <a:rPr lang="en" sz="1100" i="1">
                <a:solidFill>
                  <a:schemeClr val="dk1"/>
                </a:solidFill>
                <a:latin typeface="Barlow"/>
                <a:ea typeface="Barlow"/>
                <a:cs typeface="Barlow"/>
                <a:sym typeface="Barlow"/>
              </a:rPr>
              <a:t> Estimates for the IT and Finance departments are based on small sample sizes (&lt;30) and should be interpreted with caution. Other predictors are based on the full dataset and remain robust.</a:t>
            </a:r>
            <a:endParaRPr>
              <a:solidFill>
                <a:schemeClr val="dk1"/>
              </a:solidFill>
              <a:latin typeface="Barlow"/>
              <a:ea typeface="Barlow"/>
              <a:cs typeface="Barlow"/>
              <a:sym typeface="Barlow"/>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7159"/>
        <p:cNvGrpSpPr/>
        <p:nvPr/>
      </p:nvGrpSpPr>
      <p:grpSpPr>
        <a:xfrm>
          <a:off x="0" y="0"/>
          <a:ext cx="0" cy="0"/>
          <a:chOff x="0" y="0"/>
          <a:chExt cx="0" cy="0"/>
        </a:xfrm>
      </p:grpSpPr>
      <p:sp>
        <p:nvSpPr>
          <p:cNvPr id="27160" name="Google Shape;27160;p59"/>
          <p:cNvSpPr txBox="1">
            <a:spLocks noGrp="1"/>
          </p:cNvSpPr>
          <p:nvPr>
            <p:ph type="title"/>
          </p:nvPr>
        </p:nvSpPr>
        <p:spPr>
          <a:xfrm>
            <a:off x="720100" y="3687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Satisfaction &amp; Retention Findings</a:t>
            </a:r>
            <a:endParaRPr/>
          </a:p>
          <a:p>
            <a:pPr marL="0" lvl="0" indent="0" algn="ctr" rtl="0">
              <a:spcBef>
                <a:spcPts val="0"/>
              </a:spcBef>
              <a:spcAft>
                <a:spcPts val="0"/>
              </a:spcAft>
              <a:buNone/>
            </a:pPr>
            <a:r>
              <a:rPr lang="en" sz="2000"/>
              <a:t>How are satisfaction and retention related?</a:t>
            </a:r>
            <a:endParaRPr sz="2000"/>
          </a:p>
        </p:txBody>
      </p:sp>
      <p:sp>
        <p:nvSpPr>
          <p:cNvPr id="27161" name="Google Shape;27161;p59"/>
          <p:cNvSpPr/>
          <p:nvPr/>
        </p:nvSpPr>
        <p:spPr>
          <a:xfrm>
            <a:off x="301575" y="1478850"/>
            <a:ext cx="2855700" cy="3498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Job Satisfaction and Retention:</a:t>
            </a:r>
            <a:endParaRPr>
              <a:latin typeface="Barlow"/>
              <a:ea typeface="Barlow"/>
              <a:cs typeface="Barlow"/>
              <a:sym typeface="Barlow"/>
            </a:endParaRPr>
          </a:p>
        </p:txBody>
      </p:sp>
      <p:sp>
        <p:nvSpPr>
          <p:cNvPr id="27162" name="Google Shape;27162;p59"/>
          <p:cNvSpPr txBox="1"/>
          <p:nvPr/>
        </p:nvSpPr>
        <p:spPr>
          <a:xfrm>
            <a:off x="301573" y="1828657"/>
            <a:ext cx="5598300" cy="1174800"/>
          </a:xfrm>
          <a:prstGeom prst="rect">
            <a:avLst/>
          </a:prstGeom>
          <a:noFill/>
          <a:ln>
            <a:noFill/>
          </a:ln>
        </p:spPr>
        <p:txBody>
          <a:bodyPr spcFirstLastPara="1" wrap="square" lIns="91425" tIns="91425" rIns="91425" bIns="91425" anchor="t" anchorCtr="0">
            <a:spAutoFit/>
          </a:bodyPr>
          <a:lstStyle/>
          <a:p>
            <a:pPr marL="457200" lvl="0" indent="-317500" algn="l" rtl="0">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On average, people who stay at the company report  </a:t>
            </a:r>
            <a:r>
              <a:rPr lang="en" b="1">
                <a:solidFill>
                  <a:schemeClr val="dk1"/>
                </a:solidFill>
                <a:latin typeface="Barlow"/>
                <a:ea typeface="Barlow"/>
                <a:cs typeface="Barlow"/>
                <a:sym typeface="Barlow"/>
              </a:rPr>
              <a:t>0.51 higher</a:t>
            </a:r>
            <a:r>
              <a:rPr lang="en">
                <a:solidFill>
                  <a:schemeClr val="dk1"/>
                </a:solidFill>
                <a:latin typeface="Barlow"/>
                <a:ea typeface="Barlow"/>
                <a:cs typeface="Barlow"/>
                <a:sym typeface="Barlow"/>
              </a:rPr>
              <a:t> job satisfaction scores.</a:t>
            </a:r>
            <a:endParaRPr>
              <a:solidFill>
                <a:schemeClr val="dk1"/>
              </a:solidFill>
              <a:latin typeface="Barlow"/>
              <a:ea typeface="Barlow"/>
              <a:cs typeface="Barlow"/>
              <a:sym typeface="Barlow"/>
            </a:endParaRPr>
          </a:p>
          <a:p>
            <a:pPr marL="457200" lvl="0" indent="-317500" algn="l" rtl="0">
              <a:spcBef>
                <a:spcPts val="1000"/>
              </a:spcBef>
              <a:spcAft>
                <a:spcPts val="1000"/>
              </a:spcAft>
              <a:buClr>
                <a:schemeClr val="dk1"/>
              </a:buClr>
              <a:buSzPts val="1400"/>
              <a:buFont typeface="Barlow"/>
              <a:buChar char="●"/>
            </a:pPr>
            <a:r>
              <a:rPr lang="en">
                <a:solidFill>
                  <a:schemeClr val="dk1"/>
                </a:solidFill>
                <a:latin typeface="Barlow"/>
                <a:ea typeface="Barlow"/>
                <a:cs typeface="Barlow"/>
                <a:sym typeface="Barlow"/>
              </a:rPr>
              <a:t>However, Job Satisfaction is insignificant in regards to retention status as its </a:t>
            </a:r>
            <a:r>
              <a:rPr lang="en" b="1">
                <a:solidFill>
                  <a:schemeClr val="dk1"/>
                </a:solidFill>
                <a:latin typeface="Barlow"/>
                <a:ea typeface="Barlow"/>
                <a:cs typeface="Barlow"/>
                <a:sym typeface="Barlow"/>
              </a:rPr>
              <a:t>p-value is 0.09  (&gt;0.05)</a:t>
            </a:r>
            <a:r>
              <a:rPr lang="en">
                <a:solidFill>
                  <a:schemeClr val="dk1"/>
                </a:solidFill>
                <a:latin typeface="Barlow"/>
                <a:ea typeface="Barlow"/>
                <a:cs typeface="Barlow"/>
                <a:sym typeface="Barlow"/>
              </a:rPr>
              <a:t>.</a:t>
            </a:r>
            <a:endParaRPr>
              <a:solidFill>
                <a:schemeClr val="dk1"/>
              </a:solidFill>
              <a:latin typeface="Barlow"/>
              <a:ea typeface="Barlow"/>
              <a:cs typeface="Barlow"/>
              <a:sym typeface="Barlow"/>
            </a:endParaRPr>
          </a:p>
        </p:txBody>
      </p:sp>
      <p:graphicFrame>
        <p:nvGraphicFramePr>
          <p:cNvPr id="27163" name="Google Shape;27163;p59"/>
          <p:cNvGraphicFramePr/>
          <p:nvPr/>
        </p:nvGraphicFramePr>
        <p:xfrm>
          <a:off x="5986675" y="1630813"/>
          <a:ext cx="3000000" cy="3000000"/>
        </p:xfrm>
        <a:graphic>
          <a:graphicData uri="http://schemas.openxmlformats.org/drawingml/2006/table">
            <a:tbl>
              <a:tblPr>
                <a:noFill/>
                <a:tableStyleId>{74099DDC-5081-4392-A6FF-06610BA4A3F5}</a:tableStyleId>
              </a:tblPr>
              <a:tblGrid>
                <a:gridCol w="1140775">
                  <a:extLst>
                    <a:ext uri="{9D8B030D-6E8A-4147-A177-3AD203B41FA5}">
                      <a16:colId xmlns:a16="http://schemas.microsoft.com/office/drawing/2014/main" val="20000"/>
                    </a:ext>
                  </a:extLst>
                </a:gridCol>
                <a:gridCol w="1714900">
                  <a:extLst>
                    <a:ext uri="{9D8B030D-6E8A-4147-A177-3AD203B41FA5}">
                      <a16:colId xmlns:a16="http://schemas.microsoft.com/office/drawing/2014/main" val="20001"/>
                    </a:ext>
                  </a:extLst>
                </a:gridCol>
              </a:tblGrid>
              <a:tr h="490150">
                <a:tc>
                  <a:txBody>
                    <a:bodyPr/>
                    <a:lstStyle/>
                    <a:p>
                      <a:pPr marL="0" lvl="0" indent="0" algn="ctr" rtl="0">
                        <a:spcBef>
                          <a:spcPts val="0"/>
                        </a:spcBef>
                        <a:spcAft>
                          <a:spcPts val="0"/>
                        </a:spcAft>
                        <a:buNone/>
                      </a:pPr>
                      <a:r>
                        <a:rPr lang="en" b="1">
                          <a:solidFill>
                            <a:schemeClr val="lt1"/>
                          </a:solidFill>
                        </a:rPr>
                        <a:t>Status</a:t>
                      </a:r>
                      <a:endParaRPr b="1">
                        <a:solidFill>
                          <a:schemeClr val="lt1"/>
                        </a:solidFill>
                      </a:endParaRPr>
                    </a:p>
                  </a:txBody>
                  <a:tcPr marL="91425" marR="91425" marT="91425" marB="91425" anchor="ctr">
                    <a:solidFill>
                      <a:srgbClr val="5F8195"/>
                    </a:solidFill>
                  </a:tcPr>
                </a:tc>
                <a:tc>
                  <a:txBody>
                    <a:bodyPr/>
                    <a:lstStyle/>
                    <a:p>
                      <a:pPr marL="0" lvl="0" indent="0" algn="ctr" rtl="0">
                        <a:spcBef>
                          <a:spcPts val="0"/>
                        </a:spcBef>
                        <a:spcAft>
                          <a:spcPts val="0"/>
                        </a:spcAft>
                        <a:buNone/>
                      </a:pPr>
                      <a:r>
                        <a:rPr lang="en" b="1"/>
                        <a:t>Avg. JS Score</a:t>
                      </a:r>
                      <a:endParaRPr b="1"/>
                    </a:p>
                  </a:txBody>
                  <a:tcPr marL="91425" marR="91425" marT="91425" marB="91425" anchor="ctr">
                    <a:solidFill>
                      <a:schemeClr val="dk2"/>
                    </a:solidFill>
                  </a:tcPr>
                </a:tc>
                <a:extLst>
                  <a:ext uri="{0D108BD9-81ED-4DB2-BD59-A6C34878D82A}">
                    <a16:rowId xmlns:a16="http://schemas.microsoft.com/office/drawing/2014/main" val="10000"/>
                  </a:ext>
                </a:extLst>
              </a:tr>
              <a:tr h="490150">
                <a:tc>
                  <a:txBody>
                    <a:bodyPr/>
                    <a:lstStyle/>
                    <a:p>
                      <a:pPr marL="0" lvl="0" indent="0" algn="ctr" rtl="0">
                        <a:spcBef>
                          <a:spcPts val="0"/>
                        </a:spcBef>
                        <a:spcAft>
                          <a:spcPts val="0"/>
                        </a:spcAft>
                        <a:buNone/>
                      </a:pPr>
                      <a:r>
                        <a:rPr lang="en"/>
                        <a:t>Employed</a:t>
                      </a:r>
                      <a:endParaRPr/>
                    </a:p>
                  </a:txBody>
                  <a:tcPr marL="91425" marR="91425" marT="91425" marB="91425" anchor="ctr"/>
                </a:tc>
                <a:tc>
                  <a:txBody>
                    <a:bodyPr/>
                    <a:lstStyle/>
                    <a:p>
                      <a:pPr marL="0" lvl="0" indent="0" algn="ctr" rtl="0">
                        <a:spcBef>
                          <a:spcPts val="0"/>
                        </a:spcBef>
                        <a:spcAft>
                          <a:spcPts val="0"/>
                        </a:spcAft>
                        <a:buNone/>
                      </a:pPr>
                      <a:r>
                        <a:rPr lang="en" sz="1900" b="1"/>
                        <a:t>4.6</a:t>
                      </a:r>
                      <a:r>
                        <a:rPr lang="en" sz="1900"/>
                        <a:t> / 10</a:t>
                      </a:r>
                      <a:endParaRPr sz="1900"/>
                    </a:p>
                  </a:txBody>
                  <a:tcPr marL="91425" marR="91425" marT="91425" marB="91425" anchor="ctr"/>
                </a:tc>
                <a:extLst>
                  <a:ext uri="{0D108BD9-81ED-4DB2-BD59-A6C34878D82A}">
                    <a16:rowId xmlns:a16="http://schemas.microsoft.com/office/drawing/2014/main" val="10001"/>
                  </a:ext>
                </a:extLst>
              </a:tr>
              <a:tr h="490150">
                <a:tc>
                  <a:txBody>
                    <a:bodyPr/>
                    <a:lstStyle/>
                    <a:p>
                      <a:pPr marL="0" lvl="0" indent="0" algn="ctr" rtl="0">
                        <a:spcBef>
                          <a:spcPts val="0"/>
                        </a:spcBef>
                        <a:spcAft>
                          <a:spcPts val="0"/>
                        </a:spcAft>
                        <a:buNone/>
                      </a:pPr>
                      <a:r>
                        <a:rPr lang="en"/>
                        <a:t>Left</a:t>
                      </a:r>
                      <a:endParaRPr/>
                    </a:p>
                  </a:txBody>
                  <a:tcPr marL="91425" marR="91425" marT="91425" marB="91425" anchor="ctr"/>
                </a:tc>
                <a:tc>
                  <a:txBody>
                    <a:bodyPr/>
                    <a:lstStyle/>
                    <a:p>
                      <a:pPr marL="0" lvl="0" indent="0" algn="ctr" rtl="0">
                        <a:spcBef>
                          <a:spcPts val="0"/>
                        </a:spcBef>
                        <a:spcAft>
                          <a:spcPts val="0"/>
                        </a:spcAft>
                        <a:buNone/>
                      </a:pPr>
                      <a:r>
                        <a:rPr lang="en" sz="1900" b="1"/>
                        <a:t>4.1</a:t>
                      </a:r>
                      <a:r>
                        <a:rPr lang="en" sz="1900"/>
                        <a:t> / 10</a:t>
                      </a:r>
                      <a:endParaRPr sz="1900"/>
                    </a:p>
                  </a:txBody>
                  <a:tcPr marL="91425" marR="91425" marT="91425" marB="91425" anchor="ctr"/>
                </a:tc>
                <a:extLst>
                  <a:ext uri="{0D108BD9-81ED-4DB2-BD59-A6C34878D82A}">
                    <a16:rowId xmlns:a16="http://schemas.microsoft.com/office/drawing/2014/main" val="10002"/>
                  </a:ext>
                </a:extLst>
              </a:tr>
            </a:tbl>
          </a:graphicData>
        </a:graphic>
      </p:graphicFrame>
      <p:sp>
        <p:nvSpPr>
          <p:cNvPr id="27164" name="Google Shape;27164;p59"/>
          <p:cNvSpPr/>
          <p:nvPr/>
        </p:nvSpPr>
        <p:spPr>
          <a:xfrm>
            <a:off x="301575" y="3268725"/>
            <a:ext cx="2855700" cy="349800"/>
          </a:xfrm>
          <a:prstGeom prst="flowChartAlternateProcess">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Barlow"/>
                <a:ea typeface="Barlow"/>
                <a:cs typeface="Barlow"/>
                <a:sym typeface="Barlow"/>
              </a:rPr>
              <a:t>Predicting Retention:</a:t>
            </a:r>
            <a:endParaRPr>
              <a:latin typeface="Barlow"/>
              <a:ea typeface="Barlow"/>
              <a:cs typeface="Barlow"/>
              <a:sym typeface="Barlow"/>
            </a:endParaRPr>
          </a:p>
        </p:txBody>
      </p:sp>
      <p:sp>
        <p:nvSpPr>
          <p:cNvPr id="27165" name="Google Shape;27165;p59"/>
          <p:cNvSpPr txBox="1"/>
          <p:nvPr/>
        </p:nvSpPr>
        <p:spPr>
          <a:xfrm>
            <a:off x="301925" y="3618525"/>
            <a:ext cx="8540700" cy="797100"/>
          </a:xfrm>
          <a:prstGeom prst="rect">
            <a:avLst/>
          </a:prstGeom>
          <a:noFill/>
          <a:ln>
            <a:noFill/>
          </a:ln>
        </p:spPr>
        <p:txBody>
          <a:bodyPr spcFirstLastPara="1" wrap="square" lIns="91425" tIns="91425" rIns="91425" bIns="91425" anchor="t" anchorCtr="0">
            <a:noAutofit/>
          </a:bodyPr>
          <a:lstStyle/>
          <a:p>
            <a:pPr marL="457200" lvl="0" indent="-317500" algn="l" rtl="0">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Retention Status was only significantly influenced by the </a:t>
            </a:r>
            <a:r>
              <a:rPr lang="en" b="1">
                <a:solidFill>
                  <a:schemeClr val="dk1"/>
                </a:solidFill>
                <a:latin typeface="Barlow"/>
                <a:ea typeface="Barlow"/>
                <a:cs typeface="Barlow"/>
                <a:sym typeface="Barlow"/>
              </a:rPr>
              <a:t>Sales Department</a:t>
            </a:r>
            <a:r>
              <a:rPr lang="en">
                <a:solidFill>
                  <a:schemeClr val="dk1"/>
                </a:solidFill>
                <a:latin typeface="Barlow"/>
                <a:ea typeface="Barlow"/>
                <a:cs typeface="Barlow"/>
                <a:sym typeface="Barlow"/>
              </a:rPr>
              <a:t> and was only found using backward selection model as forward selection yielded no predictors.</a:t>
            </a:r>
            <a:endParaRPr b="1">
              <a:solidFill>
                <a:schemeClr val="dk1"/>
              </a:solidFill>
              <a:latin typeface="Barlow"/>
              <a:ea typeface="Barlow"/>
              <a:cs typeface="Barlow"/>
              <a:sym typeface="Barlow"/>
            </a:endParaRPr>
          </a:p>
          <a:p>
            <a:pPr marL="457200" lvl="0" indent="-317500" algn="l" rtl="0">
              <a:spcBef>
                <a:spcPts val="1000"/>
              </a:spcBef>
              <a:spcAft>
                <a:spcPts val="1000"/>
              </a:spcAft>
              <a:buClr>
                <a:schemeClr val="dk1"/>
              </a:buClr>
              <a:buSzPts val="1400"/>
              <a:buFont typeface="Barlow"/>
              <a:buChar char="●"/>
            </a:pPr>
            <a:r>
              <a:rPr lang="en">
                <a:solidFill>
                  <a:schemeClr val="dk1"/>
                </a:solidFill>
                <a:latin typeface="Barlow"/>
                <a:ea typeface="Barlow"/>
                <a:cs typeface="Barlow"/>
                <a:sym typeface="Barlow"/>
              </a:rPr>
              <a:t>The sales department has an average retention rate </a:t>
            </a:r>
            <a:r>
              <a:rPr lang="en" b="1">
                <a:solidFill>
                  <a:schemeClr val="dk1"/>
                </a:solidFill>
                <a:latin typeface="Barlow"/>
                <a:ea typeface="Barlow"/>
                <a:cs typeface="Barlow"/>
                <a:sym typeface="Barlow"/>
              </a:rPr>
              <a:t>15% higher</a:t>
            </a:r>
            <a:r>
              <a:rPr lang="en">
                <a:solidFill>
                  <a:schemeClr val="dk1"/>
                </a:solidFill>
                <a:latin typeface="Barlow"/>
                <a:ea typeface="Barlow"/>
                <a:cs typeface="Barlow"/>
                <a:sym typeface="Barlow"/>
              </a:rPr>
              <a:t> than the other departments.</a:t>
            </a:r>
            <a:endParaRPr>
              <a:solidFill>
                <a:schemeClr val="dk1"/>
              </a:solidFill>
              <a:latin typeface="Barlow"/>
              <a:ea typeface="Barlow"/>
              <a:cs typeface="Barlow"/>
              <a:sym typeface="Barlow"/>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7169"/>
        <p:cNvGrpSpPr/>
        <p:nvPr/>
      </p:nvGrpSpPr>
      <p:grpSpPr>
        <a:xfrm>
          <a:off x="0" y="0"/>
          <a:ext cx="0" cy="0"/>
          <a:chOff x="0" y="0"/>
          <a:chExt cx="0" cy="0"/>
        </a:xfrm>
      </p:grpSpPr>
      <p:pic>
        <p:nvPicPr>
          <p:cNvPr id="27170" name="Google Shape;27170;p60" title="Average Retention Status by Department and Gender.png"/>
          <p:cNvPicPr preferRelativeResize="0"/>
          <p:nvPr/>
        </p:nvPicPr>
        <p:blipFill>
          <a:blip r:embed="rId3">
            <a:alphaModFix/>
          </a:blip>
          <a:stretch>
            <a:fillRect/>
          </a:stretch>
        </p:blipFill>
        <p:spPr>
          <a:xfrm>
            <a:off x="682950" y="435800"/>
            <a:ext cx="7679325" cy="4607599"/>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7174"/>
        <p:cNvGrpSpPr/>
        <p:nvPr/>
      </p:nvGrpSpPr>
      <p:grpSpPr>
        <a:xfrm>
          <a:off x="0" y="0"/>
          <a:ext cx="0" cy="0"/>
          <a:chOff x="0" y="0"/>
          <a:chExt cx="0" cy="0"/>
        </a:xfrm>
      </p:grpSpPr>
      <p:sp>
        <p:nvSpPr>
          <p:cNvPr id="27175" name="Google Shape;27175;p61"/>
          <p:cNvSpPr txBox="1">
            <a:spLocks noGrp="1"/>
          </p:cNvSpPr>
          <p:nvPr>
            <p:ph type="title"/>
          </p:nvPr>
        </p:nvSpPr>
        <p:spPr>
          <a:xfrm>
            <a:off x="720000" y="164625"/>
            <a:ext cx="7704000" cy="9822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Salary &amp; Benefits Findings</a:t>
            </a:r>
            <a:endParaRPr/>
          </a:p>
          <a:p>
            <a:pPr marL="0" lvl="0" indent="0" algn="ctr" rtl="0">
              <a:spcBef>
                <a:spcPts val="0"/>
              </a:spcBef>
              <a:spcAft>
                <a:spcPts val="0"/>
              </a:spcAft>
              <a:buNone/>
            </a:pPr>
            <a:r>
              <a:rPr lang="en" sz="2000"/>
              <a:t>How does salary and benefits impact satisfaction?</a:t>
            </a:r>
            <a:endParaRPr sz="2000"/>
          </a:p>
        </p:txBody>
      </p:sp>
      <p:graphicFrame>
        <p:nvGraphicFramePr>
          <p:cNvPr id="27176" name="Google Shape;27176;p61"/>
          <p:cNvGraphicFramePr/>
          <p:nvPr/>
        </p:nvGraphicFramePr>
        <p:xfrm>
          <a:off x="315725" y="1841538"/>
          <a:ext cx="3000000" cy="3000000"/>
        </p:xfrm>
        <a:graphic>
          <a:graphicData uri="http://schemas.openxmlformats.org/drawingml/2006/table">
            <a:tbl>
              <a:tblPr>
                <a:noFill/>
                <a:tableStyleId>{74099DDC-5081-4392-A6FF-06610BA4A3F5}</a:tableStyleId>
              </a:tblPr>
              <a:tblGrid>
                <a:gridCol w="1826050">
                  <a:extLst>
                    <a:ext uri="{9D8B030D-6E8A-4147-A177-3AD203B41FA5}">
                      <a16:colId xmlns:a16="http://schemas.microsoft.com/office/drawing/2014/main" val="20000"/>
                    </a:ext>
                  </a:extLst>
                </a:gridCol>
                <a:gridCol w="1200900">
                  <a:extLst>
                    <a:ext uri="{9D8B030D-6E8A-4147-A177-3AD203B41FA5}">
                      <a16:colId xmlns:a16="http://schemas.microsoft.com/office/drawing/2014/main" val="20001"/>
                    </a:ext>
                  </a:extLst>
                </a:gridCol>
                <a:gridCol w="1190250">
                  <a:extLst>
                    <a:ext uri="{9D8B030D-6E8A-4147-A177-3AD203B41FA5}">
                      <a16:colId xmlns:a16="http://schemas.microsoft.com/office/drawing/2014/main" val="20002"/>
                    </a:ext>
                  </a:extLst>
                </a:gridCol>
                <a:gridCol w="4295325">
                  <a:extLst>
                    <a:ext uri="{9D8B030D-6E8A-4147-A177-3AD203B41FA5}">
                      <a16:colId xmlns:a16="http://schemas.microsoft.com/office/drawing/2014/main" val="20003"/>
                    </a:ext>
                  </a:extLst>
                </a:gridCol>
              </a:tblGrid>
              <a:tr h="381000">
                <a:tc>
                  <a:txBody>
                    <a:bodyPr/>
                    <a:lstStyle/>
                    <a:p>
                      <a:pPr marL="0" lvl="0" indent="0" algn="ctr" rtl="0">
                        <a:spcBef>
                          <a:spcPts val="0"/>
                        </a:spcBef>
                        <a:spcAft>
                          <a:spcPts val="0"/>
                        </a:spcAft>
                        <a:buNone/>
                      </a:pPr>
                      <a:r>
                        <a:rPr lang="en" b="1">
                          <a:solidFill>
                            <a:schemeClr val="lt1"/>
                          </a:solidFill>
                        </a:rPr>
                        <a:t>Variable</a:t>
                      </a:r>
                      <a:endParaRPr b="1">
                        <a:solidFill>
                          <a:schemeClr val="lt1"/>
                        </a:solidFill>
                      </a:endParaRPr>
                    </a:p>
                  </a:txBody>
                  <a:tcPr marL="91425" marR="91425" marT="91425" marB="91425" anchor="ctr">
                    <a:lnB w="9525" cap="flat" cmpd="sng">
                      <a:solidFill>
                        <a:srgbClr val="9E9E9E"/>
                      </a:solidFill>
                      <a:prstDash val="solid"/>
                      <a:round/>
                      <a:headEnd type="none" w="sm" len="sm"/>
                      <a:tailEnd type="none" w="sm" len="sm"/>
                    </a:lnB>
                    <a:solidFill>
                      <a:srgbClr val="5F8195"/>
                    </a:solidFill>
                  </a:tcPr>
                </a:tc>
                <a:tc>
                  <a:txBody>
                    <a:bodyPr/>
                    <a:lstStyle/>
                    <a:p>
                      <a:pPr marL="0" lvl="0" indent="0" algn="ctr" rtl="0">
                        <a:spcBef>
                          <a:spcPts val="0"/>
                        </a:spcBef>
                        <a:spcAft>
                          <a:spcPts val="0"/>
                        </a:spcAft>
                        <a:buNone/>
                      </a:pPr>
                      <a:r>
                        <a:rPr lang="en" b="1"/>
                        <a:t>Significant?</a:t>
                      </a:r>
                      <a:endParaRPr b="1"/>
                    </a:p>
                  </a:txBody>
                  <a:tcPr marL="91425" marR="91425" marT="91425" marB="91425" anchor="ctr">
                    <a:lnB w="9525" cap="flat" cmpd="sng">
                      <a:solidFill>
                        <a:srgbClr val="9E9E9E"/>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b="1"/>
                        <a:t>Coefficient</a:t>
                      </a:r>
                      <a:endParaRPr b="1"/>
                    </a:p>
                  </a:txBody>
                  <a:tcPr marL="91425" marR="91425" marT="91425" marB="91425" anchor="ctr">
                    <a:lnB w="9525" cap="flat" cmpd="sng">
                      <a:solidFill>
                        <a:srgbClr val="9E9E9E"/>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b="1">
                          <a:solidFill>
                            <a:srgbClr val="191919"/>
                          </a:solidFill>
                        </a:rPr>
                        <a:t>Interpretation (on average)</a:t>
                      </a:r>
                      <a:endParaRPr b="1">
                        <a:solidFill>
                          <a:srgbClr val="191919"/>
                        </a:solidFill>
                      </a:endParaRPr>
                    </a:p>
                  </a:txBody>
                  <a:tcPr marL="91425" marR="91425" marT="91425" marB="91425" anchor="ctr">
                    <a:lnB w="9525" cap="flat" cmpd="sng">
                      <a:solidFill>
                        <a:srgbClr val="9E9E9E"/>
                      </a:solidFill>
                      <a:prstDash val="solid"/>
                      <a:round/>
                      <a:headEnd type="none" w="sm" len="sm"/>
                      <a:tailEnd type="none" w="sm" len="sm"/>
                    </a:lnB>
                    <a:solidFill>
                      <a:srgbClr val="00C3B1"/>
                    </a:solidFill>
                  </a:tcPr>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b="1"/>
                        <a:t>Salary</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900"/>
                        <a:t>✔</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solidFill>
                      <a:srgbClr val="FFE599"/>
                    </a:solidFill>
                  </a:tcPr>
                </a:tc>
                <a:tc>
                  <a:txBody>
                    <a:bodyPr/>
                    <a:lstStyle/>
                    <a:p>
                      <a:pPr marL="0" lvl="0" indent="0" algn="ctr" rtl="0">
                        <a:spcBef>
                          <a:spcPts val="0"/>
                        </a:spcBef>
                        <a:spcAft>
                          <a:spcPts val="0"/>
                        </a:spcAft>
                        <a:buNone/>
                      </a:pPr>
                      <a:r>
                        <a:rPr lang="en"/>
                        <a:t>0.42*</a:t>
                      </a:r>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300"/>
                        <a:t>Higher salary is significantly associated with higher job satisfaction. </a:t>
                      </a:r>
                      <a:r>
                        <a:rPr lang="en" sz="1300" b="1"/>
                        <a:t>0.42 higher per additional $10k*</a:t>
                      </a:r>
                      <a:r>
                        <a:rPr lang="en" sz="1300"/>
                        <a:t>.</a:t>
                      </a:r>
                      <a:endParaRPr sz="13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aphicFrame>
        <p:nvGraphicFramePr>
          <p:cNvPr id="27177" name="Google Shape;27177;p61"/>
          <p:cNvGraphicFramePr/>
          <p:nvPr/>
        </p:nvGraphicFramePr>
        <p:xfrm>
          <a:off x="315725" y="3447713"/>
          <a:ext cx="3000000" cy="3000000"/>
        </p:xfrm>
        <a:graphic>
          <a:graphicData uri="http://schemas.openxmlformats.org/drawingml/2006/table">
            <a:tbl>
              <a:tblPr>
                <a:noFill/>
                <a:tableStyleId>{74099DDC-5081-4392-A6FF-06610BA4A3F5}</a:tableStyleId>
              </a:tblPr>
              <a:tblGrid>
                <a:gridCol w="1826050">
                  <a:extLst>
                    <a:ext uri="{9D8B030D-6E8A-4147-A177-3AD203B41FA5}">
                      <a16:colId xmlns:a16="http://schemas.microsoft.com/office/drawing/2014/main" val="20000"/>
                    </a:ext>
                  </a:extLst>
                </a:gridCol>
                <a:gridCol w="1200900">
                  <a:extLst>
                    <a:ext uri="{9D8B030D-6E8A-4147-A177-3AD203B41FA5}">
                      <a16:colId xmlns:a16="http://schemas.microsoft.com/office/drawing/2014/main" val="20001"/>
                    </a:ext>
                  </a:extLst>
                </a:gridCol>
                <a:gridCol w="1190250">
                  <a:extLst>
                    <a:ext uri="{9D8B030D-6E8A-4147-A177-3AD203B41FA5}">
                      <a16:colId xmlns:a16="http://schemas.microsoft.com/office/drawing/2014/main" val="20002"/>
                    </a:ext>
                  </a:extLst>
                </a:gridCol>
                <a:gridCol w="42953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r>
                        <a:rPr lang="en" b="1"/>
                        <a:t>Premium Benefits Package</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ctr" rtl="0">
                        <a:spcBef>
                          <a:spcPts val="0"/>
                        </a:spcBef>
                        <a:spcAft>
                          <a:spcPts val="0"/>
                        </a:spcAft>
                        <a:buNone/>
                      </a:pPr>
                      <a:r>
                        <a:rPr lang="en" sz="1900"/>
                        <a:t>✔</a:t>
                      </a:r>
                      <a:endParaRPr b="1"/>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solidFill>
                      <a:srgbClr val="FFE599"/>
                    </a:solidFill>
                  </a:tcPr>
                </a:tc>
                <a:tc>
                  <a:txBody>
                    <a:bodyPr/>
                    <a:lstStyle/>
                    <a:p>
                      <a:pPr marL="0" lvl="0" indent="0" algn="ctr" rtl="0">
                        <a:spcBef>
                          <a:spcPts val="0"/>
                        </a:spcBef>
                        <a:spcAft>
                          <a:spcPts val="0"/>
                        </a:spcAft>
                        <a:buNone/>
                      </a:pPr>
                      <a:r>
                        <a:rPr lang="en"/>
                        <a:t>0.28</a:t>
                      </a:r>
                      <a:endParaRPr/>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tc>
                  <a:txBody>
                    <a:bodyPr/>
                    <a:lstStyle/>
                    <a:p>
                      <a:pPr marL="0" lvl="0" indent="0" algn="l" rtl="0">
                        <a:spcBef>
                          <a:spcPts val="0"/>
                        </a:spcBef>
                        <a:spcAft>
                          <a:spcPts val="0"/>
                        </a:spcAft>
                        <a:buNone/>
                      </a:pPr>
                      <a:r>
                        <a:rPr lang="en" sz="1300"/>
                        <a:t>Premium benefits package plans are linked to 0.28 higher job satisfaction scores on average.</a:t>
                      </a:r>
                      <a:endParaRPr sz="1300"/>
                    </a:p>
                  </a:txBody>
                  <a:tcPr marL="91425" marR="91425" marT="91425" marB="91425" anchor="ctr">
                    <a:lnL w="9525" cap="flat" cmpd="sng">
                      <a:solidFill>
                        <a:srgbClr val="9E9E9E"/>
                      </a:solidFill>
                      <a:prstDash val="solid"/>
                      <a:round/>
                      <a:headEnd type="none" w="sm" len="sm"/>
                      <a:tailEnd type="none" w="sm" len="sm"/>
                    </a:lnL>
                    <a:lnR w="9525" cap="flat" cmpd="sng">
                      <a:solidFill>
                        <a:srgbClr val="9E9E9E"/>
                      </a:solidFill>
                      <a:prstDash val="solid"/>
                      <a:round/>
                      <a:headEnd type="none" w="sm" len="sm"/>
                      <a:tailEnd type="none" w="sm" len="sm"/>
                    </a:lnR>
                    <a:lnT w="9525" cap="flat" cmpd="sng">
                      <a:solidFill>
                        <a:srgbClr val="9E9E9E"/>
                      </a:solidFill>
                      <a:prstDash val="solid"/>
                      <a:round/>
                      <a:headEnd type="none" w="sm" len="sm"/>
                      <a:tailEnd type="none" w="sm" len="sm"/>
                    </a:lnT>
                    <a:lnB w="9525" cap="flat" cmpd="sng">
                      <a:solidFill>
                        <a:srgbClr val="9E9E9E"/>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
        <p:nvSpPr>
          <p:cNvPr id="27178" name="Google Shape;27178;p61"/>
          <p:cNvSpPr/>
          <p:nvPr/>
        </p:nvSpPr>
        <p:spPr>
          <a:xfrm>
            <a:off x="315738" y="3088963"/>
            <a:ext cx="8512500" cy="358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latin typeface="Barlow"/>
                <a:ea typeface="Barlow"/>
                <a:cs typeface="Barlow"/>
                <a:sym typeface="Barlow"/>
              </a:rPr>
              <a:t>FROM BACKWARD SELECTION MODEL:</a:t>
            </a:r>
            <a:r>
              <a:rPr lang="en">
                <a:latin typeface="Barlow"/>
                <a:ea typeface="Barlow"/>
                <a:cs typeface="Barlow"/>
                <a:sym typeface="Barlow"/>
              </a:rPr>
              <a:t>  (keeping Years at Company and Gender constant)</a:t>
            </a:r>
            <a:endParaRPr b="1">
              <a:latin typeface="Barlow"/>
              <a:ea typeface="Barlow"/>
              <a:cs typeface="Barlow"/>
              <a:sym typeface="Barlow"/>
            </a:endParaRPr>
          </a:p>
        </p:txBody>
      </p:sp>
      <p:sp>
        <p:nvSpPr>
          <p:cNvPr id="27179" name="Google Shape;27179;p61"/>
          <p:cNvSpPr/>
          <p:nvPr/>
        </p:nvSpPr>
        <p:spPr>
          <a:xfrm>
            <a:off x="315738" y="1482738"/>
            <a:ext cx="8512500" cy="358800"/>
          </a:xfrm>
          <a:prstGeom prst="rect">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latin typeface="Barlow"/>
                <a:ea typeface="Barlow"/>
                <a:cs typeface="Barlow"/>
                <a:sym typeface="Barlow"/>
              </a:rPr>
              <a:t>FROM FORWARD SELECTION MODEL:</a:t>
            </a:r>
            <a:r>
              <a:rPr lang="en">
                <a:latin typeface="Barlow"/>
                <a:ea typeface="Barlow"/>
                <a:cs typeface="Barlow"/>
                <a:sym typeface="Barlow"/>
              </a:rPr>
              <a:t>  (keeping other predictors we investigated constant)</a:t>
            </a:r>
            <a:endParaRPr b="1">
              <a:latin typeface="Barlow"/>
              <a:ea typeface="Barlow"/>
              <a:cs typeface="Barlow"/>
              <a:sym typeface="Barlow"/>
            </a:endParaRPr>
          </a:p>
        </p:txBody>
      </p:sp>
      <p:sp>
        <p:nvSpPr>
          <p:cNvPr id="27180" name="Google Shape;27180;p61"/>
          <p:cNvSpPr txBox="1"/>
          <p:nvPr/>
        </p:nvSpPr>
        <p:spPr>
          <a:xfrm>
            <a:off x="228138" y="4393200"/>
            <a:ext cx="8687700" cy="43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b="1">
                <a:solidFill>
                  <a:schemeClr val="dk1"/>
                </a:solidFill>
                <a:latin typeface="Barlow"/>
                <a:ea typeface="Barlow"/>
                <a:cs typeface="Barlow"/>
                <a:sym typeface="Barlow"/>
              </a:rPr>
              <a:t>Conclusion: </a:t>
            </a:r>
            <a:r>
              <a:rPr lang="en" sz="1500">
                <a:solidFill>
                  <a:schemeClr val="dk1"/>
                </a:solidFill>
                <a:latin typeface="Barlow"/>
                <a:ea typeface="Barlow"/>
                <a:cs typeface="Barlow"/>
                <a:sym typeface="Barlow"/>
              </a:rPr>
              <a:t>Higher salaries and better benefits are significantly associated with higher job satisfaction.</a:t>
            </a:r>
            <a:endParaRPr sz="1500">
              <a:solidFill>
                <a:schemeClr val="dk1"/>
              </a:solidFill>
              <a:latin typeface="Barlow"/>
              <a:ea typeface="Barlow"/>
              <a:cs typeface="Barlow"/>
              <a:sym typeface="Barlow"/>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7184"/>
        <p:cNvGrpSpPr/>
        <p:nvPr/>
      </p:nvGrpSpPr>
      <p:grpSpPr>
        <a:xfrm>
          <a:off x="0" y="0"/>
          <a:ext cx="0" cy="0"/>
          <a:chOff x="0" y="0"/>
          <a:chExt cx="0" cy="0"/>
        </a:xfrm>
      </p:grpSpPr>
      <p:sp>
        <p:nvSpPr>
          <p:cNvPr id="27185" name="Google Shape;27185;p62"/>
          <p:cNvSpPr txBox="1">
            <a:spLocks noGrp="1"/>
          </p:cNvSpPr>
          <p:nvPr>
            <p:ph type="title"/>
          </p:nvPr>
        </p:nvSpPr>
        <p:spPr>
          <a:xfrm>
            <a:off x="720000" y="371950"/>
            <a:ext cx="7704000" cy="5955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sz="2800"/>
              <a:t>Salary, Benefits, and Job Satisfaction</a:t>
            </a:r>
            <a:endParaRPr sz="2100"/>
          </a:p>
        </p:txBody>
      </p:sp>
      <p:pic>
        <p:nvPicPr>
          <p:cNvPr id="27186" name="Google Shape;27186;p62" title="Salary, Benefits Package, and Job Satisfaction.png"/>
          <p:cNvPicPr preferRelativeResize="0"/>
          <p:nvPr/>
        </p:nvPicPr>
        <p:blipFill rotWithShape="1">
          <a:blip r:embed="rId3">
            <a:alphaModFix/>
          </a:blip>
          <a:srcRect t="2808"/>
          <a:stretch/>
        </p:blipFill>
        <p:spPr>
          <a:xfrm>
            <a:off x="417500" y="967450"/>
            <a:ext cx="8309001" cy="40378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7190"/>
        <p:cNvGrpSpPr/>
        <p:nvPr/>
      </p:nvGrpSpPr>
      <p:grpSpPr>
        <a:xfrm>
          <a:off x="0" y="0"/>
          <a:ext cx="0" cy="0"/>
          <a:chOff x="0" y="0"/>
          <a:chExt cx="0" cy="0"/>
        </a:xfrm>
      </p:grpSpPr>
      <p:sp>
        <p:nvSpPr>
          <p:cNvPr id="27191" name="Google Shape;27191;p63"/>
          <p:cNvSpPr txBox="1">
            <a:spLocks noGrp="1"/>
          </p:cNvSpPr>
          <p:nvPr>
            <p:ph type="title"/>
          </p:nvPr>
        </p:nvSpPr>
        <p:spPr>
          <a:xfrm>
            <a:off x="720000" y="191025"/>
            <a:ext cx="7704000" cy="9345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Gender Differences Findings </a:t>
            </a:r>
            <a:endParaRPr/>
          </a:p>
          <a:p>
            <a:pPr marL="0" lvl="0" indent="0" algn="ctr" rtl="0">
              <a:spcBef>
                <a:spcPts val="0"/>
              </a:spcBef>
              <a:spcAft>
                <a:spcPts val="0"/>
              </a:spcAft>
              <a:buNone/>
            </a:pPr>
            <a:r>
              <a:rPr lang="en" sz="2300"/>
              <a:t>Is There Discrimination?</a:t>
            </a:r>
            <a:endParaRPr sz="2300"/>
          </a:p>
        </p:txBody>
      </p:sp>
      <p:graphicFrame>
        <p:nvGraphicFramePr>
          <p:cNvPr id="27192" name="Google Shape;27192;p63"/>
          <p:cNvGraphicFramePr/>
          <p:nvPr/>
        </p:nvGraphicFramePr>
        <p:xfrm>
          <a:off x="296813" y="1125525"/>
          <a:ext cx="3000000" cy="3000000"/>
        </p:xfrm>
        <a:graphic>
          <a:graphicData uri="http://schemas.openxmlformats.org/drawingml/2006/table">
            <a:tbl>
              <a:tblPr>
                <a:noFill/>
                <a:tableStyleId>{74099DDC-5081-4392-A6FF-06610BA4A3F5}</a:tableStyleId>
              </a:tblPr>
              <a:tblGrid>
                <a:gridCol w="1783400">
                  <a:extLst>
                    <a:ext uri="{9D8B030D-6E8A-4147-A177-3AD203B41FA5}">
                      <a16:colId xmlns:a16="http://schemas.microsoft.com/office/drawing/2014/main" val="20000"/>
                    </a:ext>
                  </a:extLst>
                </a:gridCol>
                <a:gridCol w="1325875">
                  <a:extLst>
                    <a:ext uri="{9D8B030D-6E8A-4147-A177-3AD203B41FA5}">
                      <a16:colId xmlns:a16="http://schemas.microsoft.com/office/drawing/2014/main" val="20001"/>
                    </a:ext>
                  </a:extLst>
                </a:gridCol>
                <a:gridCol w="1196875">
                  <a:extLst>
                    <a:ext uri="{9D8B030D-6E8A-4147-A177-3AD203B41FA5}">
                      <a16:colId xmlns:a16="http://schemas.microsoft.com/office/drawing/2014/main" val="20002"/>
                    </a:ext>
                  </a:extLst>
                </a:gridCol>
                <a:gridCol w="4244175">
                  <a:extLst>
                    <a:ext uri="{9D8B030D-6E8A-4147-A177-3AD203B41FA5}">
                      <a16:colId xmlns:a16="http://schemas.microsoft.com/office/drawing/2014/main" val="20003"/>
                    </a:ext>
                  </a:extLst>
                </a:gridCol>
              </a:tblGrid>
              <a:tr h="658925">
                <a:tc>
                  <a:txBody>
                    <a:bodyPr/>
                    <a:lstStyle/>
                    <a:p>
                      <a:pPr marL="0" lvl="0" indent="0" algn="ctr" rtl="0">
                        <a:spcBef>
                          <a:spcPts val="0"/>
                        </a:spcBef>
                        <a:spcAft>
                          <a:spcPts val="0"/>
                        </a:spcAft>
                        <a:buNone/>
                      </a:pPr>
                      <a:r>
                        <a:rPr lang="en" b="1">
                          <a:solidFill>
                            <a:schemeClr val="lt1"/>
                          </a:solidFill>
                        </a:rPr>
                        <a:t>Metrics</a:t>
                      </a:r>
                      <a:endParaRPr b="1">
                        <a:solidFill>
                          <a:schemeClr val="lt1"/>
                        </a:solidFill>
                      </a:endParaRPr>
                    </a:p>
                  </a:txBody>
                  <a:tcPr marL="91425" marR="91425" marT="91425" marB="91425" anchor="ctr">
                    <a:solidFill>
                      <a:srgbClr val="5F8195"/>
                    </a:solidFill>
                  </a:tcPr>
                </a:tc>
                <a:tc>
                  <a:txBody>
                    <a:bodyPr/>
                    <a:lstStyle/>
                    <a:p>
                      <a:pPr marL="0" lvl="0" indent="0" algn="ctr" rtl="0">
                        <a:spcBef>
                          <a:spcPts val="0"/>
                        </a:spcBef>
                        <a:spcAft>
                          <a:spcPts val="0"/>
                        </a:spcAft>
                        <a:buNone/>
                      </a:pPr>
                      <a:r>
                        <a:rPr lang="en" b="1"/>
                        <a:t>Confounding Factors</a:t>
                      </a:r>
                      <a:endParaRPr b="1"/>
                    </a:p>
                  </a:txBody>
                  <a:tcPr marL="91425" marR="91425" marT="91425" marB="91425" anchor="ctr">
                    <a:solidFill>
                      <a:schemeClr val="dk2"/>
                    </a:solidFill>
                  </a:tcPr>
                </a:tc>
                <a:tc>
                  <a:txBody>
                    <a:bodyPr/>
                    <a:lstStyle/>
                    <a:p>
                      <a:pPr marL="0" lvl="0" indent="0" algn="ctr" rtl="0">
                        <a:spcBef>
                          <a:spcPts val="0"/>
                        </a:spcBef>
                        <a:spcAft>
                          <a:spcPts val="0"/>
                        </a:spcAft>
                        <a:buNone/>
                      </a:pPr>
                      <a:r>
                        <a:rPr lang="en" b="1"/>
                        <a:t>Significant Difference?</a:t>
                      </a:r>
                      <a:endParaRPr b="1"/>
                    </a:p>
                  </a:txBody>
                  <a:tcPr marL="91425" marR="91425" marT="91425" marB="91425" anchor="ctr">
                    <a:solidFill>
                      <a:schemeClr val="lt2"/>
                    </a:solidFill>
                  </a:tcPr>
                </a:tc>
                <a:tc>
                  <a:txBody>
                    <a:bodyPr/>
                    <a:lstStyle/>
                    <a:p>
                      <a:pPr marL="0" lvl="0" indent="0" algn="ctr" rtl="0">
                        <a:spcBef>
                          <a:spcPts val="0"/>
                        </a:spcBef>
                        <a:spcAft>
                          <a:spcPts val="0"/>
                        </a:spcAft>
                        <a:buNone/>
                      </a:pPr>
                      <a:r>
                        <a:rPr lang="en" b="1"/>
                        <a:t>Conclusions &amp; Interpretations</a:t>
                      </a:r>
                      <a:endParaRPr b="1"/>
                    </a:p>
                  </a:txBody>
                  <a:tcPr marL="91425" marR="91425" marT="91425" marB="91425" anchor="ctr">
                    <a:solidFill>
                      <a:srgbClr val="00C3B1"/>
                    </a:solidFill>
                  </a:tcPr>
                </a:tc>
                <a:extLst>
                  <a:ext uri="{0D108BD9-81ED-4DB2-BD59-A6C34878D82A}">
                    <a16:rowId xmlns:a16="http://schemas.microsoft.com/office/drawing/2014/main" val="10000"/>
                  </a:ext>
                </a:extLst>
              </a:tr>
              <a:tr h="658925">
                <a:tc>
                  <a:txBody>
                    <a:bodyPr/>
                    <a:lstStyle/>
                    <a:p>
                      <a:pPr marL="0" lvl="0" indent="0" algn="ctr" rtl="0">
                        <a:spcBef>
                          <a:spcPts val="0"/>
                        </a:spcBef>
                        <a:spcAft>
                          <a:spcPts val="0"/>
                        </a:spcAft>
                        <a:buNone/>
                      </a:pPr>
                      <a:r>
                        <a:rPr lang="en"/>
                        <a:t>Salary</a:t>
                      </a:r>
                      <a:endParaRPr/>
                    </a:p>
                  </a:txBody>
                  <a:tcPr marL="91425" marR="91425" marT="91425" marB="91425" anchor="ctr"/>
                </a:tc>
                <a:tc>
                  <a:txBody>
                    <a:bodyPr/>
                    <a:lstStyle/>
                    <a:p>
                      <a:pPr marL="0" lvl="0" indent="0" algn="ctr" rtl="0">
                        <a:spcBef>
                          <a:spcPts val="0"/>
                        </a:spcBef>
                        <a:spcAft>
                          <a:spcPts val="0"/>
                        </a:spcAft>
                        <a:buNone/>
                      </a:pPr>
                      <a:r>
                        <a:rPr lang="en"/>
                        <a:t>None</a:t>
                      </a:r>
                      <a:endParaRPr/>
                    </a:p>
                  </a:txBody>
                  <a:tcPr marL="91425" marR="91425" marT="91425" marB="91425" anchor="ctr"/>
                </a:tc>
                <a:tc>
                  <a:txBody>
                    <a:bodyPr/>
                    <a:lstStyle/>
                    <a:p>
                      <a:pPr marL="0" lvl="0" indent="0" algn="ctr" rtl="0">
                        <a:spcBef>
                          <a:spcPts val="0"/>
                        </a:spcBef>
                        <a:spcAft>
                          <a:spcPts val="0"/>
                        </a:spcAft>
                        <a:buNone/>
                      </a:pPr>
                      <a:r>
                        <a:rPr lang="en" sz="1900"/>
                        <a:t>✔</a:t>
                      </a:r>
                      <a:endParaRPr sz="1900"/>
                    </a:p>
                  </a:txBody>
                  <a:tcPr marL="91425" marR="91425" marT="91425" marB="91425" anchor="ctr">
                    <a:solidFill>
                      <a:srgbClr val="FFE599"/>
                    </a:solidFill>
                  </a:tcPr>
                </a:tc>
                <a:tc>
                  <a:txBody>
                    <a:bodyPr/>
                    <a:lstStyle/>
                    <a:p>
                      <a:pPr marL="0" lvl="0" indent="0" algn="l" rtl="0">
                        <a:spcBef>
                          <a:spcPts val="0"/>
                        </a:spcBef>
                        <a:spcAft>
                          <a:spcPts val="0"/>
                        </a:spcAft>
                        <a:buNone/>
                      </a:pPr>
                      <a:r>
                        <a:rPr lang="en"/>
                        <a:t>On average, males make $5,700 more than their female counterparts.</a:t>
                      </a:r>
                      <a:endParaRPr/>
                    </a:p>
                  </a:txBody>
                  <a:tcPr marL="91425" marR="91425" marT="91425" marB="91425" anchor="ctr"/>
                </a:tc>
                <a:extLst>
                  <a:ext uri="{0D108BD9-81ED-4DB2-BD59-A6C34878D82A}">
                    <a16:rowId xmlns:a16="http://schemas.microsoft.com/office/drawing/2014/main" val="10001"/>
                  </a:ext>
                </a:extLst>
              </a:tr>
              <a:tr h="658925">
                <a:tc>
                  <a:txBody>
                    <a:bodyPr/>
                    <a:lstStyle/>
                    <a:p>
                      <a:pPr marL="0" lvl="0" indent="0" algn="ctr" rtl="0">
                        <a:spcBef>
                          <a:spcPts val="0"/>
                        </a:spcBef>
                        <a:spcAft>
                          <a:spcPts val="0"/>
                        </a:spcAft>
                        <a:buNone/>
                      </a:pPr>
                      <a:r>
                        <a:rPr lang="en"/>
                        <a:t>Benefits Package</a:t>
                      </a:r>
                      <a:endParaRPr/>
                    </a:p>
                  </a:txBody>
                  <a:tcPr marL="91425" marR="91425" marT="91425" marB="91425" anchor="ctr"/>
                </a:tc>
                <a:tc>
                  <a:txBody>
                    <a:bodyPr/>
                    <a:lstStyle/>
                    <a:p>
                      <a:pPr marL="0" lvl="0" indent="0" algn="ctr" rtl="0">
                        <a:spcBef>
                          <a:spcPts val="0"/>
                        </a:spcBef>
                        <a:spcAft>
                          <a:spcPts val="0"/>
                        </a:spcAft>
                        <a:buNone/>
                      </a:pPr>
                      <a:r>
                        <a:rPr lang="en"/>
                        <a:t>Salary</a:t>
                      </a:r>
                      <a:endParaRPr/>
                    </a:p>
                  </a:txBody>
                  <a:tcPr marL="91425" marR="91425" marT="91425" marB="91425" anchor="ctr"/>
                </a:tc>
                <a:tc>
                  <a:txBody>
                    <a:bodyPr/>
                    <a:lstStyle/>
                    <a:p>
                      <a:pPr marL="0" lvl="0" indent="0" algn="ctr" rtl="0">
                        <a:spcBef>
                          <a:spcPts val="0"/>
                        </a:spcBef>
                        <a:spcAft>
                          <a:spcPts val="0"/>
                        </a:spcAft>
                        <a:buNone/>
                      </a:pPr>
                      <a:r>
                        <a:rPr lang="en" sz="1900"/>
                        <a:t>✔</a:t>
                      </a:r>
                      <a:endParaRPr sz="3100"/>
                    </a:p>
                  </a:txBody>
                  <a:tcPr marL="91425" marR="91425" marT="91425" marB="91425" anchor="ctr">
                    <a:solidFill>
                      <a:srgbClr val="FFE599"/>
                    </a:solidFill>
                  </a:tcPr>
                </a:tc>
                <a:tc>
                  <a:txBody>
                    <a:bodyPr/>
                    <a:lstStyle/>
                    <a:p>
                      <a:pPr marL="0" lvl="0" indent="0" algn="l" rtl="0">
                        <a:spcBef>
                          <a:spcPts val="0"/>
                        </a:spcBef>
                        <a:spcAft>
                          <a:spcPts val="0"/>
                        </a:spcAft>
                        <a:buNone/>
                      </a:pPr>
                      <a:r>
                        <a:rPr lang="en"/>
                        <a:t>Men are predicted to receive better benefits packages than females holding salary constant.</a:t>
                      </a:r>
                      <a:endParaRPr/>
                    </a:p>
                  </a:txBody>
                  <a:tcPr marL="91425" marR="91425" marT="91425" marB="91425" anchor="ctr"/>
                </a:tc>
                <a:extLst>
                  <a:ext uri="{0D108BD9-81ED-4DB2-BD59-A6C34878D82A}">
                    <a16:rowId xmlns:a16="http://schemas.microsoft.com/office/drawing/2014/main" val="10002"/>
                  </a:ext>
                </a:extLst>
              </a:tr>
              <a:tr h="658925">
                <a:tc>
                  <a:txBody>
                    <a:bodyPr/>
                    <a:lstStyle/>
                    <a:p>
                      <a:pPr marL="0" lvl="0" indent="0" algn="ctr" rtl="0">
                        <a:spcBef>
                          <a:spcPts val="0"/>
                        </a:spcBef>
                        <a:spcAft>
                          <a:spcPts val="0"/>
                        </a:spcAft>
                        <a:buNone/>
                      </a:pPr>
                      <a:r>
                        <a:rPr lang="en"/>
                        <a:t>Years at Company</a:t>
                      </a:r>
                      <a:endParaRPr/>
                    </a:p>
                  </a:txBody>
                  <a:tcPr marL="91425" marR="91425" marT="91425" marB="91425" anchor="ctr"/>
                </a:tc>
                <a:tc>
                  <a:txBody>
                    <a:bodyPr/>
                    <a:lstStyle/>
                    <a:p>
                      <a:pPr marL="0" lvl="0" indent="0" algn="ctr" rtl="0">
                        <a:spcBef>
                          <a:spcPts val="0"/>
                        </a:spcBef>
                        <a:spcAft>
                          <a:spcPts val="0"/>
                        </a:spcAft>
                        <a:buNone/>
                      </a:pPr>
                      <a:r>
                        <a:rPr lang="en"/>
                        <a:t>Salary</a:t>
                      </a:r>
                      <a:endParaRPr/>
                    </a:p>
                  </a:txBody>
                  <a:tcPr marL="91425" marR="91425" marT="91425" marB="91425" anchor="ctr"/>
                </a:tc>
                <a:tc>
                  <a:txBody>
                    <a:bodyPr/>
                    <a:lstStyle/>
                    <a:p>
                      <a:pPr marL="0" lvl="0" indent="0" algn="ctr" rtl="0">
                        <a:spcBef>
                          <a:spcPts val="0"/>
                        </a:spcBef>
                        <a:spcAft>
                          <a:spcPts val="0"/>
                        </a:spcAft>
                        <a:buNone/>
                      </a:pPr>
                      <a:r>
                        <a:rPr lang="en" sz="1900"/>
                        <a:t>✔</a:t>
                      </a:r>
                      <a:endParaRPr sz="1900"/>
                    </a:p>
                  </a:txBody>
                  <a:tcPr marL="91425" marR="91425" marT="91425" marB="91425" anchor="ctr">
                    <a:solidFill>
                      <a:srgbClr val="FFE599"/>
                    </a:solidFill>
                  </a:tcPr>
                </a:tc>
                <a:tc>
                  <a:txBody>
                    <a:bodyPr/>
                    <a:lstStyle/>
                    <a:p>
                      <a:pPr marL="0" lvl="0" indent="0" algn="l" rtl="0">
                        <a:spcBef>
                          <a:spcPts val="0"/>
                        </a:spcBef>
                        <a:spcAft>
                          <a:spcPts val="0"/>
                        </a:spcAft>
                        <a:buNone/>
                      </a:pPr>
                      <a:r>
                        <a:rPr lang="en"/>
                        <a:t>Males on average remain at the company a year less than females do.</a:t>
                      </a:r>
                      <a:endParaRPr/>
                    </a:p>
                  </a:txBody>
                  <a:tcPr marL="91425" marR="91425" marT="91425" marB="91425" anchor="ctr"/>
                </a:tc>
                <a:extLst>
                  <a:ext uri="{0D108BD9-81ED-4DB2-BD59-A6C34878D82A}">
                    <a16:rowId xmlns:a16="http://schemas.microsoft.com/office/drawing/2014/main" val="10003"/>
                  </a:ext>
                </a:extLst>
              </a:tr>
              <a:tr h="658925">
                <a:tc>
                  <a:txBody>
                    <a:bodyPr/>
                    <a:lstStyle/>
                    <a:p>
                      <a:pPr marL="0" lvl="0" indent="0" algn="ctr" rtl="0">
                        <a:spcBef>
                          <a:spcPts val="0"/>
                        </a:spcBef>
                        <a:spcAft>
                          <a:spcPts val="0"/>
                        </a:spcAft>
                        <a:buNone/>
                      </a:pPr>
                      <a:r>
                        <a:rPr lang="en"/>
                        <a:t>Job Satisfaction</a:t>
                      </a:r>
                      <a:endParaRPr/>
                    </a:p>
                  </a:txBody>
                  <a:tcPr marL="91425" marR="91425" marT="91425" marB="91425" anchor="ctr"/>
                </a:tc>
                <a:tc>
                  <a:txBody>
                    <a:bodyPr/>
                    <a:lstStyle/>
                    <a:p>
                      <a:pPr marL="0" lvl="0" indent="0" algn="ctr" rtl="0">
                        <a:spcBef>
                          <a:spcPts val="0"/>
                        </a:spcBef>
                        <a:spcAft>
                          <a:spcPts val="0"/>
                        </a:spcAft>
                        <a:buNone/>
                      </a:pPr>
                      <a:r>
                        <a:rPr lang="en"/>
                        <a:t>Salary</a:t>
                      </a:r>
                      <a:endParaRPr/>
                    </a:p>
                  </a:txBody>
                  <a:tcPr marL="91425" marR="91425" marT="91425" marB="91425" anchor="ctr"/>
                </a:tc>
                <a:tc>
                  <a:txBody>
                    <a:bodyPr/>
                    <a:lstStyle/>
                    <a:p>
                      <a:pPr marL="0" lvl="0" indent="0" algn="ctr" rtl="0">
                        <a:spcBef>
                          <a:spcPts val="0"/>
                        </a:spcBef>
                        <a:spcAft>
                          <a:spcPts val="0"/>
                        </a:spcAft>
                        <a:buNone/>
                      </a:pPr>
                      <a:r>
                        <a:rPr lang="en" sz="2800" b="1">
                          <a:solidFill>
                            <a:srgbClr val="212121"/>
                          </a:solidFill>
                          <a:latin typeface="Caveat"/>
                          <a:ea typeface="Caveat"/>
                          <a:cs typeface="Caveat"/>
                          <a:sym typeface="Caveat"/>
                        </a:rPr>
                        <a:t>X</a:t>
                      </a:r>
                      <a:endParaRPr sz="2800" b="1">
                        <a:solidFill>
                          <a:srgbClr val="212121"/>
                        </a:solidFill>
                        <a:latin typeface="Caveat"/>
                        <a:ea typeface="Caveat"/>
                        <a:cs typeface="Caveat"/>
                        <a:sym typeface="Caveat"/>
                      </a:endParaRPr>
                    </a:p>
                  </a:txBody>
                  <a:tcPr marL="91425" marR="91425" marT="91425" marB="91425" anchor="ctr">
                    <a:solidFill>
                      <a:schemeClr val="lt1"/>
                    </a:solidFill>
                  </a:tcPr>
                </a:tc>
                <a:tc>
                  <a:txBody>
                    <a:bodyPr/>
                    <a:lstStyle/>
                    <a:p>
                      <a:pPr marL="0" lvl="0" indent="0" algn="l" rtl="0">
                        <a:spcBef>
                          <a:spcPts val="0"/>
                        </a:spcBef>
                        <a:spcAft>
                          <a:spcPts val="0"/>
                        </a:spcAft>
                        <a:buNone/>
                      </a:pPr>
                      <a:r>
                        <a:rPr lang="en"/>
                        <a:t>Gender does not play a significant role in job satisfaction when Salary is constant.</a:t>
                      </a:r>
                      <a:endParaRPr/>
                    </a:p>
                  </a:txBody>
                  <a:tcPr marL="91425" marR="91425" marT="91425" marB="91425" anchor="ctr"/>
                </a:tc>
                <a:extLst>
                  <a:ext uri="{0D108BD9-81ED-4DB2-BD59-A6C34878D82A}">
                    <a16:rowId xmlns:a16="http://schemas.microsoft.com/office/drawing/2014/main" val="10004"/>
                  </a:ext>
                </a:extLst>
              </a:tr>
            </a:tbl>
          </a:graphicData>
        </a:graphic>
      </p:graphicFrame>
      <p:sp>
        <p:nvSpPr>
          <p:cNvPr id="27193" name="Google Shape;27193;p63"/>
          <p:cNvSpPr txBox="1"/>
          <p:nvPr/>
        </p:nvSpPr>
        <p:spPr>
          <a:xfrm>
            <a:off x="296850" y="4420150"/>
            <a:ext cx="8550300" cy="43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b="1">
                <a:solidFill>
                  <a:schemeClr val="dk1"/>
                </a:solidFill>
                <a:latin typeface="Barlow"/>
                <a:ea typeface="Barlow"/>
                <a:cs typeface="Barlow"/>
                <a:sym typeface="Barlow"/>
              </a:rPr>
              <a:t>Conclusion: </a:t>
            </a:r>
            <a:r>
              <a:rPr lang="en" sz="1500">
                <a:solidFill>
                  <a:schemeClr val="dk1"/>
                </a:solidFill>
                <a:latin typeface="Barlow"/>
                <a:ea typeface="Barlow"/>
                <a:cs typeface="Barlow"/>
                <a:sym typeface="Barlow"/>
              </a:rPr>
              <a:t>Yes, there are significant differences between genders when it comes to salary, benefits, and tenure. Women on average get less monetary compensation. *Does not keep department constant</a:t>
            </a:r>
            <a:endParaRPr sz="1500">
              <a:solidFill>
                <a:schemeClr val="dk1"/>
              </a:solidFill>
              <a:latin typeface="Barlow"/>
              <a:ea typeface="Barlow"/>
              <a:cs typeface="Barlow"/>
              <a:sym typeface="Barlow"/>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7197"/>
        <p:cNvGrpSpPr/>
        <p:nvPr/>
      </p:nvGrpSpPr>
      <p:grpSpPr>
        <a:xfrm>
          <a:off x="0" y="0"/>
          <a:ext cx="0" cy="0"/>
          <a:chOff x="0" y="0"/>
          <a:chExt cx="0" cy="0"/>
        </a:xfrm>
      </p:grpSpPr>
      <p:sp>
        <p:nvSpPr>
          <p:cNvPr id="27198" name="Google Shape;27198;p64"/>
          <p:cNvSpPr txBox="1">
            <a:spLocks noGrp="1"/>
          </p:cNvSpPr>
          <p:nvPr>
            <p:ph type="title"/>
          </p:nvPr>
        </p:nvSpPr>
        <p:spPr>
          <a:xfrm>
            <a:off x="720100" y="368725"/>
            <a:ext cx="7704000" cy="576000"/>
          </a:xfrm>
          <a:prstGeom prst="rect">
            <a:avLst/>
          </a:prstGeom>
        </p:spPr>
        <p:txBody>
          <a:bodyPr spcFirstLastPara="1" wrap="square" lIns="91425" tIns="64000" rIns="91425" bIns="91425" anchor="t" anchorCtr="0">
            <a:noAutofit/>
          </a:bodyPr>
          <a:lstStyle/>
          <a:p>
            <a:pPr marL="0" lvl="0" indent="0" algn="ctr" rtl="0">
              <a:spcBef>
                <a:spcPts val="0"/>
              </a:spcBef>
              <a:spcAft>
                <a:spcPts val="0"/>
              </a:spcAft>
              <a:buNone/>
            </a:pPr>
            <a:r>
              <a:rPr lang="en"/>
              <a:t>4 Limitations of Our Results</a:t>
            </a:r>
            <a:endParaRPr/>
          </a:p>
        </p:txBody>
      </p:sp>
      <p:grpSp>
        <p:nvGrpSpPr>
          <p:cNvPr id="27199" name="Google Shape;27199;p64"/>
          <p:cNvGrpSpPr/>
          <p:nvPr/>
        </p:nvGrpSpPr>
        <p:grpSpPr>
          <a:xfrm>
            <a:off x="862399" y="2928065"/>
            <a:ext cx="7894639" cy="1761750"/>
            <a:chOff x="862386" y="1936415"/>
            <a:chExt cx="7894639" cy="1761750"/>
          </a:xfrm>
        </p:grpSpPr>
        <p:grpSp>
          <p:nvGrpSpPr>
            <p:cNvPr id="27200" name="Google Shape;27200;p64"/>
            <p:cNvGrpSpPr/>
            <p:nvPr/>
          </p:nvGrpSpPr>
          <p:grpSpPr>
            <a:xfrm>
              <a:off x="862386" y="3001762"/>
              <a:ext cx="676520" cy="676603"/>
              <a:chOff x="1487200" y="2021475"/>
              <a:chExt cx="483125" cy="483150"/>
            </a:xfrm>
          </p:grpSpPr>
          <p:sp>
            <p:nvSpPr>
              <p:cNvPr id="27201" name="Google Shape;27201;p64"/>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02" name="Google Shape;27202;p64"/>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03" name="Google Shape;27203;p64"/>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04" name="Google Shape;27204;p64"/>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7205" name="Google Shape;27205;p64"/>
            <p:cNvGrpSpPr/>
            <p:nvPr/>
          </p:nvGrpSpPr>
          <p:grpSpPr>
            <a:xfrm>
              <a:off x="903828" y="1972583"/>
              <a:ext cx="676527" cy="667566"/>
              <a:chOff x="-6713450" y="2397900"/>
              <a:chExt cx="295375" cy="291450"/>
            </a:xfrm>
          </p:grpSpPr>
          <p:sp>
            <p:nvSpPr>
              <p:cNvPr id="27206" name="Google Shape;27206;p64"/>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7" name="Google Shape;27207;p64"/>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08" name="Google Shape;27208;p64"/>
            <p:cNvSpPr txBox="1"/>
            <p:nvPr/>
          </p:nvSpPr>
          <p:spPr>
            <a:xfrm>
              <a:off x="1648825" y="1936415"/>
              <a:ext cx="7108200" cy="7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dk1"/>
                  </a:solidFill>
                  <a:latin typeface="Barlow"/>
                  <a:ea typeface="Barlow"/>
                  <a:cs typeface="Barlow"/>
                  <a:sym typeface="Barlow"/>
                </a:rPr>
                <a:t>Self Reported Data</a:t>
              </a:r>
              <a:endParaRPr b="1">
                <a:solidFill>
                  <a:schemeClr val="dk1"/>
                </a:solidFill>
                <a:latin typeface="Barlow"/>
                <a:ea typeface="Barlow"/>
                <a:cs typeface="Barlow"/>
                <a:sym typeface="Barlow"/>
              </a:endParaRPr>
            </a:p>
            <a:p>
              <a:pPr marL="0" lvl="0" indent="0" algn="l" rtl="0">
                <a:spcBef>
                  <a:spcPts val="0"/>
                </a:spcBef>
                <a:spcAft>
                  <a:spcPts val="0"/>
                </a:spcAft>
                <a:buNone/>
              </a:pPr>
              <a:r>
                <a:rPr lang="en">
                  <a:solidFill>
                    <a:schemeClr val="dk1"/>
                  </a:solidFill>
                  <a:latin typeface="Barlow"/>
                  <a:ea typeface="Barlow"/>
                  <a:cs typeface="Barlow"/>
                  <a:sym typeface="Barlow"/>
                </a:rPr>
                <a:t>Some data was self reported which could lead to potential biases about the sample. Additionally, we did not directly collect the data so we have no way to verify it’s validity.</a:t>
              </a:r>
              <a:endParaRPr>
                <a:solidFill>
                  <a:schemeClr val="dk1"/>
                </a:solidFill>
                <a:latin typeface="Barlow"/>
                <a:ea typeface="Barlow"/>
                <a:cs typeface="Barlow"/>
                <a:sym typeface="Barlow"/>
              </a:endParaRPr>
            </a:p>
          </p:txBody>
        </p:sp>
        <p:sp>
          <p:nvSpPr>
            <p:cNvPr id="27209" name="Google Shape;27209;p64"/>
            <p:cNvSpPr txBox="1"/>
            <p:nvPr/>
          </p:nvSpPr>
          <p:spPr>
            <a:xfrm>
              <a:off x="1648825" y="2928065"/>
              <a:ext cx="7108200" cy="7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dk1"/>
                  </a:solidFill>
                  <a:latin typeface="Barlow"/>
                  <a:ea typeface="Barlow"/>
                  <a:cs typeface="Barlow"/>
                  <a:sym typeface="Barlow"/>
                </a:rPr>
                <a:t>Limited Variables</a:t>
              </a:r>
              <a:endParaRPr b="1">
                <a:solidFill>
                  <a:schemeClr val="dk1"/>
                </a:solidFill>
                <a:latin typeface="Barlow"/>
                <a:ea typeface="Barlow"/>
                <a:cs typeface="Barlow"/>
                <a:sym typeface="Barlow"/>
              </a:endParaRPr>
            </a:p>
            <a:p>
              <a:pPr marL="0" lvl="0" indent="0" algn="l" rtl="0">
                <a:spcBef>
                  <a:spcPts val="0"/>
                </a:spcBef>
                <a:spcAft>
                  <a:spcPts val="0"/>
                </a:spcAft>
                <a:buNone/>
              </a:pPr>
              <a:r>
                <a:rPr lang="en">
                  <a:solidFill>
                    <a:schemeClr val="dk1"/>
                  </a:solidFill>
                  <a:latin typeface="Barlow"/>
                  <a:ea typeface="Barlow"/>
                  <a:cs typeface="Barlow"/>
                  <a:sym typeface="Barlow"/>
                </a:rPr>
                <a:t>We are limited by the variables we were given. Leaving out many potential variables that are important in an office context. Examples include work life balance, culture, etc.</a:t>
              </a:r>
              <a:endParaRPr>
                <a:solidFill>
                  <a:schemeClr val="dk1"/>
                </a:solidFill>
                <a:latin typeface="Barlow"/>
                <a:ea typeface="Barlow"/>
                <a:cs typeface="Barlow"/>
                <a:sym typeface="Barlow"/>
              </a:endParaRPr>
            </a:p>
          </p:txBody>
        </p:sp>
      </p:grpSp>
      <p:grpSp>
        <p:nvGrpSpPr>
          <p:cNvPr id="27210" name="Google Shape;27210;p64"/>
          <p:cNvGrpSpPr/>
          <p:nvPr/>
        </p:nvGrpSpPr>
        <p:grpSpPr>
          <a:xfrm>
            <a:off x="872742" y="1936415"/>
            <a:ext cx="7873921" cy="770100"/>
            <a:chOff x="883104" y="3891515"/>
            <a:chExt cx="7873921" cy="770100"/>
          </a:xfrm>
        </p:grpSpPr>
        <p:grpSp>
          <p:nvGrpSpPr>
            <p:cNvPr id="27211" name="Google Shape;27211;p64"/>
            <p:cNvGrpSpPr/>
            <p:nvPr/>
          </p:nvGrpSpPr>
          <p:grpSpPr>
            <a:xfrm>
              <a:off x="883104" y="3986018"/>
              <a:ext cx="581053" cy="581053"/>
              <a:chOff x="-61783350" y="2297100"/>
              <a:chExt cx="316650" cy="316650"/>
            </a:xfrm>
          </p:grpSpPr>
          <p:sp>
            <p:nvSpPr>
              <p:cNvPr id="27212" name="Google Shape;27212;p64"/>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3" name="Google Shape;27213;p64"/>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14" name="Google Shape;27214;p64"/>
            <p:cNvSpPr txBox="1"/>
            <p:nvPr/>
          </p:nvSpPr>
          <p:spPr>
            <a:xfrm>
              <a:off x="1648825" y="3891515"/>
              <a:ext cx="7108200" cy="7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dk1"/>
                  </a:solidFill>
                  <a:latin typeface="Barlow"/>
                  <a:ea typeface="Barlow"/>
                  <a:cs typeface="Barlow"/>
                  <a:sym typeface="Barlow"/>
                </a:rPr>
                <a:t>Limited Analysis Methods</a:t>
              </a:r>
              <a:endParaRPr b="1">
                <a:solidFill>
                  <a:schemeClr val="dk1"/>
                </a:solidFill>
                <a:latin typeface="Barlow"/>
                <a:ea typeface="Barlow"/>
                <a:cs typeface="Barlow"/>
                <a:sym typeface="Barlow"/>
              </a:endParaRPr>
            </a:p>
            <a:p>
              <a:pPr marL="0" lvl="0" indent="0" algn="l" rtl="0">
                <a:spcBef>
                  <a:spcPts val="0"/>
                </a:spcBef>
                <a:spcAft>
                  <a:spcPts val="0"/>
                </a:spcAft>
                <a:buNone/>
              </a:pPr>
              <a:r>
                <a:rPr lang="en">
                  <a:solidFill>
                    <a:schemeClr val="dk1"/>
                  </a:solidFill>
                  <a:latin typeface="Barlow"/>
                  <a:ea typeface="Barlow"/>
                  <a:cs typeface="Barlow"/>
                  <a:sym typeface="Barlow"/>
                </a:rPr>
                <a:t>Techniques like supervised machine learning, which lie beyond the scope of this course, could have potentially made predicting variables much easier and reliable.</a:t>
              </a:r>
              <a:endParaRPr>
                <a:solidFill>
                  <a:schemeClr val="dk1"/>
                </a:solidFill>
                <a:latin typeface="Barlow"/>
                <a:ea typeface="Barlow"/>
                <a:cs typeface="Barlow"/>
                <a:sym typeface="Barlow"/>
              </a:endParaRPr>
            </a:p>
          </p:txBody>
        </p:sp>
      </p:grpSp>
      <p:grpSp>
        <p:nvGrpSpPr>
          <p:cNvPr id="27215" name="Google Shape;27215;p64"/>
          <p:cNvGrpSpPr/>
          <p:nvPr/>
        </p:nvGrpSpPr>
        <p:grpSpPr>
          <a:xfrm>
            <a:off x="886264" y="1055515"/>
            <a:ext cx="7846911" cy="770100"/>
            <a:chOff x="910114" y="944765"/>
            <a:chExt cx="7846911" cy="770100"/>
          </a:xfrm>
        </p:grpSpPr>
        <p:sp>
          <p:nvSpPr>
            <p:cNvPr id="27216" name="Google Shape;27216;p64"/>
            <p:cNvSpPr txBox="1"/>
            <p:nvPr/>
          </p:nvSpPr>
          <p:spPr>
            <a:xfrm>
              <a:off x="1648825" y="944765"/>
              <a:ext cx="7108200" cy="770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dk1"/>
                  </a:solidFill>
                  <a:latin typeface="Barlow"/>
                  <a:ea typeface="Barlow"/>
                  <a:cs typeface="Barlow"/>
                  <a:sym typeface="Barlow"/>
                </a:rPr>
                <a:t>Relatively Small Data Set</a:t>
              </a:r>
              <a:endParaRPr b="1">
                <a:solidFill>
                  <a:schemeClr val="dk1"/>
                </a:solidFill>
                <a:latin typeface="Barlow"/>
                <a:ea typeface="Barlow"/>
                <a:cs typeface="Barlow"/>
                <a:sym typeface="Barlow"/>
              </a:endParaRPr>
            </a:p>
            <a:p>
              <a:pPr marL="0" lvl="0" indent="0" algn="l" rtl="0">
                <a:spcBef>
                  <a:spcPts val="0"/>
                </a:spcBef>
                <a:spcAft>
                  <a:spcPts val="0"/>
                </a:spcAft>
                <a:buNone/>
              </a:pPr>
              <a:r>
                <a:rPr lang="en">
                  <a:solidFill>
                    <a:schemeClr val="dk1"/>
                  </a:solidFill>
                  <a:latin typeface="Barlow"/>
                  <a:ea typeface="Barlow"/>
                  <a:cs typeface="Barlow"/>
                  <a:sym typeface="Barlow"/>
                </a:rPr>
                <a:t>Data only contained 267 observations. This means that when we investigated sub groups, significance levels and regressions may become more unreliable.</a:t>
              </a:r>
              <a:endParaRPr>
                <a:solidFill>
                  <a:schemeClr val="dk1"/>
                </a:solidFill>
                <a:latin typeface="Barlow"/>
                <a:ea typeface="Barlow"/>
                <a:cs typeface="Barlow"/>
                <a:sym typeface="Barlow"/>
              </a:endParaRPr>
            </a:p>
          </p:txBody>
        </p:sp>
        <p:grpSp>
          <p:nvGrpSpPr>
            <p:cNvPr id="27217" name="Google Shape;27217;p64"/>
            <p:cNvGrpSpPr/>
            <p:nvPr/>
          </p:nvGrpSpPr>
          <p:grpSpPr>
            <a:xfrm>
              <a:off x="910114" y="1038546"/>
              <a:ext cx="581044" cy="582544"/>
              <a:chOff x="6679825" y="2693700"/>
              <a:chExt cx="257875" cy="258575"/>
            </a:xfrm>
          </p:grpSpPr>
          <p:sp>
            <p:nvSpPr>
              <p:cNvPr id="27218" name="Google Shape;27218;p64"/>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9" name="Google Shape;27219;p64"/>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theme/theme1.xml><?xml version="1.0" encoding="utf-8"?>
<a:theme xmlns:a="http://schemas.openxmlformats.org/drawingml/2006/main" name="Basic Customizable PhD Dissertation by Slidesgo">
  <a:themeElements>
    <a:clrScheme name="Simple Light">
      <a:dk1>
        <a:srgbClr val="545457"/>
      </a:dk1>
      <a:lt1>
        <a:srgbClr val="F2EADD"/>
      </a:lt1>
      <a:dk2>
        <a:srgbClr val="FF706B"/>
      </a:dk2>
      <a:lt2>
        <a:srgbClr val="BBD3C7"/>
      </a:lt2>
      <a:accent1>
        <a:srgbClr val="FFFFFF"/>
      </a:accent1>
      <a:accent2>
        <a:srgbClr val="FFFFFF"/>
      </a:accent2>
      <a:accent3>
        <a:srgbClr val="FFFFFF"/>
      </a:accent3>
      <a:accent4>
        <a:srgbClr val="FFFFFF"/>
      </a:accent4>
      <a:accent5>
        <a:srgbClr val="FFFFFF"/>
      </a:accent5>
      <a:accent6>
        <a:srgbClr val="FFFFFF"/>
      </a:accent6>
      <a:hlink>
        <a:srgbClr val="54545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1544</Words>
  <Application>Microsoft Macintosh PowerPoint</Application>
  <PresentationFormat>On-screen Show (16:9)</PresentationFormat>
  <Paragraphs>270</Paragraphs>
  <Slides>18</Slides>
  <Notes>18</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18</vt:i4>
      </vt:variant>
    </vt:vector>
  </HeadingPairs>
  <TitlesOfParts>
    <vt:vector size="28" baseType="lpstr">
      <vt:lpstr>PT Sans</vt:lpstr>
      <vt:lpstr>Bebas Neue</vt:lpstr>
      <vt:lpstr>Barlow</vt:lpstr>
      <vt:lpstr>Arial</vt:lpstr>
      <vt:lpstr>Barlow Medium</vt:lpstr>
      <vt:lpstr>Roboto Condensed Light</vt:lpstr>
      <vt:lpstr>Barlow SemiBold</vt:lpstr>
      <vt:lpstr>Caveat</vt:lpstr>
      <vt:lpstr>Archivo Black</vt:lpstr>
      <vt:lpstr>Basic Customizable PhD Dissertation by Slidesgo</vt:lpstr>
      <vt:lpstr>Investigating Employee Retention and Gender in the Workplace</vt:lpstr>
      <vt:lpstr>Key Objectives</vt:lpstr>
      <vt:lpstr>63%</vt:lpstr>
      <vt:lpstr>Data Description</vt:lpstr>
      <vt:lpstr>Descriptive Analysis</vt:lpstr>
      <vt:lpstr>Job Satisfaction Between Employees Who Left or Stayed</vt:lpstr>
      <vt:lpstr>Benefits Package Regressions</vt:lpstr>
      <vt:lpstr>Salary and Gender Regressions</vt:lpstr>
      <vt:lpstr>Identifying Confounding Variables</vt:lpstr>
      <vt:lpstr>Reducing Omitted Variable Bias (OVB) Job Satisfaction</vt:lpstr>
      <vt:lpstr>Predicting Job Satisfaction How we found the best predictors of Job Satisfaction </vt:lpstr>
      <vt:lpstr>Predicting Job Satisfaction Key Predictors of Job Satisfaction and Results</vt:lpstr>
      <vt:lpstr>Satisfaction &amp; Retention Findings How are satisfaction and retention related?</vt:lpstr>
      <vt:lpstr>PowerPoint Presentation</vt:lpstr>
      <vt:lpstr>Salary &amp; Benefits Findings How does salary and benefits impact satisfaction?</vt:lpstr>
      <vt:lpstr>Salary, Benefits, and Job Satisfaction</vt:lpstr>
      <vt:lpstr>Gender Differences Findings  Is There Discrimination?</vt:lpstr>
      <vt:lpstr>4 Limitations of Our Results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Corbett, Grant</cp:lastModifiedBy>
  <cp:revision>1</cp:revision>
  <dcterms:modified xsi:type="dcterms:W3CDTF">2026-01-30T18:51:26Z</dcterms:modified>
</cp:coreProperties>
</file>